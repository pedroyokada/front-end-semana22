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 id="2147483749" r:id="rId5"/>
    <p:sldMasterId id="2147483764" r:id="rId6"/>
    <p:sldMasterId id="2147483832" r:id="rId7"/>
  </p:sldMasterIdLst>
  <p:notesMasterIdLst>
    <p:notesMasterId r:id="rId20"/>
  </p:notesMasterIdLst>
  <p:handoutMasterIdLst>
    <p:handoutMasterId r:id="rId21"/>
  </p:handoutMasterIdLst>
  <p:sldIdLst>
    <p:sldId id="804" r:id="rId8"/>
    <p:sldId id="945" r:id="rId9"/>
    <p:sldId id="985" r:id="rId10"/>
    <p:sldId id="986" r:id="rId11"/>
    <p:sldId id="948" r:id="rId12"/>
    <p:sldId id="859" r:id="rId13"/>
    <p:sldId id="602" r:id="rId14"/>
    <p:sldId id="949" r:id="rId15"/>
    <p:sldId id="1243" r:id="rId16"/>
    <p:sldId id="1249" r:id="rId17"/>
    <p:sldId id="1250" r:id="rId18"/>
    <p:sldId id="805" r:id="rId19"/>
  </p:sldIdLst>
  <p:sldSz cx="18288000" cy="10287000"/>
  <p:notesSz cx="6858000" cy="9144000"/>
  <p:embeddedFontLst>
    <p:embeddedFont>
      <p:font typeface="Poppins" panose="00000500000000000000" pitchFamily="2" charset="0"/>
      <p:regular r:id="rId22"/>
      <p:bold r:id="rId23"/>
      <p:italic r:id="rId24"/>
      <p:boldItalic r:id="rId25"/>
    </p:embeddedFont>
    <p:embeddedFont>
      <p:font typeface="Poppins Bold" panose="00000800000000000000" pitchFamily="2" charset="0"/>
      <p:regular r:id="rId26"/>
      <p:bold r:id="rId27"/>
      <p:italic r:id="rId28"/>
      <p:boldItalic r:id="rId29"/>
    </p:embeddedFont>
    <p:embeddedFont>
      <p:font typeface="Poppins Light" panose="000004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0C091F-4F9F-B823-3F86-61B29C165090}" name="Etna Nobre" initials="EN" userId="536488f0b3312cec" providerId="Windows Live"/>
  <p188:author id="{CA82B621-AF1E-5701-9628-970A2BAC155B}" name="Marcus Vasconcelos de Castro" initials="MV" userId="S::marcus_castro@vanzolini-ead.org.br::f3e0bdc8-d4d6-4b41-86a7-248e0cb99c76" providerId="AD"/>
  <p188:author id="{5D93F123-A5E2-A62B-D9E3-D9303D1BB86B}" name="Gustavo Cruz dos Reis" initials="GC" userId="S::greis@vanzolini-ead.org.br::837664e1-438f-44d7-9e01-7f6012fe004f" providerId="AD"/>
  <p188:author id="{C6975768-E079-2129-EF66-8C7D8D20589C}" name="Usuário Convidado" initials="UC" userId="S::urn:spo:anon#9c1a6640c4cf430e37b8e52984f4ed92aa1896e2c9d3b1637fd5ce4c8fd5c9d5::" providerId="AD"/>
  <p188:author id="{50A82C6A-F915-E440-2676-7ED0B9B624D1}" name="Lilian Machado" initials="LM" userId="4ac3cebf31a33102" providerId="Windows Live"/>
  <p188:author id="{33EFA59C-6EF5-45F6-67CD-3D013F6F2F8C}" name="Utilizador Convidado" initials="UC" userId="S::urn:spo:anon#63788bea611af3497eac4dd2a3129939f1020e159a2aea8745831807f7d31e9a::" providerId="AD"/>
  <p188:author id="{BAEE28E6-BCA2-A58F-B4C5-4E73CE74ED33}" name="MARCUS VASCONCELOS DE CASTRO" initials="MC" userId="S::marcus.castro@fatec.sp.gov.br::dcc98bfb-8b88-4fff-9dd1-69ee0ad30106" providerId="AD"/>
  <p188:author id="{E0388DF7-5B9F-86E5-E6C5-3F344187204B}" name="Eloisa Dalbem" initials="ED" userId="S::eldalbem@vanzolini-ead.org.br::9ae0c03a-8642-493e-97df-c9fd93e6c39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riana Rimoli" initials="MR" lastIdx="4" clrIdx="0">
    <p:extLst>
      <p:ext uri="{19B8F6BF-5375-455C-9EA6-DF929625EA0E}">
        <p15:presenceInfo xmlns:p15="http://schemas.microsoft.com/office/powerpoint/2012/main" userId="6cf9166fde090e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9AC2"/>
    <a:srgbClr val="28566E"/>
    <a:srgbClr val="263B4B"/>
    <a:srgbClr val="D9D9D9"/>
    <a:srgbClr val="D8D2D5"/>
    <a:srgbClr val="EDB1C8"/>
    <a:srgbClr val="000000"/>
    <a:srgbClr val="CAC0C4"/>
    <a:srgbClr val="D0D1D0"/>
    <a:srgbClr val="D99F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19" autoAdjust="0"/>
    <p:restoredTop sz="95755" autoAdjust="0"/>
  </p:normalViewPr>
  <p:slideViewPr>
    <p:cSldViewPr snapToGrid="0">
      <p:cViewPr varScale="1">
        <p:scale>
          <a:sx n="72" d="100"/>
          <a:sy n="72" d="100"/>
        </p:scale>
        <p:origin x="708"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font" Target="fonts/font5.fntdata"/><Relationship Id="rId39" Type="http://schemas.openxmlformats.org/officeDocument/2006/relationships/presProps" Target="presProps.xml"/><Relationship Id="rId21" Type="http://schemas.openxmlformats.org/officeDocument/2006/relationships/handoutMaster" Target="handoutMasters/handoutMaster1.xml"/><Relationship Id="rId34" Type="http://schemas.openxmlformats.org/officeDocument/2006/relationships/font" Target="fonts/font13.fntdata"/><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notesMaster" Target="notesMasters/notesMaster1.xml"/><Relationship Id="rId29" Type="http://schemas.openxmlformats.org/officeDocument/2006/relationships/font" Target="fonts/font8.fntdata"/><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microsoft.com/office/2018/10/relationships/authors" Target="author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17/09/2026</a:t>
            </a:fld>
            <a:endParaRPr lang="pt-BR"/>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92000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1" name="Google Shape;6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7152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A2D38-ADF5-7907-B403-FA6FF0DABA9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BF9E25E-6701-7036-59FE-A094478D4F1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73F55AF-5030-1F25-A6E2-883B0BAA9EA4}"/>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41B6A21A-C53F-6FF7-13EC-49570CFE1FD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8BE604BA-17DA-4B63-8B72-ADA1FAE27E0B}" type="slidenum">
              <a:rPr kumimoji="0" lang="pt-BR"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lang="pt-BR"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957307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2" name="Google Shape;6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9565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085E7-C08A-9A60-7D6E-57CD5927042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FF76D61-9085-1A35-446B-D1D45BE998C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C2A3601-A60D-6E97-D140-5D2491899A1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59A20ED-7266-7F87-6908-075FC1A4C995}"/>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a:t>
            </a:fld>
            <a:endParaRPr kumimoji="0" lang="en-US"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815395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30400">
              <a:lnSpc>
                <a:spcPct val="107000"/>
              </a:lnSpc>
              <a:spcAft>
                <a:spcPts val="800"/>
              </a:spcAft>
            </a:pPr>
            <a:r>
              <a:rPr lang="pt-BR" sz="1200" kern="100" dirty="0">
                <a:effectLst/>
                <a:latin typeface="Poppins" panose="00000500000000000000" pitchFamily="2" charset="0"/>
                <a:ea typeface="Aptos" panose="020B0004020202020204" pitchFamily="34" charset="0"/>
                <a:cs typeface="Poppins" panose="00000500000000000000" pitchFamily="2" charset="0"/>
              </a:rPr>
              <a:t>	</a:t>
            </a:r>
            <a:endParaRPr lang="pt-BR" dirty="0">
              <a:latin typeface="Poppins" panose="00000500000000000000" pitchFamily="2" charset="0"/>
              <a:cs typeface="Poppins" panose="00000500000000000000" pitchFamily="2" charset="0"/>
            </a:endParaRPr>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62544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12267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E7A64-A70A-C3FA-BC7F-62738BC80AB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F836E8C-BAF5-6CEF-AB5B-4973780B239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C2BF7F7-8EF1-ED67-95D9-CF3E77C4FAD6}"/>
              </a:ext>
            </a:extLst>
          </p:cNvPr>
          <p:cNvSpPr>
            <a:spLocks noGrp="1"/>
          </p:cNvSpPr>
          <p:nvPr>
            <p:ph type="body" idx="1"/>
          </p:nvPr>
        </p:nvSpPr>
        <p:spPr/>
        <p:txBody>
          <a:bodyPr/>
          <a:lstStyle/>
          <a:p>
            <a:r>
              <a:rPr lang="pt-BR"/>
              <a:t>      </a:t>
            </a:r>
          </a:p>
        </p:txBody>
      </p:sp>
      <p:sp>
        <p:nvSpPr>
          <p:cNvPr id="4" name="Espaço Reservado para Número de Slide 3">
            <a:extLst>
              <a:ext uri="{FF2B5EF4-FFF2-40B4-BE49-F238E27FC236}">
                <a16:creationId xmlns:a16="http://schemas.microsoft.com/office/drawing/2014/main" id="{EF99F2DC-80E3-A38B-8279-F2593E0182B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57177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475D2-ED0E-1DD3-65C9-2B7BC4510E7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E1B09D5-E40F-9F9A-19A4-6159482E78A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EA6C8A1-26CF-DF05-93C2-BEF8A6E4929D}"/>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CB70BE3D-07A2-EF09-EAD1-52030408A13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45061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94CEA-67FF-2579-3028-264FC7B1300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3F85E21-5D13-5B13-C836-E80409C0FDC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E54B4D0-237C-3A9B-5556-E296480BFFE7}"/>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C3562A34-A92B-B83A-7858-EF95912F827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17546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863512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7.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9.png"/></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Master" Target="../slideMasters/slideMaster4.xml"/><Relationship Id="rId5" Type="http://schemas.openxmlformats.org/officeDocument/2006/relationships/image" Target="../media/image23.emf"/><Relationship Id="rId4"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8288000" cy="10287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415B662F-7C36-00DD-77C0-C6E584534EC9}"/>
              </a:ext>
            </a:extLst>
          </p:cNvPr>
          <p:cNvPicPr>
            <a:picLocks/>
          </p:cNvPicPr>
          <p:nvPr userDrawn="1"/>
        </p:nvPicPr>
        <p:blipFill>
          <a:blip r:embed="rId2"/>
          <a:stretch>
            <a:fillRect/>
          </a:stretch>
        </p:blipFill>
        <p:spPr>
          <a:xfrm>
            <a:off x="8704814" y="2055603"/>
            <a:ext cx="6307210" cy="4564807"/>
          </a:xfrm>
          <a:prstGeom prst="rect">
            <a:avLst/>
          </a:prstGeom>
        </p:spPr>
      </p:pic>
      <p:pic>
        <p:nvPicPr>
          <p:cNvPr id="9" name="Imagem 8">
            <a:extLst>
              <a:ext uri="{FF2B5EF4-FFF2-40B4-BE49-F238E27FC236}">
                <a16:creationId xmlns:a16="http://schemas.microsoft.com/office/drawing/2014/main" id="{F26BF0E7-AB57-246E-F3F3-321B09EFCB14}"/>
              </a:ext>
            </a:extLst>
          </p:cNvPr>
          <p:cNvPicPr>
            <a:picLocks/>
          </p:cNvPicPr>
          <p:nvPr userDrawn="1"/>
        </p:nvPicPr>
        <p:blipFill>
          <a:blip r:embed="rId2"/>
          <a:stretch>
            <a:fillRect/>
          </a:stretch>
        </p:blipFill>
        <p:spPr>
          <a:xfrm>
            <a:off x="8704814" y="2055603"/>
            <a:ext cx="6307210" cy="456480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3224043" y="3598169"/>
            <a:ext cx="5102506" cy="2344928"/>
          </a:xfrm>
          <a:prstGeom prst="rect">
            <a:avLst/>
          </a:prstGeom>
        </p:spPr>
        <p:txBody>
          <a:bodyPr lIns="0" tIns="0" rIns="0" bIns="0" rtlCol="0" anchor="t">
            <a:spAutoFit/>
          </a:bodyPr>
          <a:lstStyle/>
          <a:p>
            <a:pPr algn="r">
              <a:lnSpc>
                <a:spcPts val="6015"/>
              </a:lnSpc>
            </a:pPr>
            <a:r>
              <a:rPr lang="pt-BR" sz="6399" noProof="0">
                <a:solidFill>
                  <a:srgbClr val="000000"/>
                </a:solidFill>
                <a:latin typeface="Poppins Bold"/>
              </a:rPr>
              <a:t>Educação Profissional Paulista</a:t>
            </a:r>
          </a:p>
        </p:txBody>
      </p:sp>
      <p:sp>
        <p:nvSpPr>
          <p:cNvPr id="2" name="TextBox 5">
            <a:extLst>
              <a:ext uri="{FF2B5EF4-FFF2-40B4-BE49-F238E27FC236}">
                <a16:creationId xmlns:a16="http://schemas.microsoft.com/office/drawing/2014/main" id="{6DBC72C7-C710-800A-C379-F6C1DBE65031}"/>
              </a:ext>
            </a:extLst>
          </p:cNvPr>
          <p:cNvSpPr txBox="1"/>
          <p:nvPr userDrawn="1"/>
        </p:nvSpPr>
        <p:spPr>
          <a:xfrm>
            <a:off x="9104402" y="3475910"/>
            <a:ext cx="5367683" cy="846386"/>
          </a:xfrm>
          <a:prstGeom prst="rect">
            <a:avLst/>
          </a:prstGeom>
        </p:spPr>
        <p:txBody>
          <a:bodyPr lIns="0" tIns="0" rIns="0" bIns="0" rtlCol="0" anchor="t">
            <a:spAutoFit/>
          </a:bodyPr>
          <a:lstStyle/>
          <a:p>
            <a:pPr>
              <a:lnSpc>
                <a:spcPts val="6845"/>
              </a:lnSpc>
            </a:pPr>
            <a:r>
              <a:rPr lang="pt-BR" sz="5000" noProof="0">
                <a:solidFill>
                  <a:srgbClr val="FFFFFF"/>
                </a:solidFill>
                <a:latin typeface="Poppins Light"/>
              </a:rPr>
              <a:t>Técnico em </a:t>
            </a:r>
          </a:p>
        </p:txBody>
      </p:sp>
      <p:sp>
        <p:nvSpPr>
          <p:cNvPr id="4" name="TextBox 6">
            <a:extLst>
              <a:ext uri="{FF2B5EF4-FFF2-40B4-BE49-F238E27FC236}">
                <a16:creationId xmlns:a16="http://schemas.microsoft.com/office/drawing/2014/main" id="{6C42670F-F865-673C-461A-99A20C35AD88}"/>
              </a:ext>
            </a:extLst>
          </p:cNvPr>
          <p:cNvSpPr txBox="1"/>
          <p:nvPr userDrawn="1"/>
        </p:nvSpPr>
        <p:spPr>
          <a:xfrm>
            <a:off x="9174600" y="4344718"/>
            <a:ext cx="5510664" cy="1446550"/>
          </a:xfrm>
          <a:prstGeom prst="rect">
            <a:avLst/>
          </a:prstGeom>
        </p:spPr>
        <p:txBody>
          <a:bodyPr wrap="square" lIns="0" tIns="0" rIns="0" bIns="0" rtlCol="0" anchor="t">
            <a:spAutoFit/>
          </a:bodyPr>
          <a:lstStyle/>
          <a:p>
            <a:pPr>
              <a:lnSpc>
                <a:spcPct val="100000"/>
              </a:lnSpc>
            </a:pPr>
            <a:r>
              <a:rPr lang="pt-BR" sz="4700" noProof="0">
                <a:solidFill>
                  <a:srgbClr val="FFFFFF"/>
                </a:solidFill>
                <a:latin typeface="Poppins Bold"/>
              </a:rPr>
              <a:t>Desenvolvimento de Sistemas</a:t>
            </a:r>
          </a:p>
        </p:txBody>
      </p:sp>
      <p:pic>
        <p:nvPicPr>
          <p:cNvPr id="5" name="Imagem 4">
            <a:extLst>
              <a:ext uri="{FF2B5EF4-FFF2-40B4-BE49-F238E27FC236}">
                <a16:creationId xmlns:a16="http://schemas.microsoft.com/office/drawing/2014/main" id="{B55B2448-83F2-B3DD-6F6E-1705AF70E9A3}"/>
              </a:ext>
            </a:extLst>
          </p:cNvPr>
          <p:cNvPicPr>
            <a:picLocks/>
          </p:cNvPicPr>
          <p:nvPr userDrawn="1"/>
        </p:nvPicPr>
        <p:blipFill>
          <a:blip r:embed="rId3"/>
          <a:stretch>
            <a:fillRect/>
          </a:stretch>
        </p:blipFill>
        <p:spPr>
          <a:xfrm>
            <a:off x="7243211" y="8078412"/>
            <a:ext cx="3805206" cy="1720803"/>
          </a:xfrm>
          <a:prstGeom prst="rect">
            <a:avLst/>
          </a:prstGeom>
        </p:spPr>
      </p:pic>
    </p:spTree>
    <p:extLst>
      <p:ext uri="{BB962C8B-B14F-4D97-AF65-F5344CB8AC3E}">
        <p14:creationId xmlns:p14="http://schemas.microsoft.com/office/powerpoint/2010/main" val="177496773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CD1033A7-228B-1DA2-EB35-B102BEEA1D7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0" name="Imagem 9">
            <a:extLst>
              <a:ext uri="{FF2B5EF4-FFF2-40B4-BE49-F238E27FC236}">
                <a16:creationId xmlns:a16="http://schemas.microsoft.com/office/drawing/2014/main" id="{F0E77F74-38BA-F7FB-373A-44081A81268E}"/>
              </a:ext>
            </a:extLst>
          </p:cNvPr>
          <p:cNvPicPr>
            <a:picLocks/>
          </p:cNvPicPr>
          <p:nvPr userDrawn="1"/>
        </p:nvPicPr>
        <p:blipFill>
          <a:blip r:embed="rId3"/>
          <a:stretch>
            <a:fillRect/>
          </a:stretch>
        </p:blipFill>
        <p:spPr>
          <a:xfrm>
            <a:off x="0" y="0"/>
            <a:ext cx="12848420" cy="8071212"/>
          </a:xfrm>
          <a:prstGeom prst="rect">
            <a:avLst/>
          </a:prstGeom>
        </p:spPr>
      </p:pic>
      <p:pic>
        <p:nvPicPr>
          <p:cNvPr id="12" name="Imagem 11">
            <a:extLst>
              <a:ext uri="{FF2B5EF4-FFF2-40B4-BE49-F238E27FC236}">
                <a16:creationId xmlns:a16="http://schemas.microsoft.com/office/drawing/2014/main" id="{F80434BB-5CC0-D31D-18EB-8BD3DB42B9F5}"/>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8A610ACC-90D2-5456-1F39-1F02FE18018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1" name="Imagem 10">
            <a:extLst>
              <a:ext uri="{FF2B5EF4-FFF2-40B4-BE49-F238E27FC236}">
                <a16:creationId xmlns:a16="http://schemas.microsoft.com/office/drawing/2014/main" id="{00F13DB1-1B58-2A6E-03C9-385B80021BB7}"/>
              </a:ext>
            </a:extLst>
          </p:cNvPr>
          <p:cNvPicPr>
            <a:picLocks/>
          </p:cNvPicPr>
          <p:nvPr userDrawn="1"/>
        </p:nvPicPr>
        <p:blipFill>
          <a:blip r:embed="rId3"/>
          <a:stretch>
            <a:fillRect/>
          </a:stretch>
        </p:blipFill>
        <p:spPr>
          <a:xfrm>
            <a:off x="0" y="0"/>
            <a:ext cx="12848420" cy="8071212"/>
          </a:xfrm>
          <a:prstGeom prst="rect">
            <a:avLst/>
          </a:prstGeom>
        </p:spPr>
      </p:pic>
      <p:pic>
        <p:nvPicPr>
          <p:cNvPr id="14" name="Imagem 13">
            <a:extLst>
              <a:ext uri="{FF2B5EF4-FFF2-40B4-BE49-F238E27FC236}">
                <a16:creationId xmlns:a16="http://schemas.microsoft.com/office/drawing/2014/main" id="{09550DB6-E266-6B57-1031-73E5F118D95C}"/>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reserve="1" userDrawn="1">
  <p:cSld name="1_Construindo o conceito">
    <p:spTree>
      <p:nvGrpSpPr>
        <p:cNvPr id="1" name="Shape 16"/>
        <p:cNvGrpSpPr/>
        <p:nvPr/>
      </p:nvGrpSpPr>
      <p:grpSpPr>
        <a:xfrm>
          <a:off x="0" y="0"/>
          <a:ext cx="0" cy="0"/>
          <a:chOff x="0" y="0"/>
          <a:chExt cx="0" cy="0"/>
        </a:xfrm>
      </p:grpSpPr>
      <p:pic>
        <p:nvPicPr>
          <p:cNvPr id="6" name="Google Shape;164;p15">
            <a:extLst>
              <a:ext uri="{FF2B5EF4-FFF2-40B4-BE49-F238E27FC236}">
                <a16:creationId xmlns:a16="http://schemas.microsoft.com/office/drawing/2014/main" id="{2A40035A-46AA-DFA0-4141-7C162F3C6DE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r="-3854"/>
          <a:stretch/>
        </p:blipFill>
        <p:spPr>
          <a:xfrm>
            <a:off x="0" y="0"/>
            <a:ext cx="8787534" cy="10287000"/>
          </a:xfrm>
          <a:prstGeom prst="rect">
            <a:avLst/>
          </a:prstGeom>
          <a:noFill/>
          <a:ln>
            <a:noFill/>
          </a:ln>
        </p:spPr>
      </p:pic>
      <p:sp>
        <p:nvSpPr>
          <p:cNvPr id="4" name="Retângulo 3">
            <a:extLst>
              <a:ext uri="{FF2B5EF4-FFF2-40B4-BE49-F238E27FC236}">
                <a16:creationId xmlns:a16="http://schemas.microsoft.com/office/drawing/2014/main" id="{569D7266-D0C4-A44D-9827-A0C02D9BAFF7}"/>
              </a:ext>
            </a:extLst>
          </p:cNvPr>
          <p:cNvSpPr/>
          <p:nvPr userDrawn="1"/>
        </p:nvSpPr>
        <p:spPr>
          <a:xfrm>
            <a:off x="8299521" y="-1"/>
            <a:ext cx="10013430" cy="10285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2203554" y="151400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2" name="Espaço Reservado para Texto 11">
            <a:extLst>
              <a:ext uri="{FF2B5EF4-FFF2-40B4-BE49-F238E27FC236}">
                <a16:creationId xmlns:a16="http://schemas.microsoft.com/office/drawing/2014/main" id="{5324B01E-494B-5E4B-E130-7F8451233889}"/>
              </a:ext>
            </a:extLst>
          </p:cNvPr>
          <p:cNvSpPr>
            <a:spLocks noGrp="1"/>
          </p:cNvSpPr>
          <p:nvPr>
            <p:ph type="body" sz="quarter" idx="10"/>
          </p:nvPr>
        </p:nvSpPr>
        <p:spPr>
          <a:xfrm>
            <a:off x="1035051" y="3822700"/>
            <a:ext cx="4076596" cy="3313113"/>
          </a:xfrm>
          <a:prstGeom prst="rect">
            <a:avLst/>
          </a:prstGeom>
        </p:spPr>
        <p:txBody>
          <a:bodyPr/>
          <a:lstStyle>
            <a:lvl1pPr>
              <a:defRPr sz="1800"/>
            </a:lvl1pPr>
          </a:lstStyle>
          <a:p>
            <a:pPr lvl="0"/>
            <a:endParaRPr lang="pt-BR"/>
          </a:p>
        </p:txBody>
      </p:sp>
      <p:sp>
        <p:nvSpPr>
          <p:cNvPr id="13" name="Espaço Reservado para Texto 11">
            <a:extLst>
              <a:ext uri="{FF2B5EF4-FFF2-40B4-BE49-F238E27FC236}">
                <a16:creationId xmlns:a16="http://schemas.microsoft.com/office/drawing/2014/main" id="{D70461BD-1593-C70D-1057-4FD1447C604E}"/>
              </a:ext>
            </a:extLst>
          </p:cNvPr>
          <p:cNvSpPr>
            <a:spLocks noGrp="1"/>
          </p:cNvSpPr>
          <p:nvPr>
            <p:ph type="body" sz="quarter" idx="11"/>
          </p:nvPr>
        </p:nvSpPr>
        <p:spPr>
          <a:xfrm>
            <a:off x="12997201" y="404944"/>
            <a:ext cx="4076596" cy="1139044"/>
          </a:xfrm>
          <a:prstGeom prst="rect">
            <a:avLst/>
          </a:prstGeom>
        </p:spPr>
        <p:txBody>
          <a:bodyPr/>
          <a:lstStyle>
            <a:lvl1pPr>
              <a:defRPr sz="1800"/>
            </a:lvl1pPr>
          </a:lstStyle>
          <a:p>
            <a:pPr lvl="0"/>
            <a:endParaRPr lang="pt-BR"/>
          </a:p>
        </p:txBody>
      </p:sp>
      <p:sp>
        <p:nvSpPr>
          <p:cNvPr id="14" name="Espaço Reservado para Texto 11">
            <a:extLst>
              <a:ext uri="{FF2B5EF4-FFF2-40B4-BE49-F238E27FC236}">
                <a16:creationId xmlns:a16="http://schemas.microsoft.com/office/drawing/2014/main" id="{78BE3200-A19B-129C-0001-7074E2293354}"/>
              </a:ext>
            </a:extLst>
          </p:cNvPr>
          <p:cNvSpPr>
            <a:spLocks noGrp="1"/>
          </p:cNvSpPr>
          <p:nvPr>
            <p:ph type="body" sz="quarter" idx="12"/>
          </p:nvPr>
        </p:nvSpPr>
        <p:spPr>
          <a:xfrm>
            <a:off x="12997201" y="1888970"/>
            <a:ext cx="4076596" cy="1139044"/>
          </a:xfrm>
          <a:prstGeom prst="rect">
            <a:avLst/>
          </a:prstGeom>
        </p:spPr>
        <p:txBody>
          <a:bodyPr/>
          <a:lstStyle>
            <a:lvl1pPr>
              <a:defRPr sz="1800"/>
            </a:lvl1pPr>
          </a:lstStyle>
          <a:p>
            <a:pPr lvl="0"/>
            <a:endParaRPr lang="pt-BR"/>
          </a:p>
        </p:txBody>
      </p:sp>
      <p:sp>
        <p:nvSpPr>
          <p:cNvPr id="15" name="Espaço Reservado para Texto 11">
            <a:extLst>
              <a:ext uri="{FF2B5EF4-FFF2-40B4-BE49-F238E27FC236}">
                <a16:creationId xmlns:a16="http://schemas.microsoft.com/office/drawing/2014/main" id="{D5B1F210-DB8A-2C19-6DC1-04B1A4E69F9E}"/>
              </a:ext>
            </a:extLst>
          </p:cNvPr>
          <p:cNvSpPr>
            <a:spLocks noGrp="1"/>
          </p:cNvSpPr>
          <p:nvPr>
            <p:ph type="body" sz="quarter" idx="13"/>
          </p:nvPr>
        </p:nvSpPr>
        <p:spPr>
          <a:xfrm>
            <a:off x="12997201" y="3552879"/>
            <a:ext cx="4076596" cy="1139044"/>
          </a:xfrm>
          <a:prstGeom prst="rect">
            <a:avLst/>
          </a:prstGeom>
        </p:spPr>
        <p:txBody>
          <a:bodyPr/>
          <a:lstStyle>
            <a:lvl1pPr>
              <a:defRPr sz="1800"/>
            </a:lvl1pPr>
          </a:lstStyle>
          <a:p>
            <a:pPr lvl="0"/>
            <a:endParaRPr lang="pt-BR"/>
          </a:p>
        </p:txBody>
      </p:sp>
      <p:sp>
        <p:nvSpPr>
          <p:cNvPr id="16" name="Espaço Reservado para Texto 11">
            <a:extLst>
              <a:ext uri="{FF2B5EF4-FFF2-40B4-BE49-F238E27FC236}">
                <a16:creationId xmlns:a16="http://schemas.microsoft.com/office/drawing/2014/main" id="{AEDDDAF3-00C6-4448-54A0-F213582A9D36}"/>
              </a:ext>
            </a:extLst>
          </p:cNvPr>
          <p:cNvSpPr>
            <a:spLocks noGrp="1"/>
          </p:cNvSpPr>
          <p:nvPr>
            <p:ph type="body" sz="quarter" idx="14"/>
          </p:nvPr>
        </p:nvSpPr>
        <p:spPr>
          <a:xfrm>
            <a:off x="12997201" y="5531581"/>
            <a:ext cx="4076596" cy="1139044"/>
          </a:xfrm>
          <a:prstGeom prst="rect">
            <a:avLst/>
          </a:prstGeom>
        </p:spPr>
        <p:txBody>
          <a:bodyPr/>
          <a:lstStyle>
            <a:lvl1pPr>
              <a:defRPr sz="1800"/>
            </a:lvl1pPr>
          </a:lstStyle>
          <a:p>
            <a:pPr lvl="0"/>
            <a:endParaRPr lang="pt-BR"/>
          </a:p>
        </p:txBody>
      </p:sp>
      <p:sp>
        <p:nvSpPr>
          <p:cNvPr id="17" name="Espaço Reservado para Texto 11">
            <a:extLst>
              <a:ext uri="{FF2B5EF4-FFF2-40B4-BE49-F238E27FC236}">
                <a16:creationId xmlns:a16="http://schemas.microsoft.com/office/drawing/2014/main" id="{33351543-E05B-156E-AB33-2E725E3AE564}"/>
              </a:ext>
            </a:extLst>
          </p:cNvPr>
          <p:cNvSpPr>
            <a:spLocks noGrp="1"/>
          </p:cNvSpPr>
          <p:nvPr>
            <p:ph type="body" sz="quarter" idx="15"/>
          </p:nvPr>
        </p:nvSpPr>
        <p:spPr>
          <a:xfrm>
            <a:off x="12997201" y="7120539"/>
            <a:ext cx="4076596" cy="1139044"/>
          </a:xfrm>
          <a:prstGeom prst="rect">
            <a:avLst/>
          </a:prstGeom>
        </p:spPr>
        <p:txBody>
          <a:bodyPr/>
          <a:lstStyle>
            <a:lvl1pPr>
              <a:defRPr sz="1800"/>
            </a:lvl1pPr>
          </a:lstStyle>
          <a:p>
            <a:pPr lvl="0"/>
            <a:endParaRPr lang="pt-BR"/>
          </a:p>
        </p:txBody>
      </p:sp>
      <p:sp>
        <p:nvSpPr>
          <p:cNvPr id="18" name="Espaço Reservado para Texto 11">
            <a:extLst>
              <a:ext uri="{FF2B5EF4-FFF2-40B4-BE49-F238E27FC236}">
                <a16:creationId xmlns:a16="http://schemas.microsoft.com/office/drawing/2014/main" id="{01D8F84B-5F4E-C2A3-883D-5A1C801EF18C}"/>
              </a:ext>
            </a:extLst>
          </p:cNvPr>
          <p:cNvSpPr>
            <a:spLocks noGrp="1"/>
          </p:cNvSpPr>
          <p:nvPr>
            <p:ph type="body" sz="quarter" idx="16"/>
          </p:nvPr>
        </p:nvSpPr>
        <p:spPr>
          <a:xfrm>
            <a:off x="12997201" y="8709496"/>
            <a:ext cx="4076596" cy="1139044"/>
          </a:xfrm>
          <a:prstGeom prst="rect">
            <a:avLst/>
          </a:prstGeom>
        </p:spPr>
        <p:txBody>
          <a:bodyPr/>
          <a:lstStyle>
            <a:lvl1pPr>
              <a:defRPr sz="1800"/>
            </a:lvl1pPr>
          </a:lstStyle>
          <a:p>
            <a:pPr lvl="0"/>
            <a:endParaRPr lang="pt-BR"/>
          </a:p>
        </p:txBody>
      </p:sp>
      <p:sp>
        <p:nvSpPr>
          <p:cNvPr id="20" name="Espaço Reservado para Imagem 19">
            <a:extLst>
              <a:ext uri="{FF2B5EF4-FFF2-40B4-BE49-F238E27FC236}">
                <a16:creationId xmlns:a16="http://schemas.microsoft.com/office/drawing/2014/main" id="{48712A06-262B-D6D3-C983-0170C2A084D1}"/>
              </a:ext>
            </a:extLst>
          </p:cNvPr>
          <p:cNvSpPr>
            <a:spLocks noGrp="1"/>
          </p:cNvSpPr>
          <p:nvPr>
            <p:ph type="pic" sz="quarter" idx="17"/>
          </p:nvPr>
        </p:nvSpPr>
        <p:spPr>
          <a:xfrm>
            <a:off x="8029575" y="438150"/>
            <a:ext cx="3922713" cy="2274888"/>
          </a:xfrm>
          <a:prstGeom prst="rect">
            <a:avLst/>
          </a:prstGeom>
          <a:solidFill>
            <a:schemeClr val="bg1">
              <a:lumMod val="85000"/>
            </a:schemeClr>
          </a:solidFill>
        </p:spPr>
        <p:txBody>
          <a:bodyPr/>
          <a:lstStyle/>
          <a:p>
            <a:endParaRPr lang="pt-BR"/>
          </a:p>
        </p:txBody>
      </p:sp>
      <p:sp>
        <p:nvSpPr>
          <p:cNvPr id="21" name="Espaço Reservado para Imagem 19">
            <a:extLst>
              <a:ext uri="{FF2B5EF4-FFF2-40B4-BE49-F238E27FC236}">
                <a16:creationId xmlns:a16="http://schemas.microsoft.com/office/drawing/2014/main" id="{0A8B1842-36CA-D18C-45E3-9B8BE54F5233}"/>
              </a:ext>
            </a:extLst>
          </p:cNvPr>
          <p:cNvSpPr>
            <a:spLocks noGrp="1"/>
          </p:cNvSpPr>
          <p:nvPr>
            <p:ph type="pic" sz="quarter" idx="18"/>
          </p:nvPr>
        </p:nvSpPr>
        <p:spPr>
          <a:xfrm>
            <a:off x="8029575" y="3361232"/>
            <a:ext cx="3922713" cy="2274888"/>
          </a:xfrm>
          <a:prstGeom prst="rect">
            <a:avLst/>
          </a:prstGeom>
          <a:solidFill>
            <a:schemeClr val="bg1">
              <a:lumMod val="85000"/>
            </a:schemeClr>
          </a:solidFill>
        </p:spPr>
        <p:txBody>
          <a:bodyPr/>
          <a:lstStyle/>
          <a:p>
            <a:endParaRPr lang="pt-BR"/>
          </a:p>
        </p:txBody>
      </p:sp>
      <p:sp>
        <p:nvSpPr>
          <p:cNvPr id="22" name="Espaço Reservado para Imagem 19">
            <a:extLst>
              <a:ext uri="{FF2B5EF4-FFF2-40B4-BE49-F238E27FC236}">
                <a16:creationId xmlns:a16="http://schemas.microsoft.com/office/drawing/2014/main" id="{9E259D35-9872-B049-FD84-CE39C4A5A725}"/>
              </a:ext>
            </a:extLst>
          </p:cNvPr>
          <p:cNvSpPr>
            <a:spLocks noGrp="1"/>
          </p:cNvSpPr>
          <p:nvPr>
            <p:ph type="pic" sz="quarter" idx="19"/>
          </p:nvPr>
        </p:nvSpPr>
        <p:spPr>
          <a:xfrm>
            <a:off x="8029575" y="5999501"/>
            <a:ext cx="3922713" cy="2274888"/>
          </a:xfrm>
          <a:prstGeom prst="rect">
            <a:avLst/>
          </a:prstGeom>
          <a:solidFill>
            <a:schemeClr val="bg1">
              <a:lumMod val="85000"/>
            </a:schemeClr>
          </a:solidFill>
        </p:spPr>
        <p:txBody>
          <a:bodyPr/>
          <a:lstStyle/>
          <a:p>
            <a:endParaRPr lang="pt-BR"/>
          </a:p>
        </p:txBody>
      </p:sp>
      <p:sp>
        <p:nvSpPr>
          <p:cNvPr id="23" name="Espaço Reservado para Texto 11">
            <a:extLst>
              <a:ext uri="{FF2B5EF4-FFF2-40B4-BE49-F238E27FC236}">
                <a16:creationId xmlns:a16="http://schemas.microsoft.com/office/drawing/2014/main" id="{AE1C7992-8AEB-845F-1366-E5FC6ECA3A5A}"/>
              </a:ext>
            </a:extLst>
          </p:cNvPr>
          <p:cNvSpPr>
            <a:spLocks noGrp="1"/>
          </p:cNvSpPr>
          <p:nvPr>
            <p:ph type="body" sz="quarter" idx="20"/>
          </p:nvPr>
        </p:nvSpPr>
        <p:spPr>
          <a:xfrm>
            <a:off x="8020466" y="2848341"/>
            <a:ext cx="4076596" cy="302847"/>
          </a:xfrm>
          <a:prstGeom prst="rect">
            <a:avLst/>
          </a:prstGeom>
        </p:spPr>
        <p:txBody>
          <a:bodyPr/>
          <a:lstStyle>
            <a:lvl1pPr>
              <a:defRPr sz="1800"/>
            </a:lvl1pPr>
          </a:lstStyle>
          <a:p>
            <a:pPr lvl="0"/>
            <a:endParaRPr lang="pt-BR"/>
          </a:p>
        </p:txBody>
      </p:sp>
      <p:sp>
        <p:nvSpPr>
          <p:cNvPr id="24" name="Espaço Reservado para Texto 11">
            <a:extLst>
              <a:ext uri="{FF2B5EF4-FFF2-40B4-BE49-F238E27FC236}">
                <a16:creationId xmlns:a16="http://schemas.microsoft.com/office/drawing/2014/main" id="{2D6CE238-2CC1-38FE-1D64-155E8DDF5FB2}"/>
              </a:ext>
            </a:extLst>
          </p:cNvPr>
          <p:cNvSpPr>
            <a:spLocks noGrp="1"/>
          </p:cNvSpPr>
          <p:nvPr>
            <p:ph type="body" sz="quarter" idx="21"/>
          </p:nvPr>
        </p:nvSpPr>
        <p:spPr>
          <a:xfrm>
            <a:off x="8020466" y="5726452"/>
            <a:ext cx="4076596" cy="302847"/>
          </a:xfrm>
          <a:prstGeom prst="rect">
            <a:avLst/>
          </a:prstGeom>
        </p:spPr>
        <p:txBody>
          <a:bodyPr/>
          <a:lstStyle>
            <a:lvl1pPr>
              <a:defRPr sz="1800"/>
            </a:lvl1pPr>
          </a:lstStyle>
          <a:p>
            <a:pPr lvl="0"/>
            <a:endParaRPr lang="pt-BR"/>
          </a:p>
        </p:txBody>
      </p:sp>
      <p:sp>
        <p:nvSpPr>
          <p:cNvPr id="25" name="Espaço Reservado para Texto 11">
            <a:extLst>
              <a:ext uri="{FF2B5EF4-FFF2-40B4-BE49-F238E27FC236}">
                <a16:creationId xmlns:a16="http://schemas.microsoft.com/office/drawing/2014/main" id="{CCF79652-1EF4-B51F-5A86-90BD5A7FF41E}"/>
              </a:ext>
            </a:extLst>
          </p:cNvPr>
          <p:cNvSpPr>
            <a:spLocks noGrp="1"/>
          </p:cNvSpPr>
          <p:nvPr>
            <p:ph type="body" sz="quarter" idx="22"/>
          </p:nvPr>
        </p:nvSpPr>
        <p:spPr>
          <a:xfrm>
            <a:off x="8020466" y="8364720"/>
            <a:ext cx="4076596" cy="302847"/>
          </a:xfrm>
          <a:prstGeom prst="rect">
            <a:avLst/>
          </a:prstGeom>
        </p:spPr>
        <p:txBody>
          <a:bodyPr/>
          <a:lstStyle>
            <a:lvl1pPr>
              <a:defRPr sz="1800"/>
            </a:lvl1pPr>
          </a:lstStyle>
          <a:p>
            <a:pPr lvl="0"/>
            <a:endParaRPr lang="pt-BR"/>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11534273" y="42431"/>
            <a:ext cx="0" cy="10287000"/>
          </a:xfrm>
          <a:prstGeom prst="straightConnector1">
            <a:avLst/>
          </a:prstGeom>
          <a:noFill/>
          <a:ln w="28575" cap="flat" cmpd="sng">
            <a:solidFill>
              <a:schemeClr val="dk1"/>
            </a:solidFill>
            <a:prstDash val="dot"/>
            <a:round/>
            <a:headEnd type="none" w="sm" len="sm"/>
            <a:tailEnd type="none" w="sm" len="sm"/>
          </a:ln>
        </p:spPr>
      </p:cxnSp>
      <p:cxnSp>
        <p:nvCxnSpPr>
          <p:cNvPr id="26" name="Google Shape;89;p34">
            <a:extLst>
              <a:ext uri="{FF2B5EF4-FFF2-40B4-BE49-F238E27FC236}">
                <a16:creationId xmlns:a16="http://schemas.microsoft.com/office/drawing/2014/main" id="{E6CB6094-B327-4FE9-85C2-75046C92B43B}"/>
              </a:ext>
            </a:extLst>
          </p:cNvPr>
          <p:cNvCxnSpPr/>
          <p:nvPr userDrawn="1"/>
        </p:nvCxnSpPr>
        <p:spPr>
          <a:xfrm rot="10800000">
            <a:off x="11091472" y="1514148"/>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7" name="Google Shape;92;p34">
            <a:extLst>
              <a:ext uri="{FF2B5EF4-FFF2-40B4-BE49-F238E27FC236}">
                <a16:creationId xmlns:a16="http://schemas.microsoft.com/office/drawing/2014/main" id="{752A9B77-04F6-2F45-AE2A-463001DA7DFB}"/>
              </a:ext>
            </a:extLst>
          </p:cNvPr>
          <p:cNvCxnSpPr/>
          <p:nvPr userDrawn="1"/>
        </p:nvCxnSpPr>
        <p:spPr>
          <a:xfrm rot="10800000">
            <a:off x="11091472" y="4591077"/>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8" name="Google Shape;95;p34">
            <a:extLst>
              <a:ext uri="{FF2B5EF4-FFF2-40B4-BE49-F238E27FC236}">
                <a16:creationId xmlns:a16="http://schemas.microsoft.com/office/drawing/2014/main" id="{BEADF656-22C2-5F8B-EF5F-18B5EE22D464}"/>
              </a:ext>
            </a:extLst>
          </p:cNvPr>
          <p:cNvCxnSpPr/>
          <p:nvPr userDrawn="1"/>
        </p:nvCxnSpPr>
        <p:spPr>
          <a:xfrm rot="10800000">
            <a:off x="11091471" y="7642394"/>
            <a:ext cx="5800865" cy="0"/>
          </a:xfrm>
          <a:prstGeom prst="straightConnector1">
            <a:avLst/>
          </a:prstGeom>
          <a:noFill/>
          <a:ln w="19050" cap="flat" cmpd="sng">
            <a:solidFill>
              <a:srgbClr val="F4F4F4"/>
            </a:solidFill>
            <a:prstDash val="solid"/>
            <a:round/>
            <a:headEnd type="diamond" w="med" len="med"/>
            <a:tailEnd type="none" w="sm" len="sm"/>
          </a:ln>
        </p:spPr>
      </p:cxnSp>
      <p:pic>
        <p:nvPicPr>
          <p:cNvPr id="11" name="Imagem 10">
            <a:extLst>
              <a:ext uri="{FF2B5EF4-FFF2-40B4-BE49-F238E27FC236}">
                <a16:creationId xmlns:a16="http://schemas.microsoft.com/office/drawing/2014/main" id="{0588736A-0B26-E6D8-0D69-1A7991C75BB0}"/>
              </a:ext>
            </a:extLst>
          </p:cNvPr>
          <p:cNvPicPr>
            <a:picLocks/>
          </p:cNvPicPr>
          <p:nvPr userDrawn="1"/>
        </p:nvPicPr>
        <p:blipFill>
          <a:blip r:embed="rId3"/>
          <a:stretch>
            <a:fillRect/>
          </a:stretch>
        </p:blipFill>
        <p:spPr>
          <a:xfrm>
            <a:off x="381601" y="327600"/>
            <a:ext cx="3434405" cy="2390404"/>
          </a:xfrm>
          <a:prstGeom prst="rect">
            <a:avLst/>
          </a:prstGeom>
        </p:spPr>
      </p:pic>
      <p:sp>
        <p:nvSpPr>
          <p:cNvPr id="7" name="Google Shape;101;p34">
            <a:extLst>
              <a:ext uri="{FF2B5EF4-FFF2-40B4-BE49-F238E27FC236}">
                <a16:creationId xmlns:a16="http://schemas.microsoft.com/office/drawing/2014/main" id="{606FAC63-7E4F-1C04-DB5A-A68FE33CD612}"/>
              </a:ext>
            </a:extLst>
          </p:cNvPr>
          <p:cNvSpPr txBox="1"/>
          <p:nvPr userDrawn="1"/>
        </p:nvSpPr>
        <p:spPr>
          <a:xfrm>
            <a:off x="743543" y="1014222"/>
            <a:ext cx="272016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conceito</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649BBA63-7482-E6D1-CC24-EC86DF5C161D}"/>
              </a:ext>
            </a:extLst>
          </p:cNvPr>
          <p:cNvSpPr txBox="1"/>
          <p:nvPr userDrawn="1"/>
        </p:nvSpPr>
        <p:spPr>
          <a:xfrm>
            <a:off x="-1135626" y="92914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982718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6" name="Google Shape;142;p13">
            <a:extLst>
              <a:ext uri="{FF2B5EF4-FFF2-40B4-BE49-F238E27FC236}">
                <a16:creationId xmlns:a16="http://schemas.microsoft.com/office/drawing/2014/main" id="{F07B1DA4-0BE0-8D2F-5B14-D586124A95E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B59D7DFC-8F64-A1D7-B11E-A2CCF7E244A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9135066" y="1261373"/>
            <a:ext cx="0" cy="7651573"/>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2201317" y="1328935"/>
            <a:ext cx="6068031"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Objetivos da aula</a:t>
            </a:r>
            <a:endParaRPr sz="2700" b="1" i="0" u="none" strike="noStrike" cap="none">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11200516" y="1328480"/>
            <a:ext cx="6452345"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técnicas</a:t>
            </a:r>
            <a:endParaRPr lang="pt-BR" sz="1400" b="0" i="0" u="none" strike="noStrike" cap="none">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2149782" y="4366136"/>
            <a:ext cx="5053542"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Recursos didáticos</a:t>
            </a:r>
            <a:endParaRPr sz="1400" b="0" i="0" u="none" strike="noStrike" cap="none">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2168198" y="6974477"/>
            <a:ext cx="4900873"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Duração da aula</a:t>
            </a:r>
            <a:endParaRPr sz="1400" b="0" i="0" u="none" strike="noStrike" cap="none">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11200516" y="4673913"/>
            <a:ext cx="6571620"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socioemocionais</a:t>
            </a:r>
            <a:endParaRPr lang="pt-BR" sz="1400" b="0" i="0" u="none" strike="noStrike" cap="none">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7076661" y="336605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2093342" y="7576950"/>
            <a:ext cx="2585709" cy="400069"/>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91425" tIns="45700" rIns="91425" bIns="4570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20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11201062" y="5473994"/>
            <a:ext cx="6067478"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2165273" y="5234349"/>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807426" y="144012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62" name="Google Shape;34;p31">
            <a:extLst>
              <a:ext uri="{FF2B5EF4-FFF2-40B4-BE49-F238E27FC236}">
                <a16:creationId xmlns:a16="http://schemas.microsoft.com/office/drawing/2014/main" id="{094CE120-6DC2-B836-C78B-958857E32918}"/>
              </a:ext>
            </a:extLst>
          </p:cNvPr>
          <p:cNvGrpSpPr/>
          <p:nvPr userDrawn="1"/>
        </p:nvGrpSpPr>
        <p:grpSpPr>
          <a:xfrm>
            <a:off x="984626" y="1586920"/>
            <a:ext cx="642753" cy="642752"/>
            <a:chOff x="9358184" y="2764785"/>
            <a:chExt cx="495514" cy="495513"/>
          </a:xfrm>
        </p:grpSpPr>
        <p:grpSp>
          <p:nvGrpSpPr>
            <p:cNvPr id="63" name="Google Shape;35;p31">
              <a:extLst>
                <a:ext uri="{FF2B5EF4-FFF2-40B4-BE49-F238E27FC236}">
                  <a16:creationId xmlns:a16="http://schemas.microsoft.com/office/drawing/2014/main" id="{E46B2FE3-266B-CF02-D8D2-75497E399F1B}"/>
                </a:ext>
              </a:extLst>
            </p:cNvPr>
            <p:cNvGrpSpPr/>
            <p:nvPr/>
          </p:nvGrpSpPr>
          <p:grpSpPr>
            <a:xfrm>
              <a:off x="9358184" y="2802389"/>
              <a:ext cx="457909" cy="457909"/>
              <a:chOff x="9358184" y="2802389"/>
              <a:chExt cx="457909" cy="457909"/>
            </a:xfrm>
          </p:grpSpPr>
          <p:sp>
            <p:nvSpPr>
              <p:cNvPr id="66" name="Google Shape;36;p31">
                <a:extLst>
                  <a:ext uri="{FF2B5EF4-FFF2-40B4-BE49-F238E27FC236}">
                    <a16:creationId xmlns:a16="http://schemas.microsoft.com/office/drawing/2014/main" id="{E21811E9-DB1E-1BA0-75E9-117F29646F68}"/>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 name="Google Shape;37;p31">
                <a:extLst>
                  <a:ext uri="{FF2B5EF4-FFF2-40B4-BE49-F238E27FC236}">
                    <a16:creationId xmlns:a16="http://schemas.microsoft.com/office/drawing/2014/main" id="{A2F25380-A4F9-BF9A-F39B-9E7A4E5B43A3}"/>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 name="Google Shape;38;p31">
                <a:extLst>
                  <a:ext uri="{FF2B5EF4-FFF2-40B4-BE49-F238E27FC236}">
                    <a16:creationId xmlns:a16="http://schemas.microsoft.com/office/drawing/2014/main" id="{6A2B401C-3625-8C2F-E46D-458CF073E15D}"/>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4" name="Google Shape;39;p31">
              <a:extLst>
                <a:ext uri="{FF2B5EF4-FFF2-40B4-BE49-F238E27FC236}">
                  <a16:creationId xmlns:a16="http://schemas.microsoft.com/office/drawing/2014/main" id="{8F00A6C3-B77A-F07E-05FF-EF372511D07A}"/>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 name="Google Shape;40;p31">
              <a:extLst>
                <a:ext uri="{FF2B5EF4-FFF2-40B4-BE49-F238E27FC236}">
                  <a16:creationId xmlns:a16="http://schemas.microsoft.com/office/drawing/2014/main" id="{C568D4FE-9F66-CAB7-A0D0-1D65DBFCBB6A}"/>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9" name="Google Shape;42;p31">
            <a:extLst>
              <a:ext uri="{FF2B5EF4-FFF2-40B4-BE49-F238E27FC236}">
                <a16:creationId xmlns:a16="http://schemas.microsoft.com/office/drawing/2014/main" id="{9872EE60-7A4F-1BA5-6C65-F74323570E69}"/>
              </a:ext>
            </a:extLst>
          </p:cNvPr>
          <p:cNvSpPr/>
          <p:nvPr userDrawn="1"/>
        </p:nvSpPr>
        <p:spPr>
          <a:xfrm>
            <a:off x="771809" y="444875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949009" y="4644751"/>
            <a:ext cx="729196" cy="721749"/>
            <a:chOff x="8278989" y="8660413"/>
            <a:chExt cx="568927" cy="563118"/>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70"/>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3"/>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3211"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774307" y="7050150"/>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988375" y="7287873"/>
            <a:ext cx="571378" cy="571378"/>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9806625" y="1462223"/>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9964992" y="1615822"/>
            <a:ext cx="709176" cy="652866"/>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9806625" y="4717036"/>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9956978" y="4878913"/>
            <a:ext cx="687995" cy="68784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9782692" y="70866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CaixaDeTexto 4">
            <a:extLst>
              <a:ext uri="{FF2B5EF4-FFF2-40B4-BE49-F238E27FC236}">
                <a16:creationId xmlns:a16="http://schemas.microsoft.com/office/drawing/2014/main" id="{104D0029-2A90-CBAF-53E9-DD1D730BADAB}"/>
              </a:ext>
            </a:extLst>
          </p:cNvPr>
          <p:cNvSpPr txBox="1"/>
          <p:nvPr userDrawn="1"/>
        </p:nvSpPr>
        <p:spPr>
          <a:xfrm>
            <a:off x="-707923" y="-8849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 Conteudo" preserve="1" userDrawn="1">
  <p:cSld name="2_1. Conteudo">
    <p:spTree>
      <p:nvGrpSpPr>
        <p:cNvPr id="1" name="Shape 78"/>
        <p:cNvGrpSpPr/>
        <p:nvPr/>
      </p:nvGrpSpPr>
      <p:grpSpPr>
        <a:xfrm>
          <a:off x="0" y="0"/>
          <a:ext cx="0" cy="0"/>
          <a:chOff x="0" y="0"/>
          <a:chExt cx="0" cy="0"/>
        </a:xfrm>
      </p:grpSpPr>
      <p:pic>
        <p:nvPicPr>
          <p:cNvPr id="7" name="Imagem 6">
            <a:extLst>
              <a:ext uri="{FF2B5EF4-FFF2-40B4-BE49-F238E27FC236}">
                <a16:creationId xmlns:a16="http://schemas.microsoft.com/office/drawing/2014/main" id="{24D63F72-92A4-E5A8-9715-B6FD76D02C1F}"/>
              </a:ext>
            </a:extLst>
          </p:cNvPr>
          <p:cNvPicPr>
            <a:picLocks/>
          </p:cNvPicPr>
          <p:nvPr userDrawn="1"/>
        </p:nvPicPr>
        <p:blipFill>
          <a:blip r:embed="rId2"/>
          <a:stretch>
            <a:fillRect/>
          </a:stretch>
        </p:blipFill>
        <p:spPr>
          <a:xfrm>
            <a:off x="298800" y="691201"/>
            <a:ext cx="3434405" cy="2390404"/>
          </a:xfrm>
          <a:prstGeom prst="rect">
            <a:avLst/>
          </a:prstGeom>
        </p:spPr>
      </p:pic>
      <p:sp>
        <p:nvSpPr>
          <p:cNvPr id="10" name="Google Shape;69;p32">
            <a:extLst>
              <a:ext uri="{FF2B5EF4-FFF2-40B4-BE49-F238E27FC236}">
                <a16:creationId xmlns:a16="http://schemas.microsoft.com/office/drawing/2014/main" id="{4A47350A-59ED-4380-8C9D-33FB53D2A25D}"/>
              </a:ext>
            </a:extLst>
          </p:cNvPr>
          <p:cNvSpPr txBox="1"/>
          <p:nvPr/>
        </p:nvSpPr>
        <p:spPr>
          <a:xfrm>
            <a:off x="1050819" y="1514972"/>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5627757" y="32553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5627757" y="468414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5627757" y="60747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5627757" y="74844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5272088" y="838807"/>
            <a:ext cx="10812462" cy="1890940"/>
          </a:xfrm>
          <a:prstGeom prst="rect">
            <a:avLst/>
          </a:prstGeom>
        </p:spPr>
        <p:txBody>
          <a:bodyPr/>
          <a:lstStyle>
            <a:lvl1pPr>
              <a:defRPr sz="20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162549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D6CDD641-8D49-E70A-469D-74FDC42F972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033580FD-8A34-099F-AB4E-7746F4B55878}"/>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07D774CC-AEE0-AAA5-E348-DAFD716E0666}"/>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5560902" y="962025"/>
            <a:ext cx="11049093" cy="2598738"/>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6643035" y="3810156"/>
            <a:ext cx="9966960" cy="5229726"/>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Tree>
    <p:extLst>
      <p:ext uri="{BB962C8B-B14F-4D97-AF65-F5344CB8AC3E}">
        <p14:creationId xmlns:p14="http://schemas.microsoft.com/office/powerpoint/2010/main" val="2293429439"/>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C06DD873-35AF-F358-AF2A-2DF2E1112D5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6" name="Imagem 5">
            <a:extLst>
              <a:ext uri="{FF2B5EF4-FFF2-40B4-BE49-F238E27FC236}">
                <a16:creationId xmlns:a16="http://schemas.microsoft.com/office/drawing/2014/main" id="{C239C289-EE33-6A0A-4F82-C87CFB25B357}"/>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0" name="Google Shape;69;p32">
            <a:extLst>
              <a:ext uri="{FF2B5EF4-FFF2-40B4-BE49-F238E27FC236}">
                <a16:creationId xmlns:a16="http://schemas.microsoft.com/office/drawing/2014/main" id="{795FD3B7-2662-CA2C-E60B-37DD4AC3C5E2}"/>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5397615" y="950913"/>
            <a:ext cx="12079173"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9561402" y="3559201"/>
            <a:ext cx="7915386" cy="5358724"/>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5394135" y="8553645"/>
            <a:ext cx="3746383" cy="36427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5394136" y="3546475"/>
            <a:ext cx="3746690" cy="4824413"/>
          </a:xfrm>
          <a:prstGeom prst="rect">
            <a:avLst/>
          </a:prstGeom>
          <a:solidFill>
            <a:srgbClr val="D9D9D9"/>
          </a:solidFill>
        </p:spPr>
        <p:txBody>
          <a:bodyPr/>
          <a:lstStyle>
            <a:lvl1pPr>
              <a:defRPr sz="1800" b="0" i="0">
                <a:latin typeface="Poppins" pitchFamily="2" charset="77"/>
                <a:cs typeface="Poppins" pitchFamily="2" charset="77"/>
              </a:defRPr>
            </a:lvl1pPr>
          </a:lstStyle>
          <a:p>
            <a:endParaRPr lang="pt-BR"/>
          </a:p>
        </p:txBody>
      </p:sp>
    </p:spTree>
    <p:extLst>
      <p:ext uri="{BB962C8B-B14F-4D97-AF65-F5344CB8AC3E}">
        <p14:creationId xmlns:p14="http://schemas.microsoft.com/office/powerpoint/2010/main" val="3010264346"/>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1C75F0AC-ED14-F43B-FEDB-D40371225B4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8DBB9F97-6CA5-3244-4451-E34D8DC683FF}"/>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F1039184-47E3-FA3C-DC62-77911A62528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5397614" y="928688"/>
            <a:ext cx="12079174" cy="178435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5397614" y="8790287"/>
            <a:ext cx="12079074" cy="443472"/>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8048157" y="867930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5397614" y="3019074"/>
            <a:ext cx="12079074" cy="5604226"/>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46968342"/>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19116EA-081B-D3E0-ABB2-5593DC7A202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3B542E57-1A37-CA28-7384-87D7C4525153}"/>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5397611" y="3041018"/>
            <a:ext cx="12079075" cy="5549698"/>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9" name="Google Shape;69;p32">
            <a:extLst>
              <a:ext uri="{FF2B5EF4-FFF2-40B4-BE49-F238E27FC236}">
                <a16:creationId xmlns:a16="http://schemas.microsoft.com/office/drawing/2014/main" id="{DE14EB72-1A65-A5DB-A2E7-252C0E2F6F4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5397611" y="950913"/>
            <a:ext cx="12079177"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5397611" y="8764236"/>
            <a:ext cx="12079177" cy="465463"/>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2735217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87FCC07C-4BE2-37BE-B92C-3F0C1F9F9F0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8" name="Imagem 7">
            <a:extLst>
              <a:ext uri="{FF2B5EF4-FFF2-40B4-BE49-F238E27FC236}">
                <a16:creationId xmlns:a16="http://schemas.microsoft.com/office/drawing/2014/main" id="{29B2C133-8699-C584-E1F4-A42B6DE4CB35}"/>
              </a:ext>
            </a:extLst>
          </p:cNvPr>
          <p:cNvPicPr>
            <a:picLocks/>
          </p:cNvPicPr>
          <p:nvPr userDrawn="1"/>
        </p:nvPicPr>
        <p:blipFill>
          <a:blip r:embed="rId3"/>
          <a:stretch>
            <a:fillRect/>
          </a:stretch>
        </p:blipFill>
        <p:spPr>
          <a:xfrm>
            <a:off x="298800" y="439201"/>
            <a:ext cx="3434405" cy="2390404"/>
          </a:xfrm>
          <a:prstGeom prst="rect">
            <a:avLst/>
          </a:prstGeom>
        </p:spPr>
      </p:pic>
      <p:sp>
        <p:nvSpPr>
          <p:cNvPr id="18" name="Google Shape;82;p33">
            <a:extLst>
              <a:ext uri="{FF2B5EF4-FFF2-40B4-BE49-F238E27FC236}">
                <a16:creationId xmlns:a16="http://schemas.microsoft.com/office/drawing/2014/main" id="{BA9FF48C-E6ED-8BE9-735C-1F6F208016AF}"/>
              </a:ext>
            </a:extLst>
          </p:cNvPr>
          <p:cNvSpPr txBox="1"/>
          <p:nvPr userDrawn="1"/>
        </p:nvSpPr>
        <p:spPr>
          <a:xfrm>
            <a:off x="1090502" y="1123988"/>
            <a:ext cx="19707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Ponto</a:t>
            </a:r>
            <a:r>
              <a:rPr lang="pt-BR" sz="3500" b="0" i="0" u="none" strike="noStrike" cap="none">
                <a:solidFill>
                  <a:schemeClr val="lt1"/>
                </a:solidFill>
                <a:latin typeface="Poppins Medium"/>
                <a:ea typeface="Poppins Medium"/>
                <a:cs typeface="Poppins Medium"/>
                <a:sym typeface="Poppins Medium"/>
              </a:rPr>
              <a:t> </a:t>
            </a:r>
            <a:r>
              <a:rPr lang="pt-BR" sz="3500" b="0" i="0" u="none" strike="noStrike" cap="none">
                <a:solidFill>
                  <a:schemeClr val="lt1"/>
                </a:solidFill>
                <a:latin typeface="Poppins Light" pitchFamily="2" charset="77"/>
                <a:ea typeface="Poppins Medium"/>
                <a:cs typeface="Poppins Light" pitchFamily="2" charset="77"/>
                <a:sym typeface="Poppins Medium"/>
              </a:rPr>
              <a:t>de</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partida</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419614679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AE0DC479-3E72-CDCB-DBFF-155CA6D6AB6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F8A11F6C-D6D8-27CD-5FE0-24A1B9D65459}"/>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1A04F5B2-68B0-2193-1467-BC61C52DF55C}"/>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1188993371"/>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7496197" y="3927724"/>
            <a:ext cx="9026798"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3306485" y="3414557"/>
            <a:ext cx="4189710" cy="2516188"/>
          </a:xfrm>
          <a:prstGeom prst="rect">
            <a:avLst/>
          </a:prstGeom>
          <a:solidFill>
            <a:srgbClr val="D8D8D8"/>
          </a:solidFill>
          <a:ln>
            <a:noFill/>
          </a:ln>
        </p:spPr>
      </p:sp>
      <p:sp>
        <p:nvSpPr>
          <p:cNvPr id="183" name="Google Shape;183;p15"/>
          <p:cNvSpPr txBox="1">
            <a:spLocks noGrp="1"/>
          </p:cNvSpPr>
          <p:nvPr>
            <p:ph type="body" idx="1"/>
          </p:nvPr>
        </p:nvSpPr>
        <p:spPr>
          <a:xfrm>
            <a:off x="8358411" y="4229807"/>
            <a:ext cx="8164583" cy="16961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7496197" y="7004653"/>
            <a:ext cx="8941738"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3306485" y="6491486"/>
            <a:ext cx="4189710" cy="2516188"/>
          </a:xfrm>
          <a:prstGeom prst="rect">
            <a:avLst/>
          </a:prstGeom>
          <a:solidFill>
            <a:srgbClr val="D8D8D8"/>
          </a:solidFill>
          <a:ln>
            <a:noFill/>
          </a:ln>
        </p:spPr>
      </p:sp>
      <p:sp>
        <p:nvSpPr>
          <p:cNvPr id="186" name="Google Shape;186;p15"/>
          <p:cNvSpPr txBox="1">
            <a:spLocks noGrp="1"/>
          </p:cNvSpPr>
          <p:nvPr>
            <p:ph type="body" idx="4"/>
          </p:nvPr>
        </p:nvSpPr>
        <p:spPr>
          <a:xfrm>
            <a:off x="8358411" y="7306737"/>
            <a:ext cx="8164579" cy="169611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3306485" y="2226787"/>
            <a:ext cx="13216509" cy="924288"/>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22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3306484" y="681247"/>
            <a:ext cx="13216507" cy="124345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196734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8" name="Google Shape;142;p13">
            <a:extLst>
              <a:ext uri="{FF2B5EF4-FFF2-40B4-BE49-F238E27FC236}">
                <a16:creationId xmlns:a16="http://schemas.microsoft.com/office/drawing/2014/main" id="{C1899201-5DAF-E974-F58A-A1AEAB93C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7" name="Google Shape;143;p13">
            <a:extLst>
              <a:ext uri="{FF2B5EF4-FFF2-40B4-BE49-F238E27FC236}">
                <a16:creationId xmlns:a16="http://schemas.microsoft.com/office/drawing/2014/main" id="{33DC5791-7C7E-1A35-F1B9-7D904EC4D10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2" name="CaixaDeTexto 1">
            <a:extLst>
              <a:ext uri="{FF2B5EF4-FFF2-40B4-BE49-F238E27FC236}">
                <a16:creationId xmlns:a16="http://schemas.microsoft.com/office/drawing/2014/main" id="{A002D0E8-22C3-90CC-B114-9B35A1342FE0}"/>
              </a:ext>
            </a:extLst>
          </p:cNvPr>
          <p:cNvSpPr txBox="1"/>
          <p:nvPr userDrawn="1"/>
        </p:nvSpPr>
        <p:spPr>
          <a:xfrm>
            <a:off x="4359965" y="28227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4914900" y="178226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4914900" y="271207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4914900" y="3663317"/>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4914900" y="4663285"/>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4914900" y="570831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4914900" y="676967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pic>
        <p:nvPicPr>
          <p:cNvPr id="16" name="Imagem 15">
            <a:extLst>
              <a:ext uri="{FF2B5EF4-FFF2-40B4-BE49-F238E27FC236}">
                <a16:creationId xmlns:a16="http://schemas.microsoft.com/office/drawing/2014/main" id="{D48D1BE1-DA6A-7627-7095-780777040FD8}"/>
              </a:ext>
            </a:extLst>
          </p:cNvPr>
          <p:cNvPicPr>
            <a:picLocks/>
          </p:cNvPicPr>
          <p:nvPr userDrawn="1"/>
        </p:nvPicPr>
        <p:blipFill>
          <a:blip r:embed="rId4"/>
          <a:stretch>
            <a:fillRect/>
          </a:stretch>
        </p:blipFill>
        <p:spPr>
          <a:xfrm>
            <a:off x="381601" y="327600"/>
            <a:ext cx="3434405" cy="2390404"/>
          </a:xfrm>
          <a:prstGeom prst="rect">
            <a:avLst/>
          </a:prstGeom>
        </p:spPr>
      </p:pic>
      <p:sp>
        <p:nvSpPr>
          <p:cNvPr id="12" name="Google Shape;101;p34">
            <a:extLst>
              <a:ext uri="{FF2B5EF4-FFF2-40B4-BE49-F238E27FC236}">
                <a16:creationId xmlns:a16="http://schemas.microsoft.com/office/drawing/2014/main" id="{B642C3FE-A5A7-DE40-B0EC-693188905B79}"/>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pitchFamily="2" charset="77"/>
                <a:ea typeface="Poppins"/>
                <a:cs typeface="Poppins" pitchFamily="2" charset="77"/>
                <a:sym typeface="Poppins"/>
              </a:rPr>
              <a:t>conceito</a:t>
            </a:r>
            <a:endParaRPr sz="3500" b="1" i="0" u="none" strike="noStrike" cap="none">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4271284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8288000" cy="10287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9543989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4" name="Google Shape;190;p17">
            <a:extLst>
              <a:ext uri="{FF2B5EF4-FFF2-40B4-BE49-F238E27FC236}">
                <a16:creationId xmlns:a16="http://schemas.microsoft.com/office/drawing/2014/main" id="{A0810382-A324-7F5F-6D72-CCF68117DD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6F4658C3-989C-59A0-6B9B-795769FB8EBF}"/>
              </a:ext>
            </a:extLst>
          </p:cNvPr>
          <p:cNvPicPr>
            <a:picLocks/>
          </p:cNvPicPr>
          <p:nvPr userDrawn="1"/>
        </p:nvPicPr>
        <p:blipFill>
          <a:blip r:embed="rId3"/>
          <a:stretch>
            <a:fillRect/>
          </a:stretch>
        </p:blipFill>
        <p:spPr>
          <a:xfrm>
            <a:off x="298800" y="691201"/>
            <a:ext cx="3434405" cy="2390404"/>
          </a:xfrm>
          <a:prstGeom prst="rect">
            <a:avLst/>
          </a:prstGeom>
        </p:spPr>
      </p:pic>
      <p:sp>
        <p:nvSpPr>
          <p:cNvPr id="231" name="Google Shape;231;p21"/>
          <p:cNvSpPr txBox="1"/>
          <p:nvPr userDrawn="1"/>
        </p:nvSpPr>
        <p:spPr>
          <a:xfrm>
            <a:off x="1210701" y="1160039"/>
            <a:ext cx="1967095"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Vamos fazer um</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a:cs typeface="Poppins"/>
                <a:sym typeface="Poppins"/>
              </a:rPr>
              <a:t>quiz</a:t>
            </a:r>
            <a:endParaRPr lang="pt-BR" sz="3500" b="0" i="0" u="none" strike="noStrike" cap="none" noProof="0">
              <a:solidFill>
                <a:srgbClr val="FFFFFF"/>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13741301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6" name="Google Shape;190;p17">
            <a:extLst>
              <a:ext uri="{FF2B5EF4-FFF2-40B4-BE49-F238E27FC236}">
                <a16:creationId xmlns:a16="http://schemas.microsoft.com/office/drawing/2014/main" id="{F9357E3A-0A47-5C6A-4624-2811914CCED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8" name="Imagem 7">
            <a:extLst>
              <a:ext uri="{FF2B5EF4-FFF2-40B4-BE49-F238E27FC236}">
                <a16:creationId xmlns:a16="http://schemas.microsoft.com/office/drawing/2014/main" id="{D57DDDB6-0496-E21F-5997-CE783B775A65}"/>
              </a:ext>
            </a:extLst>
          </p:cNvPr>
          <p:cNvPicPr>
            <a:picLocks/>
          </p:cNvPicPr>
          <p:nvPr userDrawn="1"/>
        </p:nvPicPr>
        <p:blipFill>
          <a:blip r:embed="rId3"/>
          <a:stretch>
            <a:fillRect/>
          </a:stretch>
        </p:blipFill>
        <p:spPr>
          <a:xfrm>
            <a:off x="298800" y="691201"/>
            <a:ext cx="3434405" cy="2390404"/>
          </a:xfrm>
          <a:prstGeom prst="rect">
            <a:avLst/>
          </a:prstGeom>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Google Shape;231;p21">
            <a:extLst>
              <a:ext uri="{FF2B5EF4-FFF2-40B4-BE49-F238E27FC236}">
                <a16:creationId xmlns:a16="http://schemas.microsoft.com/office/drawing/2014/main" id="{76C6D641-729D-5478-E0FD-4482BC0110EA}"/>
              </a:ext>
            </a:extLst>
          </p:cNvPr>
          <p:cNvSpPr txBox="1"/>
          <p:nvPr userDrawn="1"/>
        </p:nvSpPr>
        <p:spPr>
          <a:xfrm>
            <a:off x="943708" y="1324162"/>
            <a:ext cx="2292704"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Light"/>
                <a:cs typeface="Poppins"/>
                <a:sym typeface="Poppins"/>
              </a:rPr>
              <a:t>responda</a:t>
            </a:r>
            <a:endParaRPr lang="pt-BR" sz="3500" b="0" i="0" u="none" strike="noStrike" cap="none" noProof="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20368292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5" name="Google Shape;190;p17">
            <a:extLst>
              <a:ext uri="{FF2B5EF4-FFF2-40B4-BE49-F238E27FC236}">
                <a16:creationId xmlns:a16="http://schemas.microsoft.com/office/drawing/2014/main" id="{DF08B642-629D-10BC-758C-D4D28C96BC5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12" name="Imagem 11">
            <a:extLst>
              <a:ext uri="{FF2B5EF4-FFF2-40B4-BE49-F238E27FC236}">
                <a16:creationId xmlns:a16="http://schemas.microsoft.com/office/drawing/2014/main" id="{4F3C2C3B-58BD-7C1A-E883-F8B4F6EDC200}"/>
              </a:ext>
            </a:extLst>
          </p:cNvPr>
          <p:cNvPicPr>
            <a:picLocks/>
          </p:cNvPicPr>
          <p:nvPr userDrawn="1"/>
        </p:nvPicPr>
        <p:blipFill>
          <a:blip r:embed="rId3"/>
          <a:stretch>
            <a:fillRect/>
          </a:stretch>
        </p:blipFill>
        <p:spPr>
          <a:xfrm>
            <a:off x="0" y="0"/>
            <a:ext cx="12848420" cy="8071212"/>
          </a:xfrm>
          <a:prstGeom prst="rect">
            <a:avLst/>
          </a:prstGeom>
        </p:spPr>
      </p:pic>
      <p:pic>
        <p:nvPicPr>
          <p:cNvPr id="10" name="Imagem 9">
            <a:extLst>
              <a:ext uri="{FF2B5EF4-FFF2-40B4-BE49-F238E27FC236}">
                <a16:creationId xmlns:a16="http://schemas.microsoft.com/office/drawing/2014/main" id="{57BB6FEA-D205-08D4-F37B-227545293087}"/>
              </a:ext>
            </a:extLst>
          </p:cNvPr>
          <p:cNvPicPr>
            <a:picLocks/>
          </p:cNvPicPr>
          <p:nvPr userDrawn="1"/>
        </p:nvPicPr>
        <p:blipFill>
          <a:blip r:embed="rId3"/>
          <a:stretch>
            <a:fillRect/>
          </a:stretch>
        </p:blipFill>
        <p:spPr>
          <a:xfrm>
            <a:off x="0" y="0"/>
            <a:ext cx="12848420" cy="8071212"/>
          </a:xfrm>
          <a:prstGeom prst="rect">
            <a:avLst/>
          </a:prstGeom>
        </p:spPr>
      </p:pic>
      <p:sp>
        <p:nvSpPr>
          <p:cNvPr id="6" name="Espaço Reservado para Texto 17">
            <a:extLst>
              <a:ext uri="{FF2B5EF4-FFF2-40B4-BE49-F238E27FC236}">
                <a16:creationId xmlns:a16="http://schemas.microsoft.com/office/drawing/2014/main" id="{99B3C895-9A6A-3A70-111A-A4701F153597}"/>
              </a:ext>
            </a:extLst>
          </p:cNvPr>
          <p:cNvSpPr>
            <a:spLocks noGrp="1"/>
          </p:cNvSpPr>
          <p:nvPr>
            <p:ph type="body" sz="quarter" idx="11" hasCustomPrompt="1"/>
          </p:nvPr>
        </p:nvSpPr>
        <p:spPr>
          <a:xfrm>
            <a:off x="3657194" y="1498708"/>
            <a:ext cx="6254750" cy="4692650"/>
          </a:xfrm>
          <a:prstGeom prst="rect">
            <a:avLst/>
          </a:prstGeom>
        </p:spPr>
        <p:txBody>
          <a:bodyPr/>
          <a:lstStyle>
            <a:lvl1pPr>
              <a:defRPr sz="2400">
                <a:latin typeface="Poppins" panose="00000500000000000000" pitchFamily="2" charset="0"/>
                <a:cs typeface="Poppins" panose="00000500000000000000" pitchFamily="2" charset="0"/>
              </a:defRPr>
            </a:lvl1pPr>
            <a:lvl2pPr>
              <a:defRPr sz="1600"/>
            </a:lvl2pPr>
            <a:lvl3pPr>
              <a:defRPr sz="1600"/>
            </a:lvl3pPr>
            <a:lvl4pPr>
              <a:defRPr sz="1600"/>
            </a:lvl4pPr>
            <a:lvl5pPr>
              <a:defRPr sz="1600"/>
            </a:lvl5pPr>
          </a:lstStyle>
          <a:p>
            <a:pPr lvl="0"/>
            <a:r>
              <a:rPr lang="pt-BR" noProof="0"/>
              <a:t>Escreva a citação nesta área </a:t>
            </a:r>
            <a:r>
              <a:rPr lang="en-US"/>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7" name="Espaço Reservado para Texto 19">
            <a:extLst>
              <a:ext uri="{FF2B5EF4-FFF2-40B4-BE49-F238E27FC236}">
                <a16:creationId xmlns:a16="http://schemas.microsoft.com/office/drawing/2014/main" id="{015A9257-63A1-16A0-C8E8-D41B83F04B6E}"/>
              </a:ext>
            </a:extLst>
          </p:cNvPr>
          <p:cNvSpPr>
            <a:spLocks noGrp="1"/>
          </p:cNvSpPr>
          <p:nvPr>
            <p:ph type="body" sz="quarter" idx="12" hasCustomPrompt="1"/>
          </p:nvPr>
        </p:nvSpPr>
        <p:spPr>
          <a:xfrm>
            <a:off x="3656551" y="6370106"/>
            <a:ext cx="5018087" cy="606425"/>
          </a:xfrm>
          <a:prstGeom prst="rect">
            <a:avLst/>
          </a:prstGeom>
        </p:spPr>
        <p:txBody>
          <a:bodyPr/>
          <a:lstStyle>
            <a:lvl1pPr>
              <a:defRPr sz="1800">
                <a:latin typeface="Poppins" panose="00000500000000000000" pitchFamily="2" charset="0"/>
                <a:cs typeface="Poppins" panose="00000500000000000000" pitchFamily="2" charset="0"/>
              </a:defRPr>
            </a:lvl1pPr>
          </a:lstStyle>
          <a:p>
            <a:pPr lvl="0"/>
            <a:r>
              <a:rPr lang="pt-BR"/>
              <a:t>Referência completa da citação/autoria</a:t>
            </a:r>
          </a:p>
        </p:txBody>
      </p:sp>
    </p:spTree>
    <p:extLst>
      <p:ext uri="{BB962C8B-B14F-4D97-AF65-F5344CB8AC3E}">
        <p14:creationId xmlns:p14="http://schemas.microsoft.com/office/powerpoint/2010/main" val="30297290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3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37132638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pic>
        <p:nvPicPr>
          <p:cNvPr id="2" name="Google Shape;10;p29">
            <a:extLst>
              <a:ext uri="{FF2B5EF4-FFF2-40B4-BE49-F238E27FC236}">
                <a16:creationId xmlns:a16="http://schemas.microsoft.com/office/drawing/2014/main" id="{69B899E0-256B-4ABD-B3CF-5D0279BAB1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7414310" y="169102"/>
            <a:ext cx="648222" cy="304469"/>
          </a:xfrm>
          <a:prstGeom prst="rect">
            <a:avLst/>
          </a:prstGeom>
          <a:noFill/>
          <a:ln>
            <a:noFill/>
          </a:ln>
        </p:spPr>
      </p:pic>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3950716" y="1987423"/>
            <a:ext cx="7497763" cy="1255713"/>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3950716" y="3511423"/>
            <a:ext cx="7497763" cy="1255713"/>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3950716" y="5047615"/>
            <a:ext cx="7497763" cy="1255713"/>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3950716" y="6730111"/>
            <a:ext cx="7497763" cy="1255713"/>
          </a:xfrm>
          <a:prstGeom prst="rect">
            <a:avLst/>
          </a:prstGeom>
        </p:spPr>
        <p:txBody>
          <a:bodyPr/>
          <a:lstStyle/>
          <a:p>
            <a:pPr lvl="0"/>
            <a:endParaRPr lang="pt-BR"/>
          </a:p>
        </p:txBody>
      </p:sp>
    </p:spTree>
    <p:extLst>
      <p:ext uri="{BB962C8B-B14F-4D97-AF65-F5344CB8AC3E}">
        <p14:creationId xmlns:p14="http://schemas.microsoft.com/office/powerpoint/2010/main" val="11897978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8288000" cy="10287000"/>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1293813" y="1331913"/>
            <a:ext cx="6138862" cy="5408612"/>
          </a:xfrm>
          <a:prstGeom prst="rect">
            <a:avLst/>
          </a:prstGeom>
        </p:spPr>
        <p:txBody>
          <a:bodyPr/>
          <a:lstStyle/>
          <a:p>
            <a:endParaRPr lang="pt-BR"/>
          </a:p>
        </p:txBody>
      </p:sp>
    </p:spTree>
    <p:extLst>
      <p:ext uri="{BB962C8B-B14F-4D97-AF65-F5344CB8AC3E}">
        <p14:creationId xmlns:p14="http://schemas.microsoft.com/office/powerpoint/2010/main" val="30782261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endParaRPr lang="en-US"/>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22" name="Imagem 21">
            <a:extLst>
              <a:ext uri="{FF2B5EF4-FFF2-40B4-BE49-F238E27FC236}">
                <a16:creationId xmlns:a16="http://schemas.microsoft.com/office/drawing/2014/main" id="{B8197551-7C44-470C-EA43-84556DBFB29D}"/>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6802880" y="1694394"/>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6802880" y="2528112"/>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6802880" y="3892162"/>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6802880" y="4725880"/>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6802880" y="6089930"/>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6802880" y="6923648"/>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6802880" y="8287699"/>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4</a:t>
            </a:r>
          </a:p>
        </p:txBody>
      </p:sp>
      <p:cxnSp>
        <p:nvCxnSpPr>
          <p:cNvPr id="13" name="Google Shape;164;p37">
            <a:extLst>
              <a:ext uri="{FF2B5EF4-FFF2-40B4-BE49-F238E27FC236}">
                <a16:creationId xmlns:a16="http://schemas.microsoft.com/office/drawing/2014/main" id="{5991BC56-AAA0-E465-9AC1-50D541BE4CC8}"/>
              </a:ext>
            </a:extLst>
          </p:cNvPr>
          <p:cNvCxnSpPr>
            <a:cxnSpLocks/>
          </p:cNvCxnSpPr>
          <p:nvPr userDrawn="1"/>
        </p:nvCxnSpPr>
        <p:spPr>
          <a:xfrm>
            <a:off x="6802880" y="9121417"/>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7810500" y="914402"/>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7810500" y="3117956"/>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7810500" y="5306520"/>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7810500" y="7510074"/>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9091639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3CC9B972-2FC2-310D-2E4E-FAC046494CE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10" name="Imagem 9">
            <a:extLst>
              <a:ext uri="{FF2B5EF4-FFF2-40B4-BE49-F238E27FC236}">
                <a16:creationId xmlns:a16="http://schemas.microsoft.com/office/drawing/2014/main" id="{6B67BFC4-17D0-F802-396F-6AF72E346750}"/>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7301898" y="2537432"/>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7301898" y="4620023"/>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7301898" y="6736255"/>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6904767" y="260643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1</a:t>
            </a:r>
            <a:endParaRPr sz="1400" b="0" i="0" u="none" strike="noStrike" cap="none">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6862237" y="4401353"/>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2</a:t>
            </a:r>
            <a:endParaRPr sz="1400" b="0" i="0" u="none" strike="noStrike" cap="none">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6862237" y="619626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3</a:t>
            </a:r>
            <a:endParaRPr sz="1400" b="0" i="0" u="none" strike="noStrike" cap="none">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8454255" y="135774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5_OqueAprendemos" preserve="1" userDrawn="1">
  <p:cSld name="6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E22AC8E9-5E0D-65AB-29C1-402DD6CDF5F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9" name="Imagem 8">
            <a:extLst>
              <a:ext uri="{FF2B5EF4-FFF2-40B4-BE49-F238E27FC236}">
                <a16:creationId xmlns:a16="http://schemas.microsoft.com/office/drawing/2014/main" id="{32392419-4FCF-9F66-1B25-9E77A7045CD5}"/>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7302500" y="2536825"/>
            <a:ext cx="9531350" cy="6102350"/>
          </a:xfrm>
          <a:prstGeom prst="rect">
            <a:avLst/>
          </a:prstGeom>
          <a:solidFill>
            <a:schemeClr val="bg1">
              <a:lumMod val="85000"/>
            </a:schemeClr>
          </a:solidFill>
        </p:spPr>
        <p:txBody>
          <a:bodyPr/>
          <a:lstStyle>
            <a:lvl1pPr>
              <a:defRPr sz="1800" b="0" i="0">
                <a:latin typeface="Poppins" pitchFamily="2" charset="77"/>
                <a:cs typeface="Poppins" pitchFamily="2" charset="77"/>
              </a:defRPr>
            </a:lvl1pPr>
          </a:lstStyle>
          <a:p>
            <a:endParaRPr lang="pt-BR"/>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7015381" y="1101032"/>
            <a:ext cx="8160900" cy="1077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0000"/>
                </a:solidFill>
                <a:latin typeface="Poppins"/>
                <a:ea typeface="Poppins"/>
                <a:cs typeface="Poppins"/>
                <a:sym typeface="Poppins"/>
              </a:rPr>
              <a:t>Nuvem de palavras</a:t>
            </a:r>
          </a:p>
        </p:txBody>
      </p:sp>
    </p:spTree>
    <p:extLst>
      <p:ext uri="{BB962C8B-B14F-4D97-AF65-F5344CB8AC3E}">
        <p14:creationId xmlns:p14="http://schemas.microsoft.com/office/powerpoint/2010/main" val="3333225175"/>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5" name="Google Shape;142;p13">
            <a:extLst>
              <a:ext uri="{FF2B5EF4-FFF2-40B4-BE49-F238E27FC236}">
                <a16:creationId xmlns:a16="http://schemas.microsoft.com/office/drawing/2014/main" id="{3A4E29AB-E897-54A0-EF5B-495232186FB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8" name="Google Shape;143;p13">
            <a:extLst>
              <a:ext uri="{FF2B5EF4-FFF2-40B4-BE49-F238E27FC236}">
                <a16:creationId xmlns:a16="http://schemas.microsoft.com/office/drawing/2014/main" id="{2F8AB1D9-1F91-C301-CADC-3280526D526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sp>
        <p:nvSpPr>
          <p:cNvPr id="397" name="Google Shape;397;p33"/>
          <p:cNvSpPr txBox="1">
            <a:spLocks noGrp="1"/>
          </p:cNvSpPr>
          <p:nvPr>
            <p:ph type="body" idx="5"/>
          </p:nvPr>
        </p:nvSpPr>
        <p:spPr>
          <a:xfrm>
            <a:off x="2175792" y="2781300"/>
            <a:ext cx="12458810" cy="573436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2175792" y="1771334"/>
            <a:ext cx="9518400" cy="6924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4500" b="1" i="0" u="none" strike="noStrike" cap="none" noProof="0">
                <a:solidFill>
                  <a:srgbClr val="FF161F"/>
                </a:solidFill>
                <a:latin typeface="Poppins"/>
                <a:ea typeface="Poppins"/>
                <a:cs typeface="Poppins"/>
                <a:sym typeface="Poppins"/>
              </a:rPr>
              <a:t>Referências</a:t>
            </a:r>
            <a:r>
              <a:rPr lang="en-US" sz="4500" b="1" i="0" u="none" strike="noStrike" cap="none">
                <a:solidFill>
                  <a:srgbClr val="FF161F"/>
                </a:solidFill>
                <a:latin typeface="Poppins"/>
                <a:ea typeface="Poppins"/>
                <a:cs typeface="Poppins"/>
                <a:sym typeface="Poppins"/>
              </a:rPr>
              <a:t> da aula</a:t>
            </a:r>
            <a:endParaRPr sz="1400" b="0" i="0" u="none" strike="noStrike" cap="none">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12" name="Google Shape;142;p13">
            <a:extLst>
              <a:ext uri="{FF2B5EF4-FFF2-40B4-BE49-F238E27FC236}">
                <a16:creationId xmlns:a16="http://schemas.microsoft.com/office/drawing/2014/main" id="{78E61B95-FA95-9482-303F-F8E9C7A050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3" name="Google Shape;143;p13">
            <a:extLst>
              <a:ext uri="{FF2B5EF4-FFF2-40B4-BE49-F238E27FC236}">
                <a16:creationId xmlns:a16="http://schemas.microsoft.com/office/drawing/2014/main" id="{56ED5AE7-8A4A-D26D-0938-3A483027087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1777896"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930533"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7894950"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4438856"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1383791"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699925" y="4638675"/>
            <a:ext cx="2960521" cy="2516188"/>
          </a:xfrm>
          <a:prstGeom prst="rect">
            <a:avLst/>
          </a:prstGeom>
          <a:solidFill>
            <a:srgbClr val="D8D8D8"/>
          </a:solidFill>
          <a:ln>
            <a:noFill/>
          </a:ln>
        </p:spPr>
      </p:sp>
      <p:sp>
        <p:nvSpPr>
          <p:cNvPr id="173" name="Google Shape;173;p14"/>
          <p:cNvSpPr>
            <a:spLocks noGrp="1"/>
          </p:cNvSpPr>
          <p:nvPr>
            <p:ph type="pic" idx="3"/>
          </p:nvPr>
        </p:nvSpPr>
        <p:spPr>
          <a:xfrm>
            <a:off x="4154709" y="4638675"/>
            <a:ext cx="2960521" cy="2516188"/>
          </a:xfrm>
          <a:prstGeom prst="rect">
            <a:avLst/>
          </a:prstGeom>
          <a:solidFill>
            <a:srgbClr val="D8D8D8"/>
          </a:solidFill>
          <a:ln>
            <a:noFill/>
          </a:ln>
        </p:spPr>
      </p:sp>
      <p:sp>
        <p:nvSpPr>
          <p:cNvPr id="174" name="Google Shape;174;p14"/>
          <p:cNvSpPr>
            <a:spLocks noGrp="1"/>
          </p:cNvSpPr>
          <p:nvPr>
            <p:ph type="pic" idx="4"/>
          </p:nvPr>
        </p:nvSpPr>
        <p:spPr>
          <a:xfrm>
            <a:off x="7609493" y="4638675"/>
            <a:ext cx="2960521" cy="2516188"/>
          </a:xfrm>
          <a:prstGeom prst="rect">
            <a:avLst/>
          </a:prstGeom>
          <a:solidFill>
            <a:srgbClr val="D8D8D8"/>
          </a:solidFill>
          <a:ln>
            <a:noFill/>
          </a:ln>
        </p:spPr>
      </p:sp>
      <p:sp>
        <p:nvSpPr>
          <p:cNvPr id="175" name="Google Shape;175;p14"/>
          <p:cNvSpPr>
            <a:spLocks noGrp="1"/>
          </p:cNvSpPr>
          <p:nvPr>
            <p:ph type="pic" idx="5"/>
          </p:nvPr>
        </p:nvSpPr>
        <p:spPr>
          <a:xfrm>
            <a:off x="11064277" y="4638675"/>
            <a:ext cx="2960521" cy="2516188"/>
          </a:xfrm>
          <a:prstGeom prst="rect">
            <a:avLst/>
          </a:prstGeom>
          <a:solidFill>
            <a:srgbClr val="D8D8D8"/>
          </a:solidFill>
          <a:ln>
            <a:noFill/>
          </a:ln>
        </p:spPr>
      </p:sp>
      <p:pic>
        <p:nvPicPr>
          <p:cNvPr id="11" name="Imagem 10">
            <a:extLst>
              <a:ext uri="{FF2B5EF4-FFF2-40B4-BE49-F238E27FC236}">
                <a16:creationId xmlns:a16="http://schemas.microsoft.com/office/drawing/2014/main" id="{66ADD460-01F4-387D-C644-3D29AC2E25B2}"/>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14519061" y="4638675"/>
            <a:ext cx="2960521" cy="2516188"/>
          </a:xfrm>
          <a:prstGeom prst="rect">
            <a:avLst/>
          </a:prstGeom>
          <a:solidFill>
            <a:srgbClr val="D8D8D8"/>
          </a:solidFill>
          <a:ln>
            <a:noFill/>
          </a:ln>
        </p:spPr>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14803750" y="6936983"/>
            <a:ext cx="0" cy="2098562"/>
          </a:xfrm>
          <a:prstGeom prst="straightConnector1">
            <a:avLst/>
          </a:prstGeom>
          <a:noFill/>
          <a:ln w="19050" cap="flat" cmpd="sng">
            <a:solidFill>
              <a:schemeClr val="dk1"/>
            </a:solidFill>
            <a:prstDash val="solid"/>
            <a:round/>
            <a:headEnd type="diamond" w="med" len="med"/>
            <a:tailEnd type="none" w="sm" len="sm"/>
          </a:ln>
        </p:spPr>
      </p:cxnSp>
    </p:spTree>
    <p:extLst>
      <p:ext uri="{BB962C8B-B14F-4D97-AF65-F5344CB8AC3E}">
        <p14:creationId xmlns:p14="http://schemas.microsoft.com/office/powerpoint/2010/main" val="36574536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4" name="Google Shape;142;p13">
            <a:extLst>
              <a:ext uri="{FF2B5EF4-FFF2-40B4-BE49-F238E27FC236}">
                <a16:creationId xmlns:a16="http://schemas.microsoft.com/office/drawing/2014/main" id="{55594D94-EA93-240A-5848-0F4C472AAAF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6" name="Google Shape;143;p13">
            <a:extLst>
              <a:ext uri="{FF2B5EF4-FFF2-40B4-BE49-F238E27FC236}">
                <a16:creationId xmlns:a16="http://schemas.microsoft.com/office/drawing/2014/main" id="{503005C4-694D-DCF7-F54E-77C762AA3BA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72" name="Google Shape;172;p14"/>
          <p:cNvSpPr>
            <a:spLocks noGrp="1"/>
          </p:cNvSpPr>
          <p:nvPr>
            <p:ph type="pic" idx="2"/>
          </p:nvPr>
        </p:nvSpPr>
        <p:spPr>
          <a:xfrm>
            <a:off x="4691715" y="1626877"/>
            <a:ext cx="3722376" cy="2617180"/>
          </a:xfrm>
          <a:prstGeom prst="rect">
            <a:avLst/>
          </a:prstGeom>
          <a:solidFill>
            <a:srgbClr val="D8D8D8"/>
          </a:solidFill>
          <a:ln>
            <a:noFill/>
          </a:ln>
        </p:spPr>
      </p:sp>
      <p:sp>
        <p:nvSpPr>
          <p:cNvPr id="173" name="Google Shape;173;p14"/>
          <p:cNvSpPr>
            <a:spLocks noGrp="1"/>
          </p:cNvSpPr>
          <p:nvPr>
            <p:ph type="pic" idx="3"/>
          </p:nvPr>
        </p:nvSpPr>
        <p:spPr>
          <a:xfrm>
            <a:off x="4691715" y="5755897"/>
            <a:ext cx="3722376" cy="2617180"/>
          </a:xfrm>
          <a:prstGeom prst="rect">
            <a:avLst/>
          </a:prstGeom>
          <a:solidFill>
            <a:srgbClr val="D8D8D8"/>
          </a:solidFill>
          <a:ln>
            <a:noFill/>
          </a:ln>
        </p:spPr>
      </p:sp>
      <p:sp>
        <p:nvSpPr>
          <p:cNvPr id="174" name="Google Shape;174;p14"/>
          <p:cNvSpPr>
            <a:spLocks noGrp="1"/>
          </p:cNvSpPr>
          <p:nvPr>
            <p:ph type="pic" idx="4"/>
          </p:nvPr>
        </p:nvSpPr>
        <p:spPr>
          <a:xfrm>
            <a:off x="13139294" y="5755897"/>
            <a:ext cx="3722376" cy="2617180"/>
          </a:xfrm>
          <a:prstGeom prst="rect">
            <a:avLst/>
          </a:prstGeom>
          <a:solidFill>
            <a:srgbClr val="D8D8D8"/>
          </a:solidFill>
          <a:ln>
            <a:noFill/>
          </a:ln>
        </p:spPr>
      </p:sp>
      <p:sp>
        <p:nvSpPr>
          <p:cNvPr id="175" name="Google Shape;175;p14"/>
          <p:cNvSpPr>
            <a:spLocks noGrp="1"/>
          </p:cNvSpPr>
          <p:nvPr>
            <p:ph type="pic" idx="5"/>
          </p:nvPr>
        </p:nvSpPr>
        <p:spPr>
          <a:xfrm>
            <a:off x="13139293" y="1626877"/>
            <a:ext cx="3722376" cy="2617180"/>
          </a:xfrm>
          <a:prstGeom prst="rect">
            <a:avLst/>
          </a:prstGeom>
          <a:solidFill>
            <a:srgbClr val="D8D8D8"/>
          </a:solidFill>
          <a:ln>
            <a:noFill/>
          </a:ln>
        </p:spPr>
      </p:sp>
      <p:pic>
        <p:nvPicPr>
          <p:cNvPr id="11" name="Imagem 10">
            <a:extLst>
              <a:ext uri="{FF2B5EF4-FFF2-40B4-BE49-F238E27FC236}">
                <a16:creationId xmlns:a16="http://schemas.microsoft.com/office/drawing/2014/main" id="{D8D5CD54-1F88-3448-30C0-92D6B621FD69}"/>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8915504" y="3954441"/>
            <a:ext cx="3722376" cy="2617180"/>
          </a:xfrm>
          <a:prstGeom prst="rect">
            <a:avLst/>
          </a:prstGeom>
          <a:solidFill>
            <a:srgbClr val="D8D8D8"/>
          </a:solidFill>
          <a:ln>
            <a:noFill/>
          </a:ln>
        </p:spPr>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4691715"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4691715"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13141449"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13141449"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8925049" y="6665345"/>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912060252"/>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3589449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514532" y="913691"/>
            <a:ext cx="11244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514531" y="572423"/>
            <a:ext cx="6230397" cy="432396"/>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buClr>
                <a:srgbClr val="000000"/>
              </a:buClr>
              <a:buSzPts val="3400"/>
              <a:buFont typeface="Arial"/>
              <a:buNone/>
            </a:pPr>
            <a:r>
              <a:rPr lang="pt-BR" b="1">
                <a:latin typeface="Arial" panose="020B0604020202020204" pitchFamily="34" charset="0"/>
                <a:ea typeface="Verdana"/>
                <a:cs typeface="Arial" panose="020B0604020202020204" pitchFamily="34" charset="0"/>
                <a:sym typeface="Verdana"/>
              </a:rPr>
              <a:t>Diversas aplicações</a:t>
            </a:r>
            <a:endParaRPr lang="pt-BR" sz="1400" b="1" i="0" u="none" strike="noStrike" cap="none">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1117885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rilha_SIS_5_3">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735965" y="1211362"/>
            <a:ext cx="955549" cy="1046990"/>
          </a:xfrm>
          <a:prstGeom prst="rect">
            <a:avLst/>
          </a:prstGeom>
        </p:spPr>
      </p:pic>
      <p:pic>
        <p:nvPicPr>
          <p:cNvPr id="33" name="Imagem 3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p:ph type="body" sz="quarter" idx="13" hasCustomPrompt="1"/>
          </p:nvPr>
        </p:nvSpPr>
        <p:spPr>
          <a:xfrm>
            <a:off x="9766953" y="1149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p:ph type="body" sz="quarter" idx="17" hasCustomPrompt="1"/>
          </p:nvPr>
        </p:nvSpPr>
        <p:spPr>
          <a:xfrm>
            <a:off x="9764360" y="1532502"/>
            <a:ext cx="2998494" cy="84031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36" name="Elipse 35"/>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9" name="Conector angulado 48"/>
          <p:cNvCxnSpPr>
            <a:stCxn id="36"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50" name="Imagem 4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51"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2"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39297354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rilha_SIS_5_5">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14927997" y="8544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pic>
        <p:nvPicPr>
          <p:cNvPr id="49" name="Imagem 48"/>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grpSp>
        <p:nvGrpSpPr>
          <p:cNvPr id="50" name="Grupo 49"/>
          <p:cNvGrpSpPr/>
          <p:nvPr userDrawn="1"/>
        </p:nvGrpSpPr>
        <p:grpSpPr>
          <a:xfrm rot="5400000">
            <a:off x="8638738" y="2447375"/>
            <a:ext cx="1289486" cy="351000"/>
            <a:chOff x="6518136" y="4850711"/>
            <a:chExt cx="859657" cy="234000"/>
          </a:xfrm>
        </p:grpSpPr>
        <p:sp>
          <p:nvSpPr>
            <p:cNvPr id="51" name="Elipse 50"/>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2" name="Conector reto 51"/>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53" name="Espaço Reservado para Texto 9"/>
          <p:cNvSpPr>
            <a:spLocks noGrp="1"/>
          </p:cNvSpPr>
          <p:nvPr>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4"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5" name="Elipse 54"/>
          <p:cNvSpPr/>
          <p:nvPr userDrawn="1"/>
        </p:nvSpPr>
        <p:spPr>
          <a:xfrm rot="5400000">
            <a:off x="13332906" y="7462803"/>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6" name="Conector angulado 55"/>
          <p:cNvCxnSpPr>
            <a:stCxn id="55" idx="6"/>
          </p:cNvCxnSpPr>
          <p:nvPr userDrawn="1"/>
        </p:nvCxnSpPr>
        <p:spPr>
          <a:xfrm rot="16200000" flipH="1">
            <a:off x="13358726" y="7963483"/>
            <a:ext cx="1198094" cy="898733"/>
          </a:xfrm>
          <a:prstGeom prst="bentConnector3">
            <a:avLst>
              <a:gd name="adj1" fmla="val 92688"/>
            </a:avLst>
          </a:prstGeom>
          <a:ln>
            <a:solidFill>
              <a:srgbClr val="EE2026"/>
            </a:solidFill>
          </a:ln>
        </p:spPr>
        <p:style>
          <a:lnRef idx="1">
            <a:schemeClr val="accent1"/>
          </a:lnRef>
          <a:fillRef idx="0">
            <a:schemeClr val="accent1"/>
          </a:fillRef>
          <a:effectRef idx="0">
            <a:schemeClr val="accent1"/>
          </a:effectRef>
          <a:fontRef idx="minor">
            <a:schemeClr val="tx1"/>
          </a:fontRef>
        </p:style>
      </p:cxnSp>
      <p:pic>
        <p:nvPicPr>
          <p:cNvPr id="57" name="Imagem 56"/>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3879460" y="8308940"/>
            <a:ext cx="955549" cy="1046990"/>
          </a:xfrm>
          <a:prstGeom prst="rect">
            <a:avLst/>
          </a:prstGeom>
        </p:spPr>
      </p:pic>
      <p:sp>
        <p:nvSpPr>
          <p:cNvPr id="58" name="Espaço Reservado para Texto 9"/>
          <p:cNvSpPr>
            <a:spLocks noGrp="1"/>
          </p:cNvSpPr>
          <p:nvPr>
            <p:ph type="body" sz="quarter" idx="16" hasCustomPrompt="1"/>
          </p:nvPr>
        </p:nvSpPr>
        <p:spPr>
          <a:xfrm>
            <a:off x="14904856" y="8889245"/>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9"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60" name="Grupo 59"/>
          <p:cNvGrpSpPr/>
          <p:nvPr userDrawn="1"/>
        </p:nvGrpSpPr>
        <p:grpSpPr>
          <a:xfrm>
            <a:off x="11481857" y="3631122"/>
            <a:ext cx="1357851" cy="351000"/>
            <a:chOff x="7061962" y="2141288"/>
            <a:chExt cx="905234" cy="234000"/>
          </a:xfrm>
        </p:grpSpPr>
        <p:sp>
          <p:nvSpPr>
            <p:cNvPr id="61" name="Elipse 60"/>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62" name="Conector reto 61"/>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63" name="Imagem 6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sp>
        <p:nvSpPr>
          <p:cNvPr id="64" name="Espaço Reservado para Texto 9"/>
          <p:cNvSpPr>
            <a:spLocks noGrp="1"/>
          </p:cNvSpPr>
          <p:nvPr>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65" name="Espaço Reservado para Texto 18"/>
          <p:cNvSpPr>
            <a:spLocks noGrp="1"/>
          </p:cNvSpPr>
          <p:nvPr>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40010281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rilha_SIS_5_4">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pic>
        <p:nvPicPr>
          <p:cNvPr id="33" name="Imagem 3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2491306" y="3174631"/>
            <a:ext cx="955549"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13530021" y="3297678"/>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3693907"/>
            <a:ext cx="3463023" cy="1079261"/>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pic>
        <p:nvPicPr>
          <p:cNvPr id="49" name="Imagem 48"/>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grpSp>
        <p:nvGrpSpPr>
          <p:cNvPr id="50" name="Grupo 49"/>
          <p:cNvGrpSpPr/>
          <p:nvPr userDrawn="1"/>
        </p:nvGrpSpPr>
        <p:grpSpPr>
          <a:xfrm rot="5400000">
            <a:off x="8638738" y="2447375"/>
            <a:ext cx="1289486" cy="351000"/>
            <a:chOff x="6518136" y="4850711"/>
            <a:chExt cx="859657" cy="234000"/>
          </a:xfrm>
        </p:grpSpPr>
        <p:sp>
          <p:nvSpPr>
            <p:cNvPr id="51" name="Elipse 50"/>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2" name="Conector reto 51"/>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53" name="Espaço Reservado para Texto 9"/>
          <p:cNvSpPr>
            <a:spLocks noGrp="1"/>
          </p:cNvSpPr>
          <p:nvPr>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4"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5" name="Elipse 54"/>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6" name="Conector angulado 55"/>
          <p:cNvCxnSpPr>
            <a:stCxn id="55"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57" name="Imagem 56"/>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58"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9"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25156791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ilha_SIS_5_2">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grpSp>
        <p:nvGrpSpPr>
          <p:cNvPr id="28" name="Grupo 27"/>
          <p:cNvGrpSpPr/>
          <p:nvPr userDrawn="1"/>
        </p:nvGrpSpPr>
        <p:grpSpPr>
          <a:xfrm rot="10800000">
            <a:off x="5638118" y="6056550"/>
            <a:ext cx="1289486" cy="351000"/>
            <a:chOff x="6518136" y="4850711"/>
            <a:chExt cx="859657" cy="234000"/>
          </a:xfrm>
        </p:grpSpPr>
        <p:sp>
          <p:nvSpPr>
            <p:cNvPr id="29" name="Elipse 28"/>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0" name="Conector reto 29"/>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pic>
        <p:nvPicPr>
          <p:cNvPr id="33" name="Imagem 3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pic>
        <p:nvPicPr>
          <p:cNvPr id="34" name="Imagem 33"/>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519569" y="5602796"/>
            <a:ext cx="955549"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3" name="Subtítulo 2"/>
          <p:cNvSpPr>
            <a:spLocks noGrp="1"/>
          </p:cNvSpPr>
          <p:nvPr userDrawn="1">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10" name="Espaço Reservado para Texto 9"/>
          <p:cNvSpPr>
            <a:spLocks noGrp="1"/>
          </p:cNvSpPr>
          <p:nvPr userDrawn="1">
            <p:ph type="body" sz="quarter" idx="10" hasCustomPrompt="1"/>
          </p:nvPr>
        </p:nvSpPr>
        <p:spPr>
          <a:xfrm>
            <a:off x="6493496" y="7077232"/>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6493495" y="6694338"/>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31" name="Elipse 30"/>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5" name="Conector angulado 34"/>
          <p:cNvCxnSpPr>
            <a:stCxn id="31"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6" name="Imagem 3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38"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44"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19514498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ilha_SIS_5_1">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grpSp>
        <p:nvGrpSpPr>
          <p:cNvPr id="28" name="Grupo 27"/>
          <p:cNvGrpSpPr/>
          <p:nvPr userDrawn="1"/>
        </p:nvGrpSpPr>
        <p:grpSpPr>
          <a:xfrm rot="10800000">
            <a:off x="5638118" y="6056550"/>
            <a:ext cx="1289486" cy="351000"/>
            <a:chOff x="6518136" y="4850711"/>
            <a:chExt cx="859657" cy="234000"/>
          </a:xfrm>
        </p:grpSpPr>
        <p:sp>
          <p:nvSpPr>
            <p:cNvPr id="29" name="Elipse 28"/>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0" name="Conector reto 29"/>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pic>
        <p:nvPicPr>
          <p:cNvPr id="33" name="Imagem 3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pic>
        <p:nvPicPr>
          <p:cNvPr id="34" name="Imagem 3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03672" y="6883760"/>
            <a:ext cx="955550" cy="1046990"/>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3" name="Subtítulo 2"/>
          <p:cNvSpPr>
            <a:spLocks noGrp="1"/>
          </p:cNvSpPr>
          <p:nvPr userDrawn="1">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10" name="Espaço Reservado para Texto 9"/>
          <p:cNvSpPr>
            <a:spLocks noGrp="1"/>
          </p:cNvSpPr>
          <p:nvPr userDrawn="1">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4" name="Espaço Reservado para Texto 13"/>
          <p:cNvSpPr>
            <a:spLocks noGrp="1"/>
          </p:cNvSpPr>
          <p:nvPr userDrawn="1">
            <p:ph type="body" sz="quarter" idx="12" hasCustomPrompt="1"/>
          </p:nvPr>
        </p:nvSpPr>
        <p:spPr>
          <a:xfrm>
            <a:off x="447932" y="84870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447932" y="8069693"/>
            <a:ext cx="2674143" cy="488519"/>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31" name="Elipse 30"/>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5" name="Conector angulado 34"/>
          <p:cNvCxnSpPr>
            <a:stCxn id="31"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6" name="Imagem 3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38"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44"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42493706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rilha_SIS_4_4">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pic>
        <p:nvPicPr>
          <p:cNvPr id="33" name="Imagem 3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2491306" y="3174631"/>
            <a:ext cx="955549"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13530021" y="3297678"/>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3693907"/>
            <a:ext cx="3463023" cy="1079261"/>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pic>
        <p:nvPicPr>
          <p:cNvPr id="49" name="Imagem 48"/>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grpSp>
        <p:nvGrpSpPr>
          <p:cNvPr id="50" name="Grupo 49"/>
          <p:cNvGrpSpPr/>
          <p:nvPr userDrawn="1"/>
        </p:nvGrpSpPr>
        <p:grpSpPr>
          <a:xfrm rot="5400000">
            <a:off x="8638738" y="2447375"/>
            <a:ext cx="1289486" cy="351000"/>
            <a:chOff x="6518136" y="4850711"/>
            <a:chExt cx="859657" cy="234000"/>
          </a:xfrm>
        </p:grpSpPr>
        <p:sp>
          <p:nvSpPr>
            <p:cNvPr id="51" name="Elipse 50"/>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2" name="Conector reto 51"/>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53" name="Espaço Reservado para Texto 9"/>
          <p:cNvSpPr>
            <a:spLocks noGrp="1"/>
          </p:cNvSpPr>
          <p:nvPr>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4"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Tree>
    <p:extLst>
      <p:ext uri="{BB962C8B-B14F-4D97-AF65-F5344CB8AC3E}">
        <p14:creationId xmlns:p14="http://schemas.microsoft.com/office/powerpoint/2010/main" val="2751044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rilha_SIS_4_3">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735965" y="1211362"/>
            <a:ext cx="955549" cy="1046990"/>
          </a:xfrm>
          <a:prstGeom prst="rect">
            <a:avLst/>
          </a:prstGeom>
        </p:spPr>
      </p:pic>
      <p:pic>
        <p:nvPicPr>
          <p:cNvPr id="33" name="Imagem 3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p:ph type="body" sz="quarter" idx="13" hasCustomPrompt="1"/>
          </p:nvPr>
        </p:nvSpPr>
        <p:spPr>
          <a:xfrm>
            <a:off x="9766953" y="1149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p:ph type="body" sz="quarter" idx="17" hasCustomPrompt="1"/>
          </p:nvPr>
        </p:nvSpPr>
        <p:spPr>
          <a:xfrm>
            <a:off x="9764360" y="1532502"/>
            <a:ext cx="2998494" cy="84031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Tree>
    <p:extLst>
      <p:ext uri="{BB962C8B-B14F-4D97-AF65-F5344CB8AC3E}">
        <p14:creationId xmlns:p14="http://schemas.microsoft.com/office/powerpoint/2010/main" val="34891374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rilha_SIS_4_2">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grpSp>
        <p:nvGrpSpPr>
          <p:cNvPr id="28" name="Grupo 27"/>
          <p:cNvGrpSpPr/>
          <p:nvPr userDrawn="1"/>
        </p:nvGrpSpPr>
        <p:grpSpPr>
          <a:xfrm rot="10800000">
            <a:off x="5638118" y="6056550"/>
            <a:ext cx="1289486" cy="351000"/>
            <a:chOff x="6518136" y="4850711"/>
            <a:chExt cx="859657" cy="234000"/>
          </a:xfrm>
        </p:grpSpPr>
        <p:sp>
          <p:nvSpPr>
            <p:cNvPr id="29" name="Elipse 28"/>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0" name="Conector reto 29"/>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pic>
        <p:nvPicPr>
          <p:cNvPr id="33" name="Imagem 3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pic>
        <p:nvPicPr>
          <p:cNvPr id="34" name="Imagem 33"/>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519569" y="5602796"/>
            <a:ext cx="955549"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3" name="Subtítulo 2"/>
          <p:cNvSpPr>
            <a:spLocks noGrp="1"/>
          </p:cNvSpPr>
          <p:nvPr userDrawn="1">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10" name="Espaço Reservado para Texto 9"/>
          <p:cNvSpPr>
            <a:spLocks noGrp="1"/>
          </p:cNvSpPr>
          <p:nvPr userDrawn="1">
            <p:ph type="body" sz="quarter" idx="10" hasCustomPrompt="1"/>
          </p:nvPr>
        </p:nvSpPr>
        <p:spPr>
          <a:xfrm>
            <a:off x="6493496" y="7077232"/>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6493495" y="6694338"/>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31462758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ilha_SIS_4_1">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grpSp>
        <p:nvGrpSpPr>
          <p:cNvPr id="28" name="Grupo 27"/>
          <p:cNvGrpSpPr/>
          <p:nvPr userDrawn="1"/>
        </p:nvGrpSpPr>
        <p:grpSpPr>
          <a:xfrm rot="10800000">
            <a:off x="5638118" y="6056550"/>
            <a:ext cx="1289486" cy="351000"/>
            <a:chOff x="6518136" y="4850711"/>
            <a:chExt cx="859657" cy="234000"/>
          </a:xfrm>
        </p:grpSpPr>
        <p:sp>
          <p:nvSpPr>
            <p:cNvPr id="29" name="Elipse 28"/>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0" name="Conector reto 29"/>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pic>
        <p:nvPicPr>
          <p:cNvPr id="33" name="Imagem 3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pic>
        <p:nvPicPr>
          <p:cNvPr id="34" name="Imagem 3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03672" y="6883760"/>
            <a:ext cx="955550" cy="1046990"/>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3" name="Subtítulo 2"/>
          <p:cNvSpPr>
            <a:spLocks noGrp="1"/>
          </p:cNvSpPr>
          <p:nvPr userDrawn="1">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10" name="Espaço Reservado para Texto 9"/>
          <p:cNvSpPr>
            <a:spLocks noGrp="1"/>
          </p:cNvSpPr>
          <p:nvPr userDrawn="1">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4" name="Espaço Reservado para Texto 13"/>
          <p:cNvSpPr>
            <a:spLocks noGrp="1"/>
          </p:cNvSpPr>
          <p:nvPr userDrawn="1">
            <p:ph type="body" sz="quarter" idx="12" hasCustomPrompt="1"/>
          </p:nvPr>
        </p:nvSpPr>
        <p:spPr>
          <a:xfrm>
            <a:off x="447932" y="84870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447932" y="8069693"/>
            <a:ext cx="2674143" cy="488519"/>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33492572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rilha_SIS_3_3">
    <p:bg>
      <p:bgPr>
        <a:solidFill>
          <a:srgbClr val="EFEFEF"/>
        </a:solidFill>
        <a:effectLst/>
      </p:bgPr>
    </p:bg>
    <p:spTree>
      <p:nvGrpSpPr>
        <p:cNvPr id="1" name=""/>
        <p:cNvGrpSpPr/>
        <p:nvPr/>
      </p:nvGrpSpPr>
      <p:grpSpPr>
        <a:xfrm>
          <a:off x="0" y="0"/>
          <a:ext cx="0" cy="0"/>
          <a:chOff x="0" y="0"/>
          <a:chExt cx="0" cy="0"/>
        </a:xfrm>
      </p:grpSpPr>
      <p:pic>
        <p:nvPicPr>
          <p:cNvPr id="53" name="Imagem 31">
            <a:extLst>
              <a:ext uri="{FF2B5EF4-FFF2-40B4-BE49-F238E27FC236}">
                <a16:creationId xmlns:a16="http://schemas.microsoft.com/office/drawing/2014/main" id="{C8E34D0E-266E-12AA-B4EB-1E523A373CD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1201" y="4734151"/>
            <a:ext cx="960122" cy="1046990"/>
          </a:xfrm>
          <a:prstGeom prst="rect">
            <a:avLst/>
          </a:prstGeom>
        </p:spPr>
      </p:pic>
      <p:grpSp>
        <p:nvGrpSpPr>
          <p:cNvPr id="45" name="Grupo 40">
            <a:extLst>
              <a:ext uri="{FF2B5EF4-FFF2-40B4-BE49-F238E27FC236}">
                <a16:creationId xmlns:a16="http://schemas.microsoft.com/office/drawing/2014/main" id="{578F0D4F-D74D-C182-AE9E-A1C5A7BB0675}"/>
              </a:ext>
            </a:extLst>
          </p:cNvPr>
          <p:cNvGrpSpPr/>
          <p:nvPr userDrawn="1"/>
        </p:nvGrpSpPr>
        <p:grpSpPr>
          <a:xfrm rot="5400000">
            <a:off x="772039" y="5752665"/>
            <a:ext cx="1289486" cy="351000"/>
            <a:chOff x="6518136" y="4850711"/>
            <a:chExt cx="859657" cy="234000"/>
          </a:xfrm>
          <a:solidFill>
            <a:srgbClr val="060303"/>
          </a:solidFill>
        </p:grpSpPr>
        <p:sp>
          <p:nvSpPr>
            <p:cNvPr id="46" name="Elipse 41">
              <a:extLst>
                <a:ext uri="{FF2B5EF4-FFF2-40B4-BE49-F238E27FC236}">
                  <a16:creationId xmlns:a16="http://schemas.microsoft.com/office/drawing/2014/main" id="{A752E9A1-E5F0-348C-88FE-473BB16A9BB3}"/>
                </a:ext>
              </a:extLst>
            </p:cNvPr>
            <p:cNvSpPr/>
            <p:nvPr/>
          </p:nvSpPr>
          <p:spPr>
            <a:xfrm>
              <a:off x="7143793" y="4850711"/>
              <a:ext cx="234000" cy="234000"/>
            </a:xfrm>
            <a:prstGeom prst="ellipse">
              <a:avLst/>
            </a:prstGeom>
            <a:grpFill/>
            <a:ln>
              <a:solidFill>
                <a:srgbClr val="0603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7" name="Conector reto 42">
              <a:extLst>
                <a:ext uri="{FF2B5EF4-FFF2-40B4-BE49-F238E27FC236}">
                  <a16:creationId xmlns:a16="http://schemas.microsoft.com/office/drawing/2014/main" id="{DC9FDE36-6BCA-F174-233C-C3FE19C48A49}"/>
                </a:ext>
              </a:extLst>
            </p:cNvPr>
            <p:cNvCxnSpPr/>
            <p:nvPr/>
          </p:nvCxnSpPr>
          <p:spPr>
            <a:xfrm rot="10800000" flipH="1" flipV="1">
              <a:off x="6518136" y="4972537"/>
              <a:ext cx="697473" cy="149"/>
            </a:xfrm>
            <a:prstGeom prst="line">
              <a:avLst/>
            </a:prstGeom>
            <a:grpFill/>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49" name="Espaço Reservado para Texto 18">
            <a:extLst>
              <a:ext uri="{FF2B5EF4-FFF2-40B4-BE49-F238E27FC236}">
                <a16:creationId xmlns:a16="http://schemas.microsoft.com/office/drawing/2014/main" id="{9FDFE7C7-692C-0093-62E2-0414D1CE6A54}"/>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0" name="Espaço Reservado para Texto 13">
            <a:extLst>
              <a:ext uri="{FF2B5EF4-FFF2-40B4-BE49-F238E27FC236}">
                <a16:creationId xmlns:a16="http://schemas.microsoft.com/office/drawing/2014/main" id="{64271FFC-0C86-0C03-A5E4-17DF4E539B6D}"/>
              </a:ext>
            </a:extLst>
          </p:cNvPr>
          <p:cNvSpPr>
            <a:spLocks noGrp="1"/>
          </p:cNvSpPr>
          <p:nvPr>
            <p:ph type="body" sz="quarter" idx="23" hasCustomPrompt="1"/>
          </p:nvPr>
        </p:nvSpPr>
        <p:spPr>
          <a:xfrm>
            <a:off x="13001336" y="3432059"/>
            <a:ext cx="2674143" cy="488519"/>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52" name="Espaço Reservado para Texto 9">
            <a:extLst>
              <a:ext uri="{FF2B5EF4-FFF2-40B4-BE49-F238E27FC236}">
                <a16:creationId xmlns:a16="http://schemas.microsoft.com/office/drawing/2014/main" id="{4EB75AD5-6E33-BB07-58B0-905F25E50E5A}"/>
              </a:ext>
            </a:extLst>
          </p:cNvPr>
          <p:cNvSpPr>
            <a:spLocks noGrp="1"/>
          </p:cNvSpPr>
          <p:nvPr>
            <p:ph type="body" sz="quarter" idx="24" hasCustomPrompt="1"/>
          </p:nvPr>
        </p:nvSpPr>
        <p:spPr>
          <a:xfrm>
            <a:off x="1909565" y="4430455"/>
            <a:ext cx="2998494" cy="1160250"/>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pic>
        <p:nvPicPr>
          <p:cNvPr id="22" name="Imagem 31">
            <a:extLst>
              <a:ext uri="{FF2B5EF4-FFF2-40B4-BE49-F238E27FC236}">
                <a16:creationId xmlns:a16="http://schemas.microsoft.com/office/drawing/2014/main" id="{9C9C66E3-720D-CD0A-296C-4BE5364303A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5681532" y="3493439"/>
            <a:ext cx="955549" cy="1046990"/>
          </a:xfrm>
          <a:prstGeom prst="rect">
            <a:avLst/>
          </a:prstGeom>
        </p:spPr>
      </p:pic>
      <p:grpSp>
        <p:nvGrpSpPr>
          <p:cNvPr id="23" name="Grupo 40">
            <a:extLst>
              <a:ext uri="{FF2B5EF4-FFF2-40B4-BE49-F238E27FC236}">
                <a16:creationId xmlns:a16="http://schemas.microsoft.com/office/drawing/2014/main" id="{17FBDF62-7C8A-3476-E663-4FB3B3714A72}"/>
              </a:ext>
            </a:extLst>
          </p:cNvPr>
          <p:cNvGrpSpPr/>
          <p:nvPr userDrawn="1"/>
        </p:nvGrpSpPr>
        <p:grpSpPr>
          <a:xfrm rot="5400000">
            <a:off x="15570451" y="4715598"/>
            <a:ext cx="1289486" cy="351000"/>
            <a:chOff x="6518136" y="4850711"/>
            <a:chExt cx="859657" cy="234000"/>
          </a:xfrm>
        </p:grpSpPr>
        <p:sp>
          <p:nvSpPr>
            <p:cNvPr id="24" name="Elipse 41">
              <a:extLst>
                <a:ext uri="{FF2B5EF4-FFF2-40B4-BE49-F238E27FC236}">
                  <a16:creationId xmlns:a16="http://schemas.microsoft.com/office/drawing/2014/main" id="{97F3BDE1-730E-29AD-3933-CE184D71B40B}"/>
                </a:ext>
              </a:extLst>
            </p:cNvPr>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5" name="Conector reto 42">
              <a:extLst>
                <a:ext uri="{FF2B5EF4-FFF2-40B4-BE49-F238E27FC236}">
                  <a16:creationId xmlns:a16="http://schemas.microsoft.com/office/drawing/2014/main" id="{E20A42E9-AF95-AF83-8CAC-0C0467B21C8E}"/>
                </a:ext>
              </a:extLst>
            </p:cNvPr>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26" name="Espaço Reservado para Texto 9">
            <a:extLst>
              <a:ext uri="{FF2B5EF4-FFF2-40B4-BE49-F238E27FC236}">
                <a16:creationId xmlns:a16="http://schemas.microsoft.com/office/drawing/2014/main" id="{EFE6FB74-1C76-1A32-F822-3E3D3DD94958}"/>
              </a:ext>
            </a:extLst>
          </p:cNvPr>
          <p:cNvSpPr>
            <a:spLocks noGrp="1"/>
          </p:cNvSpPr>
          <p:nvPr>
            <p:ph type="body" sz="quarter" idx="17" hasCustomPrompt="1"/>
          </p:nvPr>
        </p:nvSpPr>
        <p:spPr>
          <a:xfrm>
            <a:off x="12679728" y="3806803"/>
            <a:ext cx="2998494" cy="1110228"/>
          </a:xfrm>
          <a:prstGeom prst="rect">
            <a:avLst/>
          </a:prstGeom>
        </p:spPr>
        <p:txBody>
          <a:bodyPr anchor="t"/>
          <a:lstStyle>
            <a:lvl1pPr marL="0" indent="0" algn="r">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7" name="Espaço Reservado para Texto 18">
            <a:extLst>
              <a:ext uri="{FF2B5EF4-FFF2-40B4-BE49-F238E27FC236}">
                <a16:creationId xmlns:a16="http://schemas.microsoft.com/office/drawing/2014/main" id="{6C0F4D27-3240-4733-6170-CF7D139E36CE}"/>
              </a:ext>
            </a:extLst>
          </p:cNvPr>
          <p:cNvSpPr>
            <a:spLocks noGrp="1"/>
          </p:cNvSpPr>
          <p:nvPr>
            <p:ph type="body" sz="quarter" idx="18" hasCustomPrompt="1"/>
          </p:nvPr>
        </p:nvSpPr>
        <p:spPr>
          <a:xfrm>
            <a:off x="15815731" y="3631682"/>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8" name="Elipse 27"/>
          <p:cNvSpPr/>
          <p:nvPr userDrawn="1"/>
        </p:nvSpPr>
        <p:spPr>
          <a:xfrm rot="5400000">
            <a:off x="7825149" y="4900209"/>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9" name="Conector angulado 28"/>
          <p:cNvCxnSpPr>
            <a:stCxn id="28" idx="6"/>
          </p:cNvCxnSpPr>
          <p:nvPr userDrawn="1"/>
        </p:nvCxnSpPr>
        <p:spPr>
          <a:xfrm rot="16200000" flipH="1">
            <a:off x="7850969" y="5400889"/>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0" name="Imagem 2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17020" y="5746346"/>
            <a:ext cx="960122" cy="1046990"/>
          </a:xfrm>
          <a:prstGeom prst="rect">
            <a:avLst/>
          </a:prstGeom>
        </p:spPr>
      </p:pic>
      <p:sp>
        <p:nvSpPr>
          <p:cNvPr id="31" name="Espaço Reservado para Texto 9"/>
          <p:cNvSpPr>
            <a:spLocks noGrp="1"/>
          </p:cNvSpPr>
          <p:nvPr>
            <p:ph type="body" sz="quarter" idx="16" hasCustomPrompt="1"/>
          </p:nvPr>
        </p:nvSpPr>
        <p:spPr>
          <a:xfrm>
            <a:off x="8266553" y="693563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32" name="Espaço Reservado para Texto 18"/>
          <p:cNvSpPr>
            <a:spLocks noGrp="1"/>
          </p:cNvSpPr>
          <p:nvPr>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2742465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rilha_SIS_3_2">
    <p:bg>
      <p:bgPr>
        <a:solidFill>
          <a:srgbClr val="EFEFEF"/>
        </a:solidFill>
        <a:effectLst/>
      </p:bgPr>
    </p:bg>
    <p:spTree>
      <p:nvGrpSpPr>
        <p:cNvPr id="1" name=""/>
        <p:cNvGrpSpPr/>
        <p:nvPr/>
      </p:nvGrpSpPr>
      <p:grpSpPr>
        <a:xfrm>
          <a:off x="0" y="0"/>
          <a:ext cx="0" cy="0"/>
          <a:chOff x="0" y="0"/>
          <a:chExt cx="0" cy="0"/>
        </a:xfrm>
      </p:grpSpPr>
      <p:pic>
        <p:nvPicPr>
          <p:cNvPr id="53" name="Imagem 31">
            <a:extLst>
              <a:ext uri="{FF2B5EF4-FFF2-40B4-BE49-F238E27FC236}">
                <a16:creationId xmlns:a16="http://schemas.microsoft.com/office/drawing/2014/main" id="{C8E34D0E-266E-12AA-B4EB-1E523A373CD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1201" y="4734151"/>
            <a:ext cx="960122" cy="1046990"/>
          </a:xfrm>
          <a:prstGeom prst="rect">
            <a:avLst/>
          </a:prstGeom>
        </p:spPr>
      </p:pic>
      <p:pic>
        <p:nvPicPr>
          <p:cNvPr id="51" name="Imagem 31">
            <a:extLst>
              <a:ext uri="{FF2B5EF4-FFF2-40B4-BE49-F238E27FC236}">
                <a16:creationId xmlns:a16="http://schemas.microsoft.com/office/drawing/2014/main" id="{2EA33C3F-2674-839C-D54B-3EE467C38C2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221592" y="5746345"/>
            <a:ext cx="955550" cy="1046990"/>
          </a:xfrm>
          <a:prstGeom prst="rect">
            <a:avLst/>
          </a:prstGeom>
        </p:spPr>
      </p:pic>
      <p:sp>
        <p:nvSpPr>
          <p:cNvPr id="2" name="Elipse 30">
            <a:extLst>
              <a:ext uri="{FF2B5EF4-FFF2-40B4-BE49-F238E27FC236}">
                <a16:creationId xmlns:a16="http://schemas.microsoft.com/office/drawing/2014/main" id="{00E9A901-C5A5-B9DC-CA28-B0A760D5B140}"/>
              </a:ext>
            </a:extLst>
          </p:cNvPr>
          <p:cNvSpPr/>
          <p:nvPr userDrawn="1"/>
        </p:nvSpPr>
        <p:spPr>
          <a:xfrm rot="5400000">
            <a:off x="7825149" y="4900209"/>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pic>
        <p:nvPicPr>
          <p:cNvPr id="4" name="Imagem 31">
            <a:extLst>
              <a:ext uri="{FF2B5EF4-FFF2-40B4-BE49-F238E27FC236}">
                <a16:creationId xmlns:a16="http://schemas.microsoft.com/office/drawing/2014/main" id="{9C9C66E3-720D-CD0A-296C-4BE5364303A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5679246" y="3493439"/>
            <a:ext cx="960122" cy="1046990"/>
          </a:xfrm>
          <a:prstGeom prst="rect">
            <a:avLst/>
          </a:prstGeom>
        </p:spPr>
      </p:pic>
      <p:cxnSp>
        <p:nvCxnSpPr>
          <p:cNvPr id="5" name="Conector angulado 34">
            <a:extLst>
              <a:ext uri="{FF2B5EF4-FFF2-40B4-BE49-F238E27FC236}">
                <a16:creationId xmlns:a16="http://schemas.microsoft.com/office/drawing/2014/main" id="{619F2878-1FD7-B64B-F094-5CA4F5D1689B}"/>
              </a:ext>
            </a:extLst>
          </p:cNvPr>
          <p:cNvCxnSpPr>
            <a:stCxn id="2" idx="6"/>
          </p:cNvCxnSpPr>
          <p:nvPr userDrawn="1"/>
        </p:nvCxnSpPr>
        <p:spPr>
          <a:xfrm rot="16200000" flipH="1">
            <a:off x="7850969" y="5400889"/>
            <a:ext cx="1198094" cy="898733"/>
          </a:xfrm>
          <a:prstGeom prst="bentConnector3">
            <a:avLst>
              <a:gd name="adj1" fmla="val 92688"/>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nvGrpSpPr>
          <p:cNvPr id="7" name="Grupo 40">
            <a:extLst>
              <a:ext uri="{FF2B5EF4-FFF2-40B4-BE49-F238E27FC236}">
                <a16:creationId xmlns:a16="http://schemas.microsoft.com/office/drawing/2014/main" id="{17FBDF62-7C8A-3476-E663-4FB3B3714A72}"/>
              </a:ext>
            </a:extLst>
          </p:cNvPr>
          <p:cNvGrpSpPr/>
          <p:nvPr userDrawn="1"/>
        </p:nvGrpSpPr>
        <p:grpSpPr>
          <a:xfrm rot="5400000">
            <a:off x="15570451" y="4715598"/>
            <a:ext cx="1289486" cy="351000"/>
            <a:chOff x="6518136" y="4850711"/>
            <a:chExt cx="859657" cy="234000"/>
          </a:xfrm>
        </p:grpSpPr>
        <p:sp>
          <p:nvSpPr>
            <p:cNvPr id="8" name="Elipse 41">
              <a:extLst>
                <a:ext uri="{FF2B5EF4-FFF2-40B4-BE49-F238E27FC236}">
                  <a16:creationId xmlns:a16="http://schemas.microsoft.com/office/drawing/2014/main" id="{97F3BDE1-730E-29AD-3933-CE184D71B40B}"/>
                </a:ext>
              </a:extLst>
            </p:cNvPr>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9" name="Conector reto 42">
              <a:extLst>
                <a:ext uri="{FF2B5EF4-FFF2-40B4-BE49-F238E27FC236}">
                  <a16:creationId xmlns:a16="http://schemas.microsoft.com/office/drawing/2014/main" id="{E20A42E9-AF95-AF83-8CAC-0C0467B21C8E}"/>
                </a:ext>
              </a:extLst>
            </p:cNvPr>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12" name="Espaço Reservado para Texto 9">
            <a:extLst>
              <a:ext uri="{FF2B5EF4-FFF2-40B4-BE49-F238E27FC236}">
                <a16:creationId xmlns:a16="http://schemas.microsoft.com/office/drawing/2014/main" id="{EFE6FB74-1C76-1A32-F822-3E3D3DD94958}"/>
              </a:ext>
            </a:extLst>
          </p:cNvPr>
          <p:cNvSpPr>
            <a:spLocks noGrp="1"/>
          </p:cNvSpPr>
          <p:nvPr>
            <p:ph type="body" sz="quarter" idx="17" hasCustomPrompt="1"/>
          </p:nvPr>
        </p:nvSpPr>
        <p:spPr>
          <a:xfrm>
            <a:off x="12679728" y="3148435"/>
            <a:ext cx="2998494" cy="1326356"/>
          </a:xfrm>
          <a:prstGeom prst="rect">
            <a:avLst/>
          </a:prstGeom>
        </p:spPr>
        <p:txBody>
          <a:bodyPr anchor="b"/>
          <a:lstStyle>
            <a:lvl1pPr marL="0" indent="0" algn="r">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5" name="Espaço Reservado para Texto 18">
            <a:extLst>
              <a:ext uri="{FF2B5EF4-FFF2-40B4-BE49-F238E27FC236}">
                <a16:creationId xmlns:a16="http://schemas.microsoft.com/office/drawing/2014/main" id="{6C0F4D27-3240-4733-6170-CF7D139E36CE}"/>
              </a:ext>
            </a:extLst>
          </p:cNvPr>
          <p:cNvSpPr>
            <a:spLocks noGrp="1"/>
          </p:cNvSpPr>
          <p:nvPr>
            <p:ph type="body" sz="quarter" idx="18" hasCustomPrompt="1"/>
          </p:nvPr>
        </p:nvSpPr>
        <p:spPr>
          <a:xfrm>
            <a:off x="15815731" y="3631682"/>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38" name="Espaço Reservado para Texto 18">
            <a:extLst>
              <a:ext uri="{FF2B5EF4-FFF2-40B4-BE49-F238E27FC236}">
                <a16:creationId xmlns:a16="http://schemas.microsoft.com/office/drawing/2014/main" id="{8BD0E57A-36B1-6833-C62A-A95E69EB55AB}"/>
              </a:ext>
            </a:extLst>
          </p:cNvPr>
          <p:cNvSpPr>
            <a:spLocks noGrp="1"/>
          </p:cNvSpPr>
          <p:nvPr>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45" name="Grupo 40">
            <a:extLst>
              <a:ext uri="{FF2B5EF4-FFF2-40B4-BE49-F238E27FC236}">
                <a16:creationId xmlns:a16="http://schemas.microsoft.com/office/drawing/2014/main" id="{578F0D4F-D74D-C182-AE9E-A1C5A7BB0675}"/>
              </a:ext>
            </a:extLst>
          </p:cNvPr>
          <p:cNvGrpSpPr/>
          <p:nvPr userDrawn="1"/>
        </p:nvGrpSpPr>
        <p:grpSpPr>
          <a:xfrm rot="5400000">
            <a:off x="772039" y="5752665"/>
            <a:ext cx="1289486" cy="351000"/>
            <a:chOff x="6518136" y="4850711"/>
            <a:chExt cx="859657" cy="234000"/>
          </a:xfrm>
          <a:solidFill>
            <a:srgbClr val="060303"/>
          </a:solidFill>
        </p:grpSpPr>
        <p:sp>
          <p:nvSpPr>
            <p:cNvPr id="46" name="Elipse 41">
              <a:extLst>
                <a:ext uri="{FF2B5EF4-FFF2-40B4-BE49-F238E27FC236}">
                  <a16:creationId xmlns:a16="http://schemas.microsoft.com/office/drawing/2014/main" id="{A752E9A1-E5F0-348C-88FE-473BB16A9BB3}"/>
                </a:ext>
              </a:extLst>
            </p:cNvPr>
            <p:cNvSpPr/>
            <p:nvPr/>
          </p:nvSpPr>
          <p:spPr>
            <a:xfrm>
              <a:off x="7143793" y="4850711"/>
              <a:ext cx="234000" cy="234000"/>
            </a:xfrm>
            <a:prstGeom prst="ellipse">
              <a:avLst/>
            </a:prstGeom>
            <a:grpFill/>
            <a:ln>
              <a:solidFill>
                <a:srgbClr val="0603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7" name="Conector reto 42">
              <a:extLst>
                <a:ext uri="{FF2B5EF4-FFF2-40B4-BE49-F238E27FC236}">
                  <a16:creationId xmlns:a16="http://schemas.microsoft.com/office/drawing/2014/main" id="{DC9FDE36-6BCA-F174-233C-C3FE19C48A49}"/>
                </a:ext>
              </a:extLst>
            </p:cNvPr>
            <p:cNvCxnSpPr/>
            <p:nvPr/>
          </p:nvCxnSpPr>
          <p:spPr>
            <a:xfrm rot="10800000" flipH="1" flipV="1">
              <a:off x="6518136" y="4972537"/>
              <a:ext cx="697473" cy="149"/>
            </a:xfrm>
            <a:prstGeom prst="line">
              <a:avLst/>
            </a:prstGeom>
            <a:grpFill/>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49" name="Espaço Reservado para Texto 18">
            <a:extLst>
              <a:ext uri="{FF2B5EF4-FFF2-40B4-BE49-F238E27FC236}">
                <a16:creationId xmlns:a16="http://schemas.microsoft.com/office/drawing/2014/main" id="{9FDFE7C7-692C-0093-62E2-0414D1CE6A54}"/>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0" name="Espaço Reservado para Texto 13">
            <a:extLst>
              <a:ext uri="{FF2B5EF4-FFF2-40B4-BE49-F238E27FC236}">
                <a16:creationId xmlns:a16="http://schemas.microsoft.com/office/drawing/2014/main" id="{64271FFC-0C86-0C03-A5E4-17DF4E539B6D}"/>
              </a:ext>
            </a:extLst>
          </p:cNvPr>
          <p:cNvSpPr>
            <a:spLocks noGrp="1"/>
          </p:cNvSpPr>
          <p:nvPr>
            <p:ph type="body" sz="quarter" idx="23" hasCustomPrompt="1"/>
          </p:nvPr>
        </p:nvSpPr>
        <p:spPr>
          <a:xfrm>
            <a:off x="8273580" y="6920963"/>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52" name="Espaço Reservado para Texto 9">
            <a:extLst>
              <a:ext uri="{FF2B5EF4-FFF2-40B4-BE49-F238E27FC236}">
                <a16:creationId xmlns:a16="http://schemas.microsoft.com/office/drawing/2014/main" id="{4EB75AD5-6E33-BB07-58B0-905F25E50E5A}"/>
              </a:ext>
            </a:extLst>
          </p:cNvPr>
          <p:cNvSpPr>
            <a:spLocks noGrp="1"/>
          </p:cNvSpPr>
          <p:nvPr>
            <p:ph type="body" sz="quarter" idx="24" hasCustomPrompt="1"/>
          </p:nvPr>
        </p:nvSpPr>
        <p:spPr>
          <a:xfrm>
            <a:off x="1909565" y="4430455"/>
            <a:ext cx="2998494" cy="1160250"/>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1" name="Espaço Reservado para Texto 9"/>
          <p:cNvSpPr>
            <a:spLocks noGrp="1"/>
          </p:cNvSpPr>
          <p:nvPr>
            <p:ph type="body" sz="quarter" idx="16" hasCustomPrompt="1"/>
          </p:nvPr>
        </p:nvSpPr>
        <p:spPr>
          <a:xfrm>
            <a:off x="8266553" y="730139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Tree>
    <p:extLst>
      <p:ext uri="{BB962C8B-B14F-4D97-AF65-F5344CB8AC3E}">
        <p14:creationId xmlns:p14="http://schemas.microsoft.com/office/powerpoint/2010/main" val="140949150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rilha_SIS_3_1">
    <p:bg>
      <p:bgPr>
        <a:solidFill>
          <a:srgbClr val="EFEFEF"/>
        </a:solidFill>
        <a:effectLst/>
      </p:bgPr>
    </p:bg>
    <p:spTree>
      <p:nvGrpSpPr>
        <p:cNvPr id="1" name=""/>
        <p:cNvGrpSpPr/>
        <p:nvPr/>
      </p:nvGrpSpPr>
      <p:grpSpPr>
        <a:xfrm>
          <a:off x="0" y="0"/>
          <a:ext cx="0" cy="0"/>
          <a:chOff x="0" y="0"/>
          <a:chExt cx="0" cy="0"/>
        </a:xfrm>
      </p:grpSpPr>
      <p:sp>
        <p:nvSpPr>
          <p:cNvPr id="31" name="Elipse 30"/>
          <p:cNvSpPr/>
          <p:nvPr userDrawn="1"/>
        </p:nvSpPr>
        <p:spPr>
          <a:xfrm rot="5400000">
            <a:off x="7825149" y="4900209"/>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5679246" y="3493439"/>
            <a:ext cx="960122" cy="1046990"/>
          </a:xfrm>
          <a:prstGeom prst="rect">
            <a:avLst/>
          </a:prstGeom>
        </p:spPr>
      </p:pic>
      <p:cxnSp>
        <p:nvCxnSpPr>
          <p:cNvPr id="35" name="Conector angulado 34"/>
          <p:cNvCxnSpPr>
            <a:stCxn id="31" idx="6"/>
          </p:cNvCxnSpPr>
          <p:nvPr userDrawn="1"/>
        </p:nvCxnSpPr>
        <p:spPr>
          <a:xfrm rot="16200000" flipH="1">
            <a:off x="7850969" y="5400889"/>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6" name="Imagem 3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17020" y="5746346"/>
            <a:ext cx="960122" cy="1046990"/>
          </a:xfrm>
          <a:prstGeom prst="rect">
            <a:avLst/>
          </a:prstGeom>
        </p:spPr>
      </p:pic>
      <p:grpSp>
        <p:nvGrpSpPr>
          <p:cNvPr id="41" name="Grupo 40"/>
          <p:cNvGrpSpPr/>
          <p:nvPr userDrawn="1"/>
        </p:nvGrpSpPr>
        <p:grpSpPr>
          <a:xfrm rot="5400000">
            <a:off x="15570451" y="4715598"/>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21" name="Espaço Reservado para Texto 9"/>
          <p:cNvSpPr>
            <a:spLocks noGrp="1"/>
          </p:cNvSpPr>
          <p:nvPr userDrawn="1">
            <p:ph type="body" sz="quarter" idx="16" hasCustomPrompt="1"/>
          </p:nvPr>
        </p:nvSpPr>
        <p:spPr>
          <a:xfrm>
            <a:off x="8266553" y="693563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12679728" y="3148435"/>
            <a:ext cx="2998494" cy="1326356"/>
          </a:xfrm>
          <a:prstGeom prst="rect">
            <a:avLst/>
          </a:prstGeom>
        </p:spPr>
        <p:txBody>
          <a:bodyPr anchor="b"/>
          <a:lstStyle>
            <a:lvl1pPr marL="0" indent="0" algn="r">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15815731" y="3631682"/>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5" name="Espaço Reservado para Texto 18"/>
          <p:cNvSpPr>
            <a:spLocks noGrp="1"/>
          </p:cNvSpPr>
          <p:nvPr userDrawn="1">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pic>
        <p:nvPicPr>
          <p:cNvPr id="2" name="Imagem 31">
            <a:extLst>
              <a:ext uri="{FF2B5EF4-FFF2-40B4-BE49-F238E27FC236}">
                <a16:creationId xmlns:a16="http://schemas.microsoft.com/office/drawing/2014/main" id="{89EA1505-53FB-3B40-C91E-97FFB173BF3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9266" y="4724462"/>
            <a:ext cx="955550" cy="1046990"/>
          </a:xfrm>
          <a:prstGeom prst="rect">
            <a:avLst/>
          </a:prstGeom>
        </p:spPr>
      </p:pic>
      <p:grpSp>
        <p:nvGrpSpPr>
          <p:cNvPr id="4" name="Grupo 40">
            <a:extLst>
              <a:ext uri="{FF2B5EF4-FFF2-40B4-BE49-F238E27FC236}">
                <a16:creationId xmlns:a16="http://schemas.microsoft.com/office/drawing/2014/main" id="{24C6B366-85A2-991C-E13D-133B8F900EE3}"/>
              </a:ext>
            </a:extLst>
          </p:cNvPr>
          <p:cNvGrpSpPr/>
          <p:nvPr userDrawn="1"/>
        </p:nvGrpSpPr>
        <p:grpSpPr>
          <a:xfrm rot="5400000">
            <a:off x="772039" y="5752665"/>
            <a:ext cx="1289486" cy="351000"/>
            <a:chOff x="6518136" y="4850711"/>
            <a:chExt cx="859657" cy="234000"/>
          </a:xfrm>
        </p:grpSpPr>
        <p:sp>
          <p:nvSpPr>
            <p:cNvPr id="5" name="Elipse 41">
              <a:extLst>
                <a:ext uri="{FF2B5EF4-FFF2-40B4-BE49-F238E27FC236}">
                  <a16:creationId xmlns:a16="http://schemas.microsoft.com/office/drawing/2014/main" id="{3567D7DF-3C09-16F0-ECB6-D473B09C4715}"/>
                </a:ext>
              </a:extLst>
            </p:cNvPr>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6" name="Conector reto 42">
              <a:extLst>
                <a:ext uri="{FF2B5EF4-FFF2-40B4-BE49-F238E27FC236}">
                  <a16:creationId xmlns:a16="http://schemas.microsoft.com/office/drawing/2014/main" id="{1BBAA7DD-81AA-6A89-B500-5EE8714A68A8}"/>
                </a:ext>
              </a:extLst>
            </p:cNvPr>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7" name="Espaço Reservado para Texto 9">
            <a:extLst>
              <a:ext uri="{FF2B5EF4-FFF2-40B4-BE49-F238E27FC236}">
                <a16:creationId xmlns:a16="http://schemas.microsoft.com/office/drawing/2014/main" id="{4B8BE006-DD0E-F312-6C44-18A4F0E31D89}"/>
              </a:ext>
            </a:extLst>
          </p:cNvPr>
          <p:cNvSpPr>
            <a:spLocks noGrp="1"/>
          </p:cNvSpPr>
          <p:nvPr>
            <p:ph type="body" sz="quarter" idx="21" hasCustomPrompt="1"/>
          </p:nvPr>
        </p:nvSpPr>
        <p:spPr>
          <a:xfrm>
            <a:off x="1897661" y="5246650"/>
            <a:ext cx="2998494" cy="788389"/>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8" name="Espaço Reservado para Texto 18">
            <a:extLst>
              <a:ext uri="{FF2B5EF4-FFF2-40B4-BE49-F238E27FC236}">
                <a16:creationId xmlns:a16="http://schemas.microsoft.com/office/drawing/2014/main" id="{C0110B66-87B3-D006-65F4-833C1FD9D07C}"/>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9" name="Espaço Reservado para Texto 13">
            <a:extLst>
              <a:ext uri="{FF2B5EF4-FFF2-40B4-BE49-F238E27FC236}">
                <a16:creationId xmlns:a16="http://schemas.microsoft.com/office/drawing/2014/main" id="{ED33B234-5DA0-6742-AED0-82F454B955D2}"/>
              </a:ext>
            </a:extLst>
          </p:cNvPr>
          <p:cNvSpPr>
            <a:spLocks noGrp="1"/>
          </p:cNvSpPr>
          <p:nvPr>
            <p:ph type="body" sz="quarter" idx="23" hasCustomPrompt="1"/>
          </p:nvPr>
        </p:nvSpPr>
        <p:spPr>
          <a:xfrm>
            <a:off x="1900253" y="4879142"/>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Tree>
    <p:extLst>
      <p:ext uri="{BB962C8B-B14F-4D97-AF65-F5344CB8AC3E}">
        <p14:creationId xmlns:p14="http://schemas.microsoft.com/office/powerpoint/2010/main" val="29929587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rilha_SIS_2_2">
    <p:bg>
      <p:bgPr>
        <a:solidFill>
          <a:srgbClr val="EFEFEF"/>
        </a:solidFill>
        <a:effectLst/>
      </p:bgPr>
    </p:bg>
    <p:spTree>
      <p:nvGrpSpPr>
        <p:cNvPr id="1" name=""/>
        <p:cNvGrpSpPr/>
        <p:nvPr/>
      </p:nvGrpSpPr>
      <p:grpSpPr>
        <a:xfrm>
          <a:off x="0" y="0"/>
          <a:ext cx="0" cy="0"/>
          <a:chOff x="0" y="0"/>
          <a:chExt cx="0" cy="0"/>
        </a:xfrm>
      </p:grpSpPr>
      <p:pic>
        <p:nvPicPr>
          <p:cNvPr id="53" name="Imagem 31">
            <a:extLst>
              <a:ext uri="{FF2B5EF4-FFF2-40B4-BE49-F238E27FC236}">
                <a16:creationId xmlns:a16="http://schemas.microsoft.com/office/drawing/2014/main" id="{C8E34D0E-266E-12AA-B4EB-1E523A373CD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1201" y="4734151"/>
            <a:ext cx="960122" cy="1046990"/>
          </a:xfrm>
          <a:prstGeom prst="rect">
            <a:avLst/>
          </a:prstGeom>
        </p:spPr>
      </p:pic>
      <p:pic>
        <p:nvPicPr>
          <p:cNvPr id="51" name="Imagem 31">
            <a:extLst>
              <a:ext uri="{FF2B5EF4-FFF2-40B4-BE49-F238E27FC236}">
                <a16:creationId xmlns:a16="http://schemas.microsoft.com/office/drawing/2014/main" id="{2EA33C3F-2674-839C-D54B-3EE467C38C2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221592" y="5746345"/>
            <a:ext cx="955550" cy="1046990"/>
          </a:xfrm>
          <a:prstGeom prst="rect">
            <a:avLst/>
          </a:prstGeom>
        </p:spPr>
      </p:pic>
      <p:sp>
        <p:nvSpPr>
          <p:cNvPr id="2" name="Elipse 30">
            <a:extLst>
              <a:ext uri="{FF2B5EF4-FFF2-40B4-BE49-F238E27FC236}">
                <a16:creationId xmlns:a16="http://schemas.microsoft.com/office/drawing/2014/main" id="{00E9A901-C5A5-B9DC-CA28-B0A760D5B140}"/>
              </a:ext>
            </a:extLst>
          </p:cNvPr>
          <p:cNvSpPr/>
          <p:nvPr userDrawn="1"/>
        </p:nvSpPr>
        <p:spPr>
          <a:xfrm rot="5400000">
            <a:off x="7825149" y="4900209"/>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 name="Conector angulado 34">
            <a:extLst>
              <a:ext uri="{FF2B5EF4-FFF2-40B4-BE49-F238E27FC236}">
                <a16:creationId xmlns:a16="http://schemas.microsoft.com/office/drawing/2014/main" id="{619F2878-1FD7-B64B-F094-5CA4F5D1689B}"/>
              </a:ext>
            </a:extLst>
          </p:cNvPr>
          <p:cNvCxnSpPr>
            <a:stCxn id="2" idx="6"/>
          </p:cNvCxnSpPr>
          <p:nvPr userDrawn="1"/>
        </p:nvCxnSpPr>
        <p:spPr>
          <a:xfrm rot="16200000" flipH="1">
            <a:off x="7850969" y="5400889"/>
            <a:ext cx="1198094" cy="898733"/>
          </a:xfrm>
          <a:prstGeom prst="bentConnector3">
            <a:avLst>
              <a:gd name="adj1" fmla="val 92688"/>
            </a:avLst>
          </a:prstGeom>
          <a:ln>
            <a:solidFill>
              <a:srgbClr val="EE2026"/>
            </a:solidFill>
          </a:ln>
        </p:spPr>
        <p:style>
          <a:lnRef idx="1">
            <a:schemeClr val="accent1"/>
          </a:lnRef>
          <a:fillRef idx="0">
            <a:schemeClr val="accent1"/>
          </a:fillRef>
          <a:effectRef idx="0">
            <a:schemeClr val="accent1"/>
          </a:effectRef>
          <a:fontRef idx="minor">
            <a:schemeClr val="tx1"/>
          </a:fontRef>
        </p:style>
      </p:cxnSp>
      <p:sp>
        <p:nvSpPr>
          <p:cNvPr id="38" name="Espaço Reservado para Texto 18">
            <a:extLst>
              <a:ext uri="{FF2B5EF4-FFF2-40B4-BE49-F238E27FC236}">
                <a16:creationId xmlns:a16="http://schemas.microsoft.com/office/drawing/2014/main" id="{8BD0E57A-36B1-6833-C62A-A95E69EB55AB}"/>
              </a:ext>
            </a:extLst>
          </p:cNvPr>
          <p:cNvSpPr>
            <a:spLocks noGrp="1"/>
          </p:cNvSpPr>
          <p:nvPr>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45" name="Grupo 40">
            <a:extLst>
              <a:ext uri="{FF2B5EF4-FFF2-40B4-BE49-F238E27FC236}">
                <a16:creationId xmlns:a16="http://schemas.microsoft.com/office/drawing/2014/main" id="{578F0D4F-D74D-C182-AE9E-A1C5A7BB0675}"/>
              </a:ext>
            </a:extLst>
          </p:cNvPr>
          <p:cNvGrpSpPr/>
          <p:nvPr userDrawn="1"/>
        </p:nvGrpSpPr>
        <p:grpSpPr>
          <a:xfrm rot="5400000">
            <a:off x="772039" y="5752665"/>
            <a:ext cx="1289486" cy="351000"/>
            <a:chOff x="6518136" y="4850711"/>
            <a:chExt cx="859657" cy="234000"/>
          </a:xfrm>
          <a:solidFill>
            <a:srgbClr val="060303"/>
          </a:solidFill>
        </p:grpSpPr>
        <p:sp>
          <p:nvSpPr>
            <p:cNvPr id="46" name="Elipse 41">
              <a:extLst>
                <a:ext uri="{FF2B5EF4-FFF2-40B4-BE49-F238E27FC236}">
                  <a16:creationId xmlns:a16="http://schemas.microsoft.com/office/drawing/2014/main" id="{A752E9A1-E5F0-348C-88FE-473BB16A9BB3}"/>
                </a:ext>
              </a:extLst>
            </p:cNvPr>
            <p:cNvSpPr/>
            <p:nvPr/>
          </p:nvSpPr>
          <p:spPr>
            <a:xfrm>
              <a:off x="7143793" y="4850711"/>
              <a:ext cx="234000" cy="234000"/>
            </a:xfrm>
            <a:prstGeom prst="ellipse">
              <a:avLst/>
            </a:prstGeom>
            <a:grpFill/>
            <a:ln>
              <a:solidFill>
                <a:srgbClr val="0603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7" name="Conector reto 42">
              <a:extLst>
                <a:ext uri="{FF2B5EF4-FFF2-40B4-BE49-F238E27FC236}">
                  <a16:creationId xmlns:a16="http://schemas.microsoft.com/office/drawing/2014/main" id="{DC9FDE36-6BCA-F174-233C-C3FE19C48A49}"/>
                </a:ext>
              </a:extLst>
            </p:cNvPr>
            <p:cNvCxnSpPr/>
            <p:nvPr/>
          </p:nvCxnSpPr>
          <p:spPr>
            <a:xfrm rot="10800000" flipH="1" flipV="1">
              <a:off x="6518136" y="4972537"/>
              <a:ext cx="697473" cy="149"/>
            </a:xfrm>
            <a:prstGeom prst="line">
              <a:avLst/>
            </a:prstGeom>
            <a:grpFill/>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49" name="Espaço Reservado para Texto 18">
            <a:extLst>
              <a:ext uri="{FF2B5EF4-FFF2-40B4-BE49-F238E27FC236}">
                <a16:creationId xmlns:a16="http://schemas.microsoft.com/office/drawing/2014/main" id="{9FDFE7C7-692C-0093-62E2-0414D1CE6A54}"/>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0" name="Espaço Reservado para Texto 13">
            <a:extLst>
              <a:ext uri="{FF2B5EF4-FFF2-40B4-BE49-F238E27FC236}">
                <a16:creationId xmlns:a16="http://schemas.microsoft.com/office/drawing/2014/main" id="{64271FFC-0C86-0C03-A5E4-17DF4E539B6D}"/>
              </a:ext>
            </a:extLst>
          </p:cNvPr>
          <p:cNvSpPr>
            <a:spLocks noGrp="1"/>
          </p:cNvSpPr>
          <p:nvPr>
            <p:ph type="body" sz="quarter" idx="23" hasCustomPrompt="1"/>
          </p:nvPr>
        </p:nvSpPr>
        <p:spPr>
          <a:xfrm>
            <a:off x="8273580" y="6920963"/>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52" name="Espaço Reservado para Texto 9">
            <a:extLst>
              <a:ext uri="{FF2B5EF4-FFF2-40B4-BE49-F238E27FC236}">
                <a16:creationId xmlns:a16="http://schemas.microsoft.com/office/drawing/2014/main" id="{4EB75AD5-6E33-BB07-58B0-905F25E50E5A}"/>
              </a:ext>
            </a:extLst>
          </p:cNvPr>
          <p:cNvSpPr>
            <a:spLocks noGrp="1"/>
          </p:cNvSpPr>
          <p:nvPr>
            <p:ph type="body" sz="quarter" idx="24" hasCustomPrompt="1"/>
          </p:nvPr>
        </p:nvSpPr>
        <p:spPr>
          <a:xfrm>
            <a:off x="1909565" y="4430455"/>
            <a:ext cx="2998494" cy="1160250"/>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1" name="Espaço Reservado para Texto 9"/>
          <p:cNvSpPr>
            <a:spLocks noGrp="1"/>
          </p:cNvSpPr>
          <p:nvPr>
            <p:ph type="body" sz="quarter" idx="16" hasCustomPrompt="1"/>
          </p:nvPr>
        </p:nvSpPr>
        <p:spPr>
          <a:xfrm>
            <a:off x="8266553" y="730139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Tree>
    <p:extLst>
      <p:ext uri="{BB962C8B-B14F-4D97-AF65-F5344CB8AC3E}">
        <p14:creationId xmlns:p14="http://schemas.microsoft.com/office/powerpoint/2010/main" val="6536803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rilha_SIS_2_1">
    <p:bg>
      <p:bgPr>
        <a:solidFill>
          <a:srgbClr val="EFEFEF"/>
        </a:solidFill>
        <a:effectLst/>
      </p:bgPr>
    </p:bg>
    <p:spTree>
      <p:nvGrpSpPr>
        <p:cNvPr id="1" name=""/>
        <p:cNvGrpSpPr/>
        <p:nvPr/>
      </p:nvGrpSpPr>
      <p:grpSpPr>
        <a:xfrm>
          <a:off x="0" y="0"/>
          <a:ext cx="0" cy="0"/>
          <a:chOff x="0" y="0"/>
          <a:chExt cx="0" cy="0"/>
        </a:xfrm>
      </p:grpSpPr>
      <p:sp>
        <p:nvSpPr>
          <p:cNvPr id="31" name="Elipse 30"/>
          <p:cNvSpPr/>
          <p:nvPr userDrawn="1"/>
        </p:nvSpPr>
        <p:spPr>
          <a:xfrm rot="5400000">
            <a:off x="7825149" y="4900209"/>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5" name="Conector angulado 34"/>
          <p:cNvCxnSpPr>
            <a:stCxn id="31" idx="6"/>
          </p:cNvCxnSpPr>
          <p:nvPr userDrawn="1"/>
        </p:nvCxnSpPr>
        <p:spPr>
          <a:xfrm rot="16200000" flipH="1">
            <a:off x="7850969" y="5400889"/>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6" name="Imagem 3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17020" y="5746346"/>
            <a:ext cx="960122" cy="1046990"/>
          </a:xfrm>
          <a:prstGeom prst="rect">
            <a:avLst/>
          </a:prstGeom>
        </p:spPr>
      </p:pic>
      <p:sp>
        <p:nvSpPr>
          <p:cNvPr id="21" name="Espaço Reservado para Texto 9"/>
          <p:cNvSpPr>
            <a:spLocks noGrp="1"/>
          </p:cNvSpPr>
          <p:nvPr userDrawn="1">
            <p:ph type="body" sz="quarter" idx="16" hasCustomPrompt="1"/>
          </p:nvPr>
        </p:nvSpPr>
        <p:spPr>
          <a:xfrm>
            <a:off x="8266553" y="693563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5" name="Espaço Reservado para Texto 18"/>
          <p:cNvSpPr>
            <a:spLocks noGrp="1"/>
          </p:cNvSpPr>
          <p:nvPr userDrawn="1">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pic>
        <p:nvPicPr>
          <p:cNvPr id="2" name="Imagem 31">
            <a:extLst>
              <a:ext uri="{FF2B5EF4-FFF2-40B4-BE49-F238E27FC236}">
                <a16:creationId xmlns:a16="http://schemas.microsoft.com/office/drawing/2014/main" id="{89EA1505-53FB-3B40-C91E-97FFB173BF3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9266" y="4724462"/>
            <a:ext cx="955550" cy="1046990"/>
          </a:xfrm>
          <a:prstGeom prst="rect">
            <a:avLst/>
          </a:prstGeom>
        </p:spPr>
      </p:pic>
      <p:grpSp>
        <p:nvGrpSpPr>
          <p:cNvPr id="4" name="Grupo 40">
            <a:extLst>
              <a:ext uri="{FF2B5EF4-FFF2-40B4-BE49-F238E27FC236}">
                <a16:creationId xmlns:a16="http://schemas.microsoft.com/office/drawing/2014/main" id="{24C6B366-85A2-991C-E13D-133B8F900EE3}"/>
              </a:ext>
            </a:extLst>
          </p:cNvPr>
          <p:cNvGrpSpPr/>
          <p:nvPr userDrawn="1"/>
        </p:nvGrpSpPr>
        <p:grpSpPr>
          <a:xfrm rot="5400000">
            <a:off x="772039" y="5752665"/>
            <a:ext cx="1289486" cy="351000"/>
            <a:chOff x="6518136" y="4850711"/>
            <a:chExt cx="859657" cy="234000"/>
          </a:xfrm>
        </p:grpSpPr>
        <p:sp>
          <p:nvSpPr>
            <p:cNvPr id="5" name="Elipse 41">
              <a:extLst>
                <a:ext uri="{FF2B5EF4-FFF2-40B4-BE49-F238E27FC236}">
                  <a16:creationId xmlns:a16="http://schemas.microsoft.com/office/drawing/2014/main" id="{3567D7DF-3C09-16F0-ECB6-D473B09C4715}"/>
                </a:ext>
              </a:extLst>
            </p:cNvPr>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6" name="Conector reto 42">
              <a:extLst>
                <a:ext uri="{FF2B5EF4-FFF2-40B4-BE49-F238E27FC236}">
                  <a16:creationId xmlns:a16="http://schemas.microsoft.com/office/drawing/2014/main" id="{1BBAA7DD-81AA-6A89-B500-5EE8714A68A8}"/>
                </a:ext>
              </a:extLst>
            </p:cNvPr>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7" name="Espaço Reservado para Texto 9">
            <a:extLst>
              <a:ext uri="{FF2B5EF4-FFF2-40B4-BE49-F238E27FC236}">
                <a16:creationId xmlns:a16="http://schemas.microsoft.com/office/drawing/2014/main" id="{4B8BE006-DD0E-F312-6C44-18A4F0E31D89}"/>
              </a:ext>
            </a:extLst>
          </p:cNvPr>
          <p:cNvSpPr>
            <a:spLocks noGrp="1"/>
          </p:cNvSpPr>
          <p:nvPr>
            <p:ph type="body" sz="quarter" idx="21" hasCustomPrompt="1"/>
          </p:nvPr>
        </p:nvSpPr>
        <p:spPr>
          <a:xfrm>
            <a:off x="1897661" y="5246650"/>
            <a:ext cx="2998494" cy="788389"/>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8" name="Espaço Reservado para Texto 18">
            <a:extLst>
              <a:ext uri="{FF2B5EF4-FFF2-40B4-BE49-F238E27FC236}">
                <a16:creationId xmlns:a16="http://schemas.microsoft.com/office/drawing/2014/main" id="{C0110B66-87B3-D006-65F4-833C1FD9D07C}"/>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9" name="Espaço Reservado para Texto 13">
            <a:extLst>
              <a:ext uri="{FF2B5EF4-FFF2-40B4-BE49-F238E27FC236}">
                <a16:creationId xmlns:a16="http://schemas.microsoft.com/office/drawing/2014/main" id="{ED33B234-5DA0-6742-AED0-82F454B955D2}"/>
              </a:ext>
            </a:extLst>
          </p:cNvPr>
          <p:cNvSpPr>
            <a:spLocks noGrp="1"/>
          </p:cNvSpPr>
          <p:nvPr>
            <p:ph type="body" sz="quarter" idx="23" hasCustomPrompt="1"/>
          </p:nvPr>
        </p:nvSpPr>
        <p:spPr>
          <a:xfrm>
            <a:off x="1900253" y="4879142"/>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Tree>
    <p:extLst>
      <p:ext uri="{BB962C8B-B14F-4D97-AF65-F5344CB8AC3E}">
        <p14:creationId xmlns:p14="http://schemas.microsoft.com/office/powerpoint/2010/main" val="41724339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rilha_SIS_1">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80DEC414-B9BB-D43D-CEAE-AE24D519E556}"/>
              </a:ext>
            </a:extLst>
          </p:cNvPr>
          <p:cNvPicPr>
            <a:picLocks noChangeAspect="1"/>
          </p:cNvPicPr>
          <p:nvPr userDrawn="1"/>
        </p:nvPicPr>
        <p:blipFill>
          <a:blip r:embed="rId2"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4" name="Imagem 3">
            <a:extLst>
              <a:ext uri="{FF2B5EF4-FFF2-40B4-BE49-F238E27FC236}">
                <a16:creationId xmlns:a16="http://schemas.microsoft.com/office/drawing/2014/main" id="{9EABDEFB-34C2-857E-ADD2-E7314C1D8A3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1699858" y="1367208"/>
            <a:ext cx="6615378" cy="8919792"/>
          </a:xfrm>
          <a:prstGeom prst="rect">
            <a:avLst/>
          </a:prstGeom>
        </p:spPr>
      </p:pic>
    </p:spTree>
    <p:extLst>
      <p:ext uri="{BB962C8B-B14F-4D97-AF65-F5344CB8AC3E}">
        <p14:creationId xmlns:p14="http://schemas.microsoft.com/office/powerpoint/2010/main" val="1422992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8288000" cy="10287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1A89601B-DC6A-C5C7-7A75-4A38C6475817}"/>
              </a:ext>
            </a:extLst>
          </p:cNvPr>
          <p:cNvPicPr>
            <a:picLocks/>
          </p:cNvPicPr>
          <p:nvPr userDrawn="1"/>
        </p:nvPicPr>
        <p:blipFill>
          <a:blip r:embed="rId2"/>
          <a:stretch>
            <a:fillRect/>
          </a:stretch>
        </p:blipFill>
        <p:spPr>
          <a:xfrm>
            <a:off x="8704814" y="2055603"/>
            <a:ext cx="6307210" cy="4564807"/>
          </a:xfrm>
          <a:prstGeom prst="rect">
            <a:avLst/>
          </a:prstGeom>
        </p:spPr>
      </p:pic>
      <p:pic>
        <p:nvPicPr>
          <p:cNvPr id="9" name="Imagem 8">
            <a:extLst>
              <a:ext uri="{FF2B5EF4-FFF2-40B4-BE49-F238E27FC236}">
                <a16:creationId xmlns:a16="http://schemas.microsoft.com/office/drawing/2014/main" id="{AB65F5F1-8BC9-80C9-78BC-741B99B99E2B}"/>
              </a:ext>
            </a:extLst>
          </p:cNvPr>
          <p:cNvPicPr>
            <a:picLocks/>
          </p:cNvPicPr>
          <p:nvPr userDrawn="1"/>
        </p:nvPicPr>
        <p:blipFill>
          <a:blip r:embed="rId2"/>
          <a:stretch>
            <a:fillRect/>
          </a:stretch>
        </p:blipFill>
        <p:spPr>
          <a:xfrm>
            <a:off x="8704814" y="2055603"/>
            <a:ext cx="6307210" cy="456480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3224043" y="3598169"/>
            <a:ext cx="5102506" cy="2344928"/>
          </a:xfrm>
          <a:prstGeom prst="rect">
            <a:avLst/>
          </a:prstGeom>
        </p:spPr>
        <p:txBody>
          <a:bodyPr lIns="0" tIns="0" rIns="0" bIns="0" rtlCol="0" anchor="t">
            <a:spAutoFit/>
          </a:bodyPr>
          <a:lstStyle/>
          <a:p>
            <a:pPr algn="r">
              <a:lnSpc>
                <a:spcPts val="6015"/>
              </a:lnSpc>
            </a:pPr>
            <a:r>
              <a:rPr lang="pt-BR" sz="6399" noProof="0">
                <a:solidFill>
                  <a:srgbClr val="000000"/>
                </a:solidFill>
                <a:latin typeface="Poppins Bold"/>
              </a:rPr>
              <a:t>Educação Profissional Paulista</a:t>
            </a:r>
          </a:p>
        </p:txBody>
      </p:sp>
      <p:sp>
        <p:nvSpPr>
          <p:cNvPr id="2" name="TextBox 5">
            <a:extLst>
              <a:ext uri="{FF2B5EF4-FFF2-40B4-BE49-F238E27FC236}">
                <a16:creationId xmlns:a16="http://schemas.microsoft.com/office/drawing/2014/main" id="{6DBC72C7-C710-800A-C379-F6C1DBE65031}"/>
              </a:ext>
            </a:extLst>
          </p:cNvPr>
          <p:cNvSpPr txBox="1"/>
          <p:nvPr userDrawn="1"/>
        </p:nvSpPr>
        <p:spPr>
          <a:xfrm>
            <a:off x="9104402" y="3475910"/>
            <a:ext cx="5367683" cy="846386"/>
          </a:xfrm>
          <a:prstGeom prst="rect">
            <a:avLst/>
          </a:prstGeom>
        </p:spPr>
        <p:txBody>
          <a:bodyPr lIns="0" tIns="0" rIns="0" bIns="0" rtlCol="0" anchor="t">
            <a:spAutoFit/>
          </a:bodyPr>
          <a:lstStyle/>
          <a:p>
            <a:pPr>
              <a:lnSpc>
                <a:spcPts val="6845"/>
              </a:lnSpc>
            </a:pPr>
            <a:r>
              <a:rPr lang="pt-BR" sz="5000" noProof="0">
                <a:solidFill>
                  <a:srgbClr val="FFFFFF"/>
                </a:solidFill>
                <a:latin typeface="Poppins Light"/>
              </a:rPr>
              <a:t>Técnico em </a:t>
            </a:r>
          </a:p>
        </p:txBody>
      </p:sp>
      <p:sp>
        <p:nvSpPr>
          <p:cNvPr id="4" name="TextBox 6">
            <a:extLst>
              <a:ext uri="{FF2B5EF4-FFF2-40B4-BE49-F238E27FC236}">
                <a16:creationId xmlns:a16="http://schemas.microsoft.com/office/drawing/2014/main" id="{6C42670F-F865-673C-461A-99A20C35AD88}"/>
              </a:ext>
            </a:extLst>
          </p:cNvPr>
          <p:cNvSpPr txBox="1"/>
          <p:nvPr userDrawn="1"/>
        </p:nvSpPr>
        <p:spPr>
          <a:xfrm>
            <a:off x="9174600" y="4344718"/>
            <a:ext cx="5510664" cy="1446550"/>
          </a:xfrm>
          <a:prstGeom prst="rect">
            <a:avLst/>
          </a:prstGeom>
        </p:spPr>
        <p:txBody>
          <a:bodyPr wrap="square" lIns="0" tIns="0" rIns="0" bIns="0" rtlCol="0" anchor="t">
            <a:spAutoFit/>
          </a:bodyPr>
          <a:lstStyle/>
          <a:p>
            <a:pPr>
              <a:lnSpc>
                <a:spcPct val="100000"/>
              </a:lnSpc>
            </a:pPr>
            <a:r>
              <a:rPr lang="pt-BR" sz="4700" noProof="0">
                <a:solidFill>
                  <a:srgbClr val="FFFFFF"/>
                </a:solidFill>
                <a:latin typeface="Poppins Bold"/>
              </a:rPr>
              <a:t>Desenvolvimento de Sistemas</a:t>
            </a:r>
          </a:p>
        </p:txBody>
      </p:sp>
    </p:spTree>
    <p:extLst>
      <p:ext uri="{BB962C8B-B14F-4D97-AF65-F5344CB8AC3E}">
        <p14:creationId xmlns:p14="http://schemas.microsoft.com/office/powerpoint/2010/main" val="1945585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8A610ACC-90D2-5456-1F39-1F02FE18018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1" name="Imagem 10">
            <a:extLst>
              <a:ext uri="{FF2B5EF4-FFF2-40B4-BE49-F238E27FC236}">
                <a16:creationId xmlns:a16="http://schemas.microsoft.com/office/drawing/2014/main" id="{CA1C62F5-EC3D-5B1F-E43B-545370AE40B0}"/>
              </a:ext>
            </a:extLst>
          </p:cNvPr>
          <p:cNvPicPr>
            <a:picLocks/>
          </p:cNvPicPr>
          <p:nvPr userDrawn="1"/>
        </p:nvPicPr>
        <p:blipFill>
          <a:blip r:embed="rId3"/>
          <a:stretch>
            <a:fillRect/>
          </a:stretch>
        </p:blipFill>
        <p:spPr>
          <a:xfrm>
            <a:off x="0" y="0"/>
            <a:ext cx="12848420" cy="8071212"/>
          </a:xfrm>
          <a:prstGeom prst="rect">
            <a:avLst/>
          </a:prstGeom>
        </p:spPr>
      </p:pic>
      <p:pic>
        <p:nvPicPr>
          <p:cNvPr id="14" name="Imagem 13">
            <a:extLst>
              <a:ext uri="{FF2B5EF4-FFF2-40B4-BE49-F238E27FC236}">
                <a16:creationId xmlns:a16="http://schemas.microsoft.com/office/drawing/2014/main" id="{23F2AE8B-7796-5EC8-4E5D-18F9CE8D3561}"/>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a:solidFill>
                  <a:srgbClr val="FF161F"/>
                </a:solidFill>
              </a:rPr>
              <a:t>Orientações ao Professor</a:t>
            </a:r>
          </a:p>
        </p:txBody>
      </p:sp>
    </p:spTree>
    <p:extLst>
      <p:ext uri="{BB962C8B-B14F-4D97-AF65-F5344CB8AC3E}">
        <p14:creationId xmlns:p14="http://schemas.microsoft.com/office/powerpoint/2010/main" val="32404141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preserve="1" userDrawn="1">
  <p:cSld name="Title Only">
    <p:spTree>
      <p:nvGrpSpPr>
        <p:cNvPr id="1" name="Shape 16"/>
        <p:cNvGrpSpPr/>
        <p:nvPr/>
      </p:nvGrpSpPr>
      <p:grpSpPr>
        <a:xfrm>
          <a:off x="0" y="0"/>
          <a:ext cx="0" cy="0"/>
          <a:chOff x="0" y="0"/>
          <a:chExt cx="0" cy="0"/>
        </a:xfrm>
      </p:grpSpPr>
      <p:pic>
        <p:nvPicPr>
          <p:cNvPr id="6" name="Google Shape;164;p15">
            <a:extLst>
              <a:ext uri="{FF2B5EF4-FFF2-40B4-BE49-F238E27FC236}">
                <a16:creationId xmlns:a16="http://schemas.microsoft.com/office/drawing/2014/main" id="{2A40035A-46AA-DFA0-4141-7C162F3C6DE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r="-3854"/>
          <a:stretch/>
        </p:blipFill>
        <p:spPr>
          <a:xfrm>
            <a:off x="0" y="0"/>
            <a:ext cx="8787534" cy="10287000"/>
          </a:xfrm>
          <a:prstGeom prst="rect">
            <a:avLst/>
          </a:prstGeom>
          <a:noFill/>
          <a:ln>
            <a:noFill/>
          </a:ln>
        </p:spPr>
      </p:pic>
      <p:sp>
        <p:nvSpPr>
          <p:cNvPr id="4" name="Retângulo 3">
            <a:extLst>
              <a:ext uri="{FF2B5EF4-FFF2-40B4-BE49-F238E27FC236}">
                <a16:creationId xmlns:a16="http://schemas.microsoft.com/office/drawing/2014/main" id="{569D7266-D0C4-A44D-9827-A0C02D9BAFF7}"/>
              </a:ext>
            </a:extLst>
          </p:cNvPr>
          <p:cNvSpPr/>
          <p:nvPr userDrawn="1"/>
        </p:nvSpPr>
        <p:spPr>
          <a:xfrm>
            <a:off x="8299521" y="-1"/>
            <a:ext cx="10013430" cy="10285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2203554" y="151400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2" name="Espaço Reservado para Texto 11">
            <a:extLst>
              <a:ext uri="{FF2B5EF4-FFF2-40B4-BE49-F238E27FC236}">
                <a16:creationId xmlns:a16="http://schemas.microsoft.com/office/drawing/2014/main" id="{5324B01E-494B-5E4B-E130-7F8451233889}"/>
              </a:ext>
            </a:extLst>
          </p:cNvPr>
          <p:cNvSpPr>
            <a:spLocks noGrp="1"/>
          </p:cNvSpPr>
          <p:nvPr>
            <p:ph type="body" sz="quarter" idx="10"/>
          </p:nvPr>
        </p:nvSpPr>
        <p:spPr>
          <a:xfrm>
            <a:off x="1035051" y="3822700"/>
            <a:ext cx="4076596" cy="3313113"/>
          </a:xfrm>
          <a:prstGeom prst="rect">
            <a:avLst/>
          </a:prstGeom>
        </p:spPr>
        <p:txBody>
          <a:bodyPr/>
          <a:lstStyle>
            <a:lvl1pPr>
              <a:defRPr sz="1800"/>
            </a:lvl1pPr>
          </a:lstStyle>
          <a:p>
            <a:pPr lvl="0"/>
            <a:endParaRPr lang="pt-BR"/>
          </a:p>
        </p:txBody>
      </p:sp>
      <p:sp>
        <p:nvSpPr>
          <p:cNvPr id="13" name="Espaço Reservado para Texto 11">
            <a:extLst>
              <a:ext uri="{FF2B5EF4-FFF2-40B4-BE49-F238E27FC236}">
                <a16:creationId xmlns:a16="http://schemas.microsoft.com/office/drawing/2014/main" id="{D70461BD-1593-C70D-1057-4FD1447C604E}"/>
              </a:ext>
            </a:extLst>
          </p:cNvPr>
          <p:cNvSpPr>
            <a:spLocks noGrp="1"/>
          </p:cNvSpPr>
          <p:nvPr>
            <p:ph type="body" sz="quarter" idx="11"/>
          </p:nvPr>
        </p:nvSpPr>
        <p:spPr>
          <a:xfrm>
            <a:off x="12997201" y="404944"/>
            <a:ext cx="4076596" cy="1139044"/>
          </a:xfrm>
          <a:prstGeom prst="rect">
            <a:avLst/>
          </a:prstGeom>
        </p:spPr>
        <p:txBody>
          <a:bodyPr/>
          <a:lstStyle>
            <a:lvl1pPr>
              <a:defRPr sz="1800"/>
            </a:lvl1pPr>
          </a:lstStyle>
          <a:p>
            <a:pPr lvl="0"/>
            <a:endParaRPr lang="pt-BR"/>
          </a:p>
        </p:txBody>
      </p:sp>
      <p:sp>
        <p:nvSpPr>
          <p:cNvPr id="14" name="Espaço Reservado para Texto 11">
            <a:extLst>
              <a:ext uri="{FF2B5EF4-FFF2-40B4-BE49-F238E27FC236}">
                <a16:creationId xmlns:a16="http://schemas.microsoft.com/office/drawing/2014/main" id="{78BE3200-A19B-129C-0001-7074E2293354}"/>
              </a:ext>
            </a:extLst>
          </p:cNvPr>
          <p:cNvSpPr>
            <a:spLocks noGrp="1"/>
          </p:cNvSpPr>
          <p:nvPr>
            <p:ph type="body" sz="quarter" idx="12"/>
          </p:nvPr>
        </p:nvSpPr>
        <p:spPr>
          <a:xfrm>
            <a:off x="12997201" y="1888970"/>
            <a:ext cx="4076596" cy="1139044"/>
          </a:xfrm>
          <a:prstGeom prst="rect">
            <a:avLst/>
          </a:prstGeom>
        </p:spPr>
        <p:txBody>
          <a:bodyPr/>
          <a:lstStyle>
            <a:lvl1pPr>
              <a:defRPr sz="1800"/>
            </a:lvl1pPr>
          </a:lstStyle>
          <a:p>
            <a:pPr lvl="0"/>
            <a:endParaRPr lang="pt-BR"/>
          </a:p>
        </p:txBody>
      </p:sp>
      <p:sp>
        <p:nvSpPr>
          <p:cNvPr id="15" name="Espaço Reservado para Texto 11">
            <a:extLst>
              <a:ext uri="{FF2B5EF4-FFF2-40B4-BE49-F238E27FC236}">
                <a16:creationId xmlns:a16="http://schemas.microsoft.com/office/drawing/2014/main" id="{D5B1F210-DB8A-2C19-6DC1-04B1A4E69F9E}"/>
              </a:ext>
            </a:extLst>
          </p:cNvPr>
          <p:cNvSpPr>
            <a:spLocks noGrp="1"/>
          </p:cNvSpPr>
          <p:nvPr>
            <p:ph type="body" sz="quarter" idx="13"/>
          </p:nvPr>
        </p:nvSpPr>
        <p:spPr>
          <a:xfrm>
            <a:off x="12997201" y="3552879"/>
            <a:ext cx="4076596" cy="1139044"/>
          </a:xfrm>
          <a:prstGeom prst="rect">
            <a:avLst/>
          </a:prstGeom>
        </p:spPr>
        <p:txBody>
          <a:bodyPr/>
          <a:lstStyle>
            <a:lvl1pPr>
              <a:defRPr sz="1800"/>
            </a:lvl1pPr>
          </a:lstStyle>
          <a:p>
            <a:pPr lvl="0"/>
            <a:endParaRPr lang="pt-BR"/>
          </a:p>
        </p:txBody>
      </p:sp>
      <p:sp>
        <p:nvSpPr>
          <p:cNvPr id="16" name="Espaço Reservado para Texto 11">
            <a:extLst>
              <a:ext uri="{FF2B5EF4-FFF2-40B4-BE49-F238E27FC236}">
                <a16:creationId xmlns:a16="http://schemas.microsoft.com/office/drawing/2014/main" id="{AEDDDAF3-00C6-4448-54A0-F213582A9D36}"/>
              </a:ext>
            </a:extLst>
          </p:cNvPr>
          <p:cNvSpPr>
            <a:spLocks noGrp="1"/>
          </p:cNvSpPr>
          <p:nvPr>
            <p:ph type="body" sz="quarter" idx="14"/>
          </p:nvPr>
        </p:nvSpPr>
        <p:spPr>
          <a:xfrm>
            <a:off x="12997201" y="5531581"/>
            <a:ext cx="4076596" cy="1139044"/>
          </a:xfrm>
          <a:prstGeom prst="rect">
            <a:avLst/>
          </a:prstGeom>
        </p:spPr>
        <p:txBody>
          <a:bodyPr/>
          <a:lstStyle>
            <a:lvl1pPr>
              <a:defRPr sz="1800"/>
            </a:lvl1pPr>
          </a:lstStyle>
          <a:p>
            <a:pPr lvl="0"/>
            <a:endParaRPr lang="pt-BR"/>
          </a:p>
        </p:txBody>
      </p:sp>
      <p:sp>
        <p:nvSpPr>
          <p:cNvPr id="17" name="Espaço Reservado para Texto 11">
            <a:extLst>
              <a:ext uri="{FF2B5EF4-FFF2-40B4-BE49-F238E27FC236}">
                <a16:creationId xmlns:a16="http://schemas.microsoft.com/office/drawing/2014/main" id="{33351543-E05B-156E-AB33-2E725E3AE564}"/>
              </a:ext>
            </a:extLst>
          </p:cNvPr>
          <p:cNvSpPr>
            <a:spLocks noGrp="1"/>
          </p:cNvSpPr>
          <p:nvPr>
            <p:ph type="body" sz="quarter" idx="15"/>
          </p:nvPr>
        </p:nvSpPr>
        <p:spPr>
          <a:xfrm>
            <a:off x="12997201" y="7120539"/>
            <a:ext cx="4076596" cy="1139044"/>
          </a:xfrm>
          <a:prstGeom prst="rect">
            <a:avLst/>
          </a:prstGeom>
        </p:spPr>
        <p:txBody>
          <a:bodyPr/>
          <a:lstStyle>
            <a:lvl1pPr>
              <a:defRPr sz="1800"/>
            </a:lvl1pPr>
          </a:lstStyle>
          <a:p>
            <a:pPr lvl="0"/>
            <a:endParaRPr lang="pt-BR"/>
          </a:p>
        </p:txBody>
      </p:sp>
      <p:sp>
        <p:nvSpPr>
          <p:cNvPr id="18" name="Espaço Reservado para Texto 11">
            <a:extLst>
              <a:ext uri="{FF2B5EF4-FFF2-40B4-BE49-F238E27FC236}">
                <a16:creationId xmlns:a16="http://schemas.microsoft.com/office/drawing/2014/main" id="{01D8F84B-5F4E-C2A3-883D-5A1C801EF18C}"/>
              </a:ext>
            </a:extLst>
          </p:cNvPr>
          <p:cNvSpPr>
            <a:spLocks noGrp="1"/>
          </p:cNvSpPr>
          <p:nvPr>
            <p:ph type="body" sz="quarter" idx="16"/>
          </p:nvPr>
        </p:nvSpPr>
        <p:spPr>
          <a:xfrm>
            <a:off x="12997201" y="8709496"/>
            <a:ext cx="4076596" cy="1139044"/>
          </a:xfrm>
          <a:prstGeom prst="rect">
            <a:avLst/>
          </a:prstGeom>
        </p:spPr>
        <p:txBody>
          <a:bodyPr/>
          <a:lstStyle>
            <a:lvl1pPr>
              <a:defRPr sz="1800"/>
            </a:lvl1pPr>
          </a:lstStyle>
          <a:p>
            <a:pPr lvl="0"/>
            <a:endParaRPr lang="pt-BR"/>
          </a:p>
        </p:txBody>
      </p:sp>
      <p:sp>
        <p:nvSpPr>
          <p:cNvPr id="20" name="Espaço Reservado para Imagem 19">
            <a:extLst>
              <a:ext uri="{FF2B5EF4-FFF2-40B4-BE49-F238E27FC236}">
                <a16:creationId xmlns:a16="http://schemas.microsoft.com/office/drawing/2014/main" id="{48712A06-262B-D6D3-C983-0170C2A084D1}"/>
              </a:ext>
            </a:extLst>
          </p:cNvPr>
          <p:cNvSpPr>
            <a:spLocks noGrp="1"/>
          </p:cNvSpPr>
          <p:nvPr>
            <p:ph type="pic" sz="quarter" idx="17"/>
          </p:nvPr>
        </p:nvSpPr>
        <p:spPr>
          <a:xfrm>
            <a:off x="8029575" y="438150"/>
            <a:ext cx="3922713" cy="2274888"/>
          </a:xfrm>
          <a:prstGeom prst="rect">
            <a:avLst/>
          </a:prstGeom>
          <a:solidFill>
            <a:schemeClr val="bg1">
              <a:lumMod val="85000"/>
            </a:schemeClr>
          </a:solidFill>
        </p:spPr>
        <p:txBody>
          <a:bodyPr/>
          <a:lstStyle/>
          <a:p>
            <a:endParaRPr lang="pt-BR"/>
          </a:p>
        </p:txBody>
      </p:sp>
      <p:sp>
        <p:nvSpPr>
          <p:cNvPr id="21" name="Espaço Reservado para Imagem 19">
            <a:extLst>
              <a:ext uri="{FF2B5EF4-FFF2-40B4-BE49-F238E27FC236}">
                <a16:creationId xmlns:a16="http://schemas.microsoft.com/office/drawing/2014/main" id="{0A8B1842-36CA-D18C-45E3-9B8BE54F5233}"/>
              </a:ext>
            </a:extLst>
          </p:cNvPr>
          <p:cNvSpPr>
            <a:spLocks noGrp="1"/>
          </p:cNvSpPr>
          <p:nvPr>
            <p:ph type="pic" sz="quarter" idx="18"/>
          </p:nvPr>
        </p:nvSpPr>
        <p:spPr>
          <a:xfrm>
            <a:off x="8029575" y="3361232"/>
            <a:ext cx="3922713" cy="2274888"/>
          </a:xfrm>
          <a:prstGeom prst="rect">
            <a:avLst/>
          </a:prstGeom>
          <a:solidFill>
            <a:schemeClr val="bg1">
              <a:lumMod val="85000"/>
            </a:schemeClr>
          </a:solidFill>
        </p:spPr>
        <p:txBody>
          <a:bodyPr/>
          <a:lstStyle/>
          <a:p>
            <a:endParaRPr lang="pt-BR"/>
          </a:p>
        </p:txBody>
      </p:sp>
      <p:sp>
        <p:nvSpPr>
          <p:cNvPr id="22" name="Espaço Reservado para Imagem 19">
            <a:extLst>
              <a:ext uri="{FF2B5EF4-FFF2-40B4-BE49-F238E27FC236}">
                <a16:creationId xmlns:a16="http://schemas.microsoft.com/office/drawing/2014/main" id="{9E259D35-9872-B049-FD84-CE39C4A5A725}"/>
              </a:ext>
            </a:extLst>
          </p:cNvPr>
          <p:cNvSpPr>
            <a:spLocks noGrp="1"/>
          </p:cNvSpPr>
          <p:nvPr>
            <p:ph type="pic" sz="quarter" idx="19"/>
          </p:nvPr>
        </p:nvSpPr>
        <p:spPr>
          <a:xfrm>
            <a:off x="8029575" y="5999501"/>
            <a:ext cx="3922713" cy="2274888"/>
          </a:xfrm>
          <a:prstGeom prst="rect">
            <a:avLst/>
          </a:prstGeom>
          <a:solidFill>
            <a:schemeClr val="bg1">
              <a:lumMod val="85000"/>
            </a:schemeClr>
          </a:solidFill>
        </p:spPr>
        <p:txBody>
          <a:bodyPr/>
          <a:lstStyle/>
          <a:p>
            <a:endParaRPr lang="pt-BR"/>
          </a:p>
        </p:txBody>
      </p:sp>
      <p:sp>
        <p:nvSpPr>
          <p:cNvPr id="23" name="Espaço Reservado para Texto 11">
            <a:extLst>
              <a:ext uri="{FF2B5EF4-FFF2-40B4-BE49-F238E27FC236}">
                <a16:creationId xmlns:a16="http://schemas.microsoft.com/office/drawing/2014/main" id="{AE1C7992-8AEB-845F-1366-E5FC6ECA3A5A}"/>
              </a:ext>
            </a:extLst>
          </p:cNvPr>
          <p:cNvSpPr>
            <a:spLocks noGrp="1"/>
          </p:cNvSpPr>
          <p:nvPr>
            <p:ph type="body" sz="quarter" idx="20"/>
          </p:nvPr>
        </p:nvSpPr>
        <p:spPr>
          <a:xfrm>
            <a:off x="8020466" y="2848341"/>
            <a:ext cx="4076596" cy="302847"/>
          </a:xfrm>
          <a:prstGeom prst="rect">
            <a:avLst/>
          </a:prstGeom>
        </p:spPr>
        <p:txBody>
          <a:bodyPr/>
          <a:lstStyle>
            <a:lvl1pPr>
              <a:defRPr sz="1800"/>
            </a:lvl1pPr>
          </a:lstStyle>
          <a:p>
            <a:pPr lvl="0"/>
            <a:endParaRPr lang="pt-BR"/>
          </a:p>
        </p:txBody>
      </p:sp>
      <p:sp>
        <p:nvSpPr>
          <p:cNvPr id="24" name="Espaço Reservado para Texto 11">
            <a:extLst>
              <a:ext uri="{FF2B5EF4-FFF2-40B4-BE49-F238E27FC236}">
                <a16:creationId xmlns:a16="http://schemas.microsoft.com/office/drawing/2014/main" id="{2D6CE238-2CC1-38FE-1D64-155E8DDF5FB2}"/>
              </a:ext>
            </a:extLst>
          </p:cNvPr>
          <p:cNvSpPr>
            <a:spLocks noGrp="1"/>
          </p:cNvSpPr>
          <p:nvPr>
            <p:ph type="body" sz="quarter" idx="21"/>
          </p:nvPr>
        </p:nvSpPr>
        <p:spPr>
          <a:xfrm>
            <a:off x="8020466" y="5726452"/>
            <a:ext cx="4076596" cy="302847"/>
          </a:xfrm>
          <a:prstGeom prst="rect">
            <a:avLst/>
          </a:prstGeom>
        </p:spPr>
        <p:txBody>
          <a:bodyPr/>
          <a:lstStyle>
            <a:lvl1pPr>
              <a:defRPr sz="1800"/>
            </a:lvl1pPr>
          </a:lstStyle>
          <a:p>
            <a:pPr lvl="0"/>
            <a:endParaRPr lang="pt-BR"/>
          </a:p>
        </p:txBody>
      </p:sp>
      <p:sp>
        <p:nvSpPr>
          <p:cNvPr id="25" name="Espaço Reservado para Texto 11">
            <a:extLst>
              <a:ext uri="{FF2B5EF4-FFF2-40B4-BE49-F238E27FC236}">
                <a16:creationId xmlns:a16="http://schemas.microsoft.com/office/drawing/2014/main" id="{CCF79652-1EF4-B51F-5A86-90BD5A7FF41E}"/>
              </a:ext>
            </a:extLst>
          </p:cNvPr>
          <p:cNvSpPr>
            <a:spLocks noGrp="1"/>
          </p:cNvSpPr>
          <p:nvPr>
            <p:ph type="body" sz="quarter" idx="22"/>
          </p:nvPr>
        </p:nvSpPr>
        <p:spPr>
          <a:xfrm>
            <a:off x="8020466" y="8364720"/>
            <a:ext cx="4076596" cy="302847"/>
          </a:xfrm>
          <a:prstGeom prst="rect">
            <a:avLst/>
          </a:prstGeom>
        </p:spPr>
        <p:txBody>
          <a:bodyPr/>
          <a:lstStyle>
            <a:lvl1pPr>
              <a:defRPr sz="1800"/>
            </a:lvl1pPr>
          </a:lstStyle>
          <a:p>
            <a:pPr lvl="0"/>
            <a:endParaRPr lang="pt-BR"/>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11534273" y="42431"/>
            <a:ext cx="0" cy="10287000"/>
          </a:xfrm>
          <a:prstGeom prst="straightConnector1">
            <a:avLst/>
          </a:prstGeom>
          <a:noFill/>
          <a:ln w="28575" cap="flat" cmpd="sng">
            <a:solidFill>
              <a:schemeClr val="dk1"/>
            </a:solidFill>
            <a:prstDash val="dot"/>
            <a:round/>
            <a:headEnd type="none" w="sm" len="sm"/>
            <a:tailEnd type="none" w="sm" len="sm"/>
          </a:ln>
        </p:spPr>
      </p:cxnSp>
      <p:cxnSp>
        <p:nvCxnSpPr>
          <p:cNvPr id="26" name="Google Shape;89;p34">
            <a:extLst>
              <a:ext uri="{FF2B5EF4-FFF2-40B4-BE49-F238E27FC236}">
                <a16:creationId xmlns:a16="http://schemas.microsoft.com/office/drawing/2014/main" id="{E6CB6094-B327-4FE9-85C2-75046C92B43B}"/>
              </a:ext>
            </a:extLst>
          </p:cNvPr>
          <p:cNvCxnSpPr/>
          <p:nvPr userDrawn="1"/>
        </p:nvCxnSpPr>
        <p:spPr>
          <a:xfrm rot="10800000">
            <a:off x="11091472" y="1514148"/>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7" name="Google Shape;92;p34">
            <a:extLst>
              <a:ext uri="{FF2B5EF4-FFF2-40B4-BE49-F238E27FC236}">
                <a16:creationId xmlns:a16="http://schemas.microsoft.com/office/drawing/2014/main" id="{752A9B77-04F6-2F45-AE2A-463001DA7DFB}"/>
              </a:ext>
            </a:extLst>
          </p:cNvPr>
          <p:cNvCxnSpPr/>
          <p:nvPr userDrawn="1"/>
        </p:nvCxnSpPr>
        <p:spPr>
          <a:xfrm rot="10800000">
            <a:off x="11091472" y="4591077"/>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8" name="Google Shape;95;p34">
            <a:extLst>
              <a:ext uri="{FF2B5EF4-FFF2-40B4-BE49-F238E27FC236}">
                <a16:creationId xmlns:a16="http://schemas.microsoft.com/office/drawing/2014/main" id="{BEADF656-22C2-5F8B-EF5F-18B5EE22D464}"/>
              </a:ext>
            </a:extLst>
          </p:cNvPr>
          <p:cNvCxnSpPr/>
          <p:nvPr userDrawn="1"/>
        </p:nvCxnSpPr>
        <p:spPr>
          <a:xfrm rot="10800000">
            <a:off x="11091471" y="7642394"/>
            <a:ext cx="5800865" cy="0"/>
          </a:xfrm>
          <a:prstGeom prst="straightConnector1">
            <a:avLst/>
          </a:prstGeom>
          <a:noFill/>
          <a:ln w="19050" cap="flat" cmpd="sng">
            <a:solidFill>
              <a:srgbClr val="F4F4F4"/>
            </a:solidFill>
            <a:prstDash val="solid"/>
            <a:round/>
            <a:headEnd type="diamond" w="med" len="med"/>
            <a:tailEnd type="none" w="sm" len="sm"/>
          </a:ln>
        </p:spPr>
      </p:cxnSp>
      <p:pic>
        <p:nvPicPr>
          <p:cNvPr id="11" name="Imagem 10">
            <a:extLst>
              <a:ext uri="{FF2B5EF4-FFF2-40B4-BE49-F238E27FC236}">
                <a16:creationId xmlns:a16="http://schemas.microsoft.com/office/drawing/2014/main" id="{005FD003-363A-8EBD-8E44-B22222B638FC}"/>
              </a:ext>
            </a:extLst>
          </p:cNvPr>
          <p:cNvPicPr>
            <a:picLocks/>
          </p:cNvPicPr>
          <p:nvPr userDrawn="1"/>
        </p:nvPicPr>
        <p:blipFill>
          <a:blip r:embed="rId3"/>
          <a:stretch>
            <a:fillRect/>
          </a:stretch>
        </p:blipFill>
        <p:spPr>
          <a:xfrm>
            <a:off x="381601" y="327600"/>
            <a:ext cx="3434405" cy="2390404"/>
          </a:xfrm>
          <a:prstGeom prst="rect">
            <a:avLst/>
          </a:prstGeom>
        </p:spPr>
      </p:pic>
      <p:sp>
        <p:nvSpPr>
          <p:cNvPr id="7" name="Google Shape;101;p34">
            <a:extLst>
              <a:ext uri="{FF2B5EF4-FFF2-40B4-BE49-F238E27FC236}">
                <a16:creationId xmlns:a16="http://schemas.microsoft.com/office/drawing/2014/main" id="{606FAC63-7E4F-1C04-DB5A-A68FE33CD612}"/>
              </a:ext>
            </a:extLst>
          </p:cNvPr>
          <p:cNvSpPr txBox="1"/>
          <p:nvPr userDrawn="1"/>
        </p:nvSpPr>
        <p:spPr>
          <a:xfrm>
            <a:off x="743543" y="1014222"/>
            <a:ext cx="272016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conceito</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649BBA63-7482-E6D1-CC24-EC86DF5C161D}"/>
              </a:ext>
            </a:extLst>
          </p:cNvPr>
          <p:cNvSpPr txBox="1"/>
          <p:nvPr userDrawn="1"/>
        </p:nvSpPr>
        <p:spPr>
          <a:xfrm>
            <a:off x="-1135626" y="92914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16655136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1_1. Conteudo" preserve="1" userDrawn="1">
  <p:cSld name="1_1. Conteudo">
    <p:spTree>
      <p:nvGrpSpPr>
        <p:cNvPr id="1" name="Shape 21"/>
        <p:cNvGrpSpPr/>
        <p:nvPr/>
      </p:nvGrpSpPr>
      <p:grpSpPr>
        <a:xfrm>
          <a:off x="0" y="0"/>
          <a:ext cx="0" cy="0"/>
          <a:chOff x="0" y="0"/>
          <a:chExt cx="0" cy="0"/>
        </a:xfrm>
      </p:grpSpPr>
      <p:pic>
        <p:nvPicPr>
          <p:cNvPr id="6" name="Google Shape;142;p13">
            <a:extLst>
              <a:ext uri="{FF2B5EF4-FFF2-40B4-BE49-F238E27FC236}">
                <a16:creationId xmlns:a16="http://schemas.microsoft.com/office/drawing/2014/main" id="{F07B1DA4-0BE0-8D2F-5B14-D586124A95E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B59D7DFC-8F64-A1D7-B11E-A2CCF7E244A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9135066" y="1261373"/>
            <a:ext cx="0" cy="7651573"/>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2201317" y="1328935"/>
            <a:ext cx="6068031"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Objetivos da aula</a:t>
            </a:r>
            <a:endParaRPr sz="2700" b="1" i="0" u="none" strike="noStrike" cap="none">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11200516" y="1328480"/>
            <a:ext cx="6452345"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técnicas</a:t>
            </a:r>
            <a:endParaRPr lang="pt-BR" sz="1400" b="0" i="0" u="none" strike="noStrike" cap="none">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2149782" y="4366136"/>
            <a:ext cx="5053542"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Recursos didáticos</a:t>
            </a:r>
            <a:endParaRPr sz="1400" b="0" i="0" u="none" strike="noStrike" cap="none">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2168198" y="6974477"/>
            <a:ext cx="4900873"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Duração da aula</a:t>
            </a:r>
            <a:endParaRPr sz="1400" b="0" i="0" u="none" strike="noStrike" cap="none">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11200516" y="4673913"/>
            <a:ext cx="6571620"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socioemocionais</a:t>
            </a:r>
            <a:endParaRPr lang="pt-BR" sz="1400" b="0" i="0" u="none" strike="noStrike" cap="none">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7076661" y="336605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2093342" y="7576950"/>
            <a:ext cx="2585709" cy="430847"/>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91425" tIns="45700" rIns="91425" bIns="4570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2200" b="0" i="0" u="none" strike="noStrike" cap="none">
                <a:solidFill>
                  <a:srgbClr val="000000"/>
                </a:solidFill>
                <a:latin typeface="Poppins Light" pitchFamily="2" charset="77"/>
                <a:ea typeface="Arial"/>
                <a:cs typeface="Poppins Light" pitchFamily="2" charset="77"/>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11201062" y="5473994"/>
            <a:ext cx="6067478"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2165273" y="5234349"/>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807426" y="144012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62" name="Google Shape;34;p31">
            <a:extLst>
              <a:ext uri="{FF2B5EF4-FFF2-40B4-BE49-F238E27FC236}">
                <a16:creationId xmlns:a16="http://schemas.microsoft.com/office/drawing/2014/main" id="{094CE120-6DC2-B836-C78B-958857E32918}"/>
              </a:ext>
            </a:extLst>
          </p:cNvPr>
          <p:cNvGrpSpPr/>
          <p:nvPr userDrawn="1"/>
        </p:nvGrpSpPr>
        <p:grpSpPr>
          <a:xfrm>
            <a:off x="984626" y="1586920"/>
            <a:ext cx="642753" cy="642752"/>
            <a:chOff x="9358184" y="2764785"/>
            <a:chExt cx="495514" cy="495513"/>
          </a:xfrm>
        </p:grpSpPr>
        <p:grpSp>
          <p:nvGrpSpPr>
            <p:cNvPr id="63" name="Google Shape;35;p31">
              <a:extLst>
                <a:ext uri="{FF2B5EF4-FFF2-40B4-BE49-F238E27FC236}">
                  <a16:creationId xmlns:a16="http://schemas.microsoft.com/office/drawing/2014/main" id="{E46B2FE3-266B-CF02-D8D2-75497E399F1B}"/>
                </a:ext>
              </a:extLst>
            </p:cNvPr>
            <p:cNvGrpSpPr/>
            <p:nvPr/>
          </p:nvGrpSpPr>
          <p:grpSpPr>
            <a:xfrm>
              <a:off x="9358184" y="2802389"/>
              <a:ext cx="457909" cy="457909"/>
              <a:chOff x="9358184" y="2802389"/>
              <a:chExt cx="457909" cy="457909"/>
            </a:xfrm>
          </p:grpSpPr>
          <p:sp>
            <p:nvSpPr>
              <p:cNvPr id="66" name="Google Shape;36;p31">
                <a:extLst>
                  <a:ext uri="{FF2B5EF4-FFF2-40B4-BE49-F238E27FC236}">
                    <a16:creationId xmlns:a16="http://schemas.microsoft.com/office/drawing/2014/main" id="{E21811E9-DB1E-1BA0-75E9-117F29646F68}"/>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 name="Google Shape;37;p31">
                <a:extLst>
                  <a:ext uri="{FF2B5EF4-FFF2-40B4-BE49-F238E27FC236}">
                    <a16:creationId xmlns:a16="http://schemas.microsoft.com/office/drawing/2014/main" id="{A2F25380-A4F9-BF9A-F39B-9E7A4E5B43A3}"/>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 name="Google Shape;38;p31">
                <a:extLst>
                  <a:ext uri="{FF2B5EF4-FFF2-40B4-BE49-F238E27FC236}">
                    <a16:creationId xmlns:a16="http://schemas.microsoft.com/office/drawing/2014/main" id="{6A2B401C-3625-8C2F-E46D-458CF073E15D}"/>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4" name="Google Shape;39;p31">
              <a:extLst>
                <a:ext uri="{FF2B5EF4-FFF2-40B4-BE49-F238E27FC236}">
                  <a16:creationId xmlns:a16="http://schemas.microsoft.com/office/drawing/2014/main" id="{8F00A6C3-B77A-F07E-05FF-EF372511D07A}"/>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 name="Google Shape;40;p31">
              <a:extLst>
                <a:ext uri="{FF2B5EF4-FFF2-40B4-BE49-F238E27FC236}">
                  <a16:creationId xmlns:a16="http://schemas.microsoft.com/office/drawing/2014/main" id="{C568D4FE-9F66-CAB7-A0D0-1D65DBFCBB6A}"/>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9" name="Google Shape;42;p31">
            <a:extLst>
              <a:ext uri="{FF2B5EF4-FFF2-40B4-BE49-F238E27FC236}">
                <a16:creationId xmlns:a16="http://schemas.microsoft.com/office/drawing/2014/main" id="{9872EE60-7A4F-1BA5-6C65-F74323570E69}"/>
              </a:ext>
            </a:extLst>
          </p:cNvPr>
          <p:cNvSpPr/>
          <p:nvPr userDrawn="1"/>
        </p:nvSpPr>
        <p:spPr>
          <a:xfrm>
            <a:off x="771809" y="444875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949009" y="4644751"/>
            <a:ext cx="729196" cy="721749"/>
            <a:chOff x="8278989" y="8660413"/>
            <a:chExt cx="568927" cy="563118"/>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70"/>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3"/>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3211"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774307" y="7050150"/>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988375" y="7287873"/>
            <a:ext cx="571378" cy="571378"/>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9806625" y="1462223"/>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9964992" y="1615822"/>
            <a:ext cx="709176" cy="652866"/>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9806625" y="4717036"/>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9956978" y="4878913"/>
            <a:ext cx="687995" cy="68784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9782692" y="70866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CaixaDeTexto 4">
            <a:extLst>
              <a:ext uri="{FF2B5EF4-FFF2-40B4-BE49-F238E27FC236}">
                <a16:creationId xmlns:a16="http://schemas.microsoft.com/office/drawing/2014/main" id="{104D0029-2A90-CBAF-53E9-DD1D730BADAB}"/>
              </a:ext>
            </a:extLst>
          </p:cNvPr>
          <p:cNvSpPr txBox="1"/>
          <p:nvPr userDrawn="1"/>
        </p:nvSpPr>
        <p:spPr>
          <a:xfrm>
            <a:off x="-707923" y="-8849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932021749"/>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1. Conteudo" preserve="1" userDrawn="1">
  <p:cSld name="1. Conteudo">
    <p:spTree>
      <p:nvGrpSpPr>
        <p:cNvPr id="1" name="Shape 78"/>
        <p:cNvGrpSpPr/>
        <p:nvPr/>
      </p:nvGrpSpPr>
      <p:grpSpPr>
        <a:xfrm>
          <a:off x="0" y="0"/>
          <a:ext cx="0" cy="0"/>
          <a:chOff x="0" y="0"/>
          <a:chExt cx="0" cy="0"/>
        </a:xfrm>
      </p:grpSpPr>
      <p:pic>
        <p:nvPicPr>
          <p:cNvPr id="7" name="Imagem 6">
            <a:extLst>
              <a:ext uri="{FF2B5EF4-FFF2-40B4-BE49-F238E27FC236}">
                <a16:creationId xmlns:a16="http://schemas.microsoft.com/office/drawing/2014/main" id="{28560F87-47A8-9437-C230-B533766F7A53}"/>
              </a:ext>
            </a:extLst>
          </p:cNvPr>
          <p:cNvPicPr>
            <a:picLocks/>
          </p:cNvPicPr>
          <p:nvPr userDrawn="1"/>
        </p:nvPicPr>
        <p:blipFill>
          <a:blip r:embed="rId2"/>
          <a:stretch>
            <a:fillRect/>
          </a:stretch>
        </p:blipFill>
        <p:spPr>
          <a:xfrm>
            <a:off x="298800" y="691201"/>
            <a:ext cx="3434405" cy="2390404"/>
          </a:xfrm>
          <a:prstGeom prst="rect">
            <a:avLst/>
          </a:prstGeom>
        </p:spPr>
      </p:pic>
      <p:sp>
        <p:nvSpPr>
          <p:cNvPr id="10" name="Google Shape;69;p32">
            <a:extLst>
              <a:ext uri="{FF2B5EF4-FFF2-40B4-BE49-F238E27FC236}">
                <a16:creationId xmlns:a16="http://schemas.microsoft.com/office/drawing/2014/main" id="{4A47350A-59ED-4380-8C9D-33FB53D2A25D}"/>
              </a:ext>
            </a:extLst>
          </p:cNvPr>
          <p:cNvSpPr txBox="1"/>
          <p:nvPr/>
        </p:nvSpPr>
        <p:spPr>
          <a:xfrm>
            <a:off x="1050819" y="1514972"/>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5627757" y="32553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5627757" y="468414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5627757" y="60747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5627757" y="74844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5272088" y="838807"/>
            <a:ext cx="10812462" cy="1890940"/>
          </a:xfrm>
          <a:prstGeom prst="rect">
            <a:avLst/>
          </a:prstGeom>
        </p:spPr>
        <p:txBody>
          <a:bodyPr/>
          <a:lstStyle>
            <a:lvl1pPr>
              <a:defRPr sz="20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9752059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3. Conteudo" preserve="1" userDrawn="1">
  <p:cSld name="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D6CDD641-8D49-E70A-469D-74FDC42F972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1D55F08F-5580-4D60-71E5-A649CEB3846F}"/>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07D774CC-AEE0-AAA5-E348-DAFD716E0666}"/>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5560902" y="962025"/>
            <a:ext cx="11049093" cy="2598738"/>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6643035" y="3810156"/>
            <a:ext cx="9966960" cy="5229726"/>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Tree>
    <p:extLst>
      <p:ext uri="{BB962C8B-B14F-4D97-AF65-F5344CB8AC3E}">
        <p14:creationId xmlns:p14="http://schemas.microsoft.com/office/powerpoint/2010/main" val="847220722"/>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C06DD873-35AF-F358-AF2A-2DF2E1112D5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6" name="Imagem 5">
            <a:extLst>
              <a:ext uri="{FF2B5EF4-FFF2-40B4-BE49-F238E27FC236}">
                <a16:creationId xmlns:a16="http://schemas.microsoft.com/office/drawing/2014/main" id="{CD725227-EFA5-5425-38AB-673B296A535A}"/>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0" name="Google Shape;69;p32">
            <a:extLst>
              <a:ext uri="{FF2B5EF4-FFF2-40B4-BE49-F238E27FC236}">
                <a16:creationId xmlns:a16="http://schemas.microsoft.com/office/drawing/2014/main" id="{795FD3B7-2662-CA2C-E60B-37DD4AC3C5E2}"/>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5397615" y="950913"/>
            <a:ext cx="12079173"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9561402" y="3559201"/>
            <a:ext cx="7915386" cy="5358724"/>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5394135" y="8553645"/>
            <a:ext cx="3746383" cy="36427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5394136" y="3546475"/>
            <a:ext cx="3746690" cy="4824413"/>
          </a:xfrm>
          <a:prstGeom prst="rect">
            <a:avLst/>
          </a:prstGeom>
          <a:solidFill>
            <a:srgbClr val="D9D9D9"/>
          </a:solidFill>
        </p:spPr>
        <p:txBody>
          <a:bodyPr/>
          <a:lstStyle>
            <a:lvl1pPr>
              <a:defRPr sz="1800" b="0" i="0">
                <a:latin typeface="Poppins" pitchFamily="2" charset="77"/>
                <a:cs typeface="Poppins" pitchFamily="2" charset="77"/>
              </a:defRPr>
            </a:lvl1pPr>
          </a:lstStyle>
          <a:p>
            <a:endParaRPr lang="pt-BR"/>
          </a:p>
        </p:txBody>
      </p:sp>
    </p:spTree>
    <p:extLst>
      <p:ext uri="{BB962C8B-B14F-4D97-AF65-F5344CB8AC3E}">
        <p14:creationId xmlns:p14="http://schemas.microsoft.com/office/powerpoint/2010/main" val="3911325729"/>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1C75F0AC-ED14-F43B-FEDB-D40371225B4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FDC79CFF-6134-B39C-F8FF-D5F4345C7824}"/>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F1039184-47E3-FA3C-DC62-77911A62528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5397614" y="928688"/>
            <a:ext cx="12079174" cy="178435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5397614" y="8790287"/>
            <a:ext cx="12079074" cy="443472"/>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8048157" y="867930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5397614" y="3019074"/>
            <a:ext cx="12079074" cy="5604226"/>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919588477"/>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19116EA-081B-D3E0-ABB2-5593DC7A202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1145CC49-18EA-6967-B19D-0145230145C1}"/>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5397611" y="3041018"/>
            <a:ext cx="12079075" cy="5549698"/>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9" name="Google Shape;69;p32">
            <a:extLst>
              <a:ext uri="{FF2B5EF4-FFF2-40B4-BE49-F238E27FC236}">
                <a16:creationId xmlns:a16="http://schemas.microsoft.com/office/drawing/2014/main" id="{DE14EB72-1A65-A5DB-A2E7-252C0E2F6F4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5397611" y="950913"/>
            <a:ext cx="12079177"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5397611" y="8764236"/>
            <a:ext cx="12079177" cy="465463"/>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419699361"/>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87FCC07C-4BE2-37BE-B92C-3F0C1F9F9F0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8" name="Imagem 7">
            <a:extLst>
              <a:ext uri="{FF2B5EF4-FFF2-40B4-BE49-F238E27FC236}">
                <a16:creationId xmlns:a16="http://schemas.microsoft.com/office/drawing/2014/main" id="{F9D43931-951D-AC05-1CBD-09FC14028006}"/>
              </a:ext>
            </a:extLst>
          </p:cNvPr>
          <p:cNvPicPr>
            <a:picLocks/>
          </p:cNvPicPr>
          <p:nvPr userDrawn="1"/>
        </p:nvPicPr>
        <p:blipFill>
          <a:blip r:embed="rId3"/>
          <a:stretch>
            <a:fillRect/>
          </a:stretch>
        </p:blipFill>
        <p:spPr>
          <a:xfrm>
            <a:off x="298800" y="439201"/>
            <a:ext cx="3434405" cy="2390404"/>
          </a:xfrm>
          <a:prstGeom prst="rect">
            <a:avLst/>
          </a:prstGeom>
        </p:spPr>
      </p:pic>
      <p:sp>
        <p:nvSpPr>
          <p:cNvPr id="18" name="Google Shape;82;p33">
            <a:extLst>
              <a:ext uri="{FF2B5EF4-FFF2-40B4-BE49-F238E27FC236}">
                <a16:creationId xmlns:a16="http://schemas.microsoft.com/office/drawing/2014/main" id="{BA9FF48C-E6ED-8BE9-735C-1F6F208016AF}"/>
              </a:ext>
            </a:extLst>
          </p:cNvPr>
          <p:cNvSpPr txBox="1"/>
          <p:nvPr userDrawn="1"/>
        </p:nvSpPr>
        <p:spPr>
          <a:xfrm>
            <a:off x="1090502" y="1123988"/>
            <a:ext cx="19707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Ponto</a:t>
            </a:r>
            <a:r>
              <a:rPr lang="pt-BR" sz="3500" b="0" i="0" u="none" strike="noStrike" cap="none">
                <a:solidFill>
                  <a:schemeClr val="lt1"/>
                </a:solidFill>
                <a:latin typeface="Poppins Medium"/>
                <a:ea typeface="Poppins Medium"/>
                <a:cs typeface="Poppins Medium"/>
                <a:sym typeface="Poppins Medium"/>
              </a:rPr>
              <a:t> </a:t>
            </a:r>
            <a:r>
              <a:rPr lang="pt-BR" sz="3500" b="0" i="0" u="none" strike="noStrike" cap="none">
                <a:solidFill>
                  <a:schemeClr val="lt1"/>
                </a:solidFill>
                <a:latin typeface="Poppins Light" pitchFamily="2" charset="77"/>
                <a:ea typeface="Poppins Medium"/>
                <a:cs typeface="Poppins Light" pitchFamily="2" charset="77"/>
                <a:sym typeface="Poppins Medium"/>
              </a:rPr>
              <a:t>de</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partida</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2894812164"/>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AE0DC479-3E72-CDCB-DBFF-155CA6D6AB6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04AF54FB-2D7F-0DE6-2F7F-781C89A167CA}"/>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1A04F5B2-68B0-2193-1467-BC61C52DF55C}"/>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2006843584"/>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2_Linha do Tempo1" preserve="1" userDrawn="1">
  <p:cSld name="2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7496197" y="3927724"/>
            <a:ext cx="9026798"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3306485" y="3414557"/>
            <a:ext cx="4189710" cy="2516188"/>
          </a:xfrm>
          <a:prstGeom prst="rect">
            <a:avLst/>
          </a:prstGeom>
          <a:solidFill>
            <a:srgbClr val="D8D8D8"/>
          </a:solidFill>
          <a:ln>
            <a:noFill/>
          </a:ln>
        </p:spPr>
      </p:sp>
      <p:sp>
        <p:nvSpPr>
          <p:cNvPr id="183" name="Google Shape;183;p15"/>
          <p:cNvSpPr txBox="1">
            <a:spLocks noGrp="1"/>
          </p:cNvSpPr>
          <p:nvPr>
            <p:ph type="body" idx="1"/>
          </p:nvPr>
        </p:nvSpPr>
        <p:spPr>
          <a:xfrm>
            <a:off x="8358411" y="4229807"/>
            <a:ext cx="8164583" cy="16961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7496197" y="7004653"/>
            <a:ext cx="8941738"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3306485" y="6491486"/>
            <a:ext cx="4189710" cy="2516188"/>
          </a:xfrm>
          <a:prstGeom prst="rect">
            <a:avLst/>
          </a:prstGeom>
          <a:solidFill>
            <a:srgbClr val="D8D8D8"/>
          </a:solidFill>
          <a:ln>
            <a:noFill/>
          </a:ln>
        </p:spPr>
      </p:sp>
      <p:sp>
        <p:nvSpPr>
          <p:cNvPr id="186" name="Google Shape;186;p15"/>
          <p:cNvSpPr txBox="1">
            <a:spLocks noGrp="1"/>
          </p:cNvSpPr>
          <p:nvPr>
            <p:ph type="body" idx="4"/>
          </p:nvPr>
        </p:nvSpPr>
        <p:spPr>
          <a:xfrm>
            <a:off x="8358411" y="7306737"/>
            <a:ext cx="8164579" cy="169611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3306485" y="2226787"/>
            <a:ext cx="13216509" cy="924288"/>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22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3306484" y="681247"/>
            <a:ext cx="13216507" cy="124345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271807696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8" name="Google Shape;142;p13">
            <a:extLst>
              <a:ext uri="{FF2B5EF4-FFF2-40B4-BE49-F238E27FC236}">
                <a16:creationId xmlns:a16="http://schemas.microsoft.com/office/drawing/2014/main" id="{C1899201-5DAF-E974-F58A-A1AEAB93C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7" name="Google Shape;143;p13">
            <a:extLst>
              <a:ext uri="{FF2B5EF4-FFF2-40B4-BE49-F238E27FC236}">
                <a16:creationId xmlns:a16="http://schemas.microsoft.com/office/drawing/2014/main" id="{33DC5791-7C7E-1A35-F1B9-7D904EC4D10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2" name="CaixaDeTexto 1">
            <a:extLst>
              <a:ext uri="{FF2B5EF4-FFF2-40B4-BE49-F238E27FC236}">
                <a16:creationId xmlns:a16="http://schemas.microsoft.com/office/drawing/2014/main" id="{A002D0E8-22C3-90CC-B114-9B35A1342FE0}"/>
              </a:ext>
            </a:extLst>
          </p:cNvPr>
          <p:cNvSpPr txBox="1"/>
          <p:nvPr userDrawn="1"/>
        </p:nvSpPr>
        <p:spPr>
          <a:xfrm>
            <a:off x="4359965" y="28227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4914900" y="178226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4914900" y="271207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4914900" y="3663317"/>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4914900" y="4663285"/>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4914900" y="570831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4914900" y="676967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pic>
        <p:nvPicPr>
          <p:cNvPr id="16" name="Imagem 15">
            <a:extLst>
              <a:ext uri="{FF2B5EF4-FFF2-40B4-BE49-F238E27FC236}">
                <a16:creationId xmlns:a16="http://schemas.microsoft.com/office/drawing/2014/main" id="{C301EA4C-96F2-DDAF-F205-03866943A646}"/>
              </a:ext>
            </a:extLst>
          </p:cNvPr>
          <p:cNvPicPr>
            <a:picLocks/>
          </p:cNvPicPr>
          <p:nvPr userDrawn="1"/>
        </p:nvPicPr>
        <p:blipFill>
          <a:blip r:embed="rId4"/>
          <a:stretch>
            <a:fillRect/>
          </a:stretch>
        </p:blipFill>
        <p:spPr>
          <a:xfrm>
            <a:off x="381601" y="327600"/>
            <a:ext cx="3434405" cy="2390404"/>
          </a:xfrm>
          <a:prstGeom prst="rect">
            <a:avLst/>
          </a:prstGeom>
        </p:spPr>
      </p:pic>
      <p:sp>
        <p:nvSpPr>
          <p:cNvPr id="12" name="Google Shape;101;p34">
            <a:extLst>
              <a:ext uri="{FF2B5EF4-FFF2-40B4-BE49-F238E27FC236}">
                <a16:creationId xmlns:a16="http://schemas.microsoft.com/office/drawing/2014/main" id="{B642C3FE-A5A7-DE40-B0EC-693188905B79}"/>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pitchFamily="2" charset="77"/>
                <a:ea typeface="Poppins"/>
                <a:cs typeface="Poppins" pitchFamily="2" charset="77"/>
                <a:sym typeface="Poppins"/>
              </a:rPr>
              <a:t>conceito</a:t>
            </a:r>
            <a:endParaRPr sz="3500" b="1" i="0" u="none" strike="noStrike" cap="none">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12092085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Atividade" preserve="1" userDrawn="1">
  <p:cSld name="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8288000" cy="10287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0963878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4" name="Google Shape;190;p17">
            <a:extLst>
              <a:ext uri="{FF2B5EF4-FFF2-40B4-BE49-F238E27FC236}">
                <a16:creationId xmlns:a16="http://schemas.microsoft.com/office/drawing/2014/main" id="{A0810382-A324-7F5F-6D72-CCF68117DD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B459D828-321A-4A26-0613-4442CBD82CC9}"/>
              </a:ext>
            </a:extLst>
          </p:cNvPr>
          <p:cNvPicPr>
            <a:picLocks/>
          </p:cNvPicPr>
          <p:nvPr userDrawn="1"/>
        </p:nvPicPr>
        <p:blipFill>
          <a:blip r:embed="rId3"/>
          <a:stretch>
            <a:fillRect/>
          </a:stretch>
        </p:blipFill>
        <p:spPr>
          <a:xfrm>
            <a:off x="298800" y="691201"/>
            <a:ext cx="3434405" cy="2390404"/>
          </a:xfrm>
          <a:prstGeom prst="rect">
            <a:avLst/>
          </a:prstGeom>
        </p:spPr>
      </p:pic>
      <p:sp>
        <p:nvSpPr>
          <p:cNvPr id="231" name="Google Shape;231;p21"/>
          <p:cNvSpPr txBox="1"/>
          <p:nvPr userDrawn="1"/>
        </p:nvSpPr>
        <p:spPr>
          <a:xfrm>
            <a:off x="1210701" y="1160039"/>
            <a:ext cx="1967095"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Vamos fazer um</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a:cs typeface="Poppins"/>
                <a:sym typeface="Poppins"/>
              </a:rPr>
              <a:t>quiz</a:t>
            </a:r>
            <a:endParaRPr lang="pt-BR" sz="3500" b="0" i="0" u="none" strike="noStrike" cap="none" noProof="0">
              <a:solidFill>
                <a:srgbClr val="FFFFFF"/>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362147391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6" name="Google Shape;190;p17">
            <a:extLst>
              <a:ext uri="{FF2B5EF4-FFF2-40B4-BE49-F238E27FC236}">
                <a16:creationId xmlns:a16="http://schemas.microsoft.com/office/drawing/2014/main" id="{F9357E3A-0A47-5C6A-4624-2811914CCED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8" name="Imagem 7">
            <a:extLst>
              <a:ext uri="{FF2B5EF4-FFF2-40B4-BE49-F238E27FC236}">
                <a16:creationId xmlns:a16="http://schemas.microsoft.com/office/drawing/2014/main" id="{330224EF-202C-F79B-3714-A1074F64AFC2}"/>
              </a:ext>
            </a:extLst>
          </p:cNvPr>
          <p:cNvPicPr>
            <a:picLocks/>
          </p:cNvPicPr>
          <p:nvPr userDrawn="1"/>
        </p:nvPicPr>
        <p:blipFill>
          <a:blip r:embed="rId3"/>
          <a:stretch>
            <a:fillRect/>
          </a:stretch>
        </p:blipFill>
        <p:spPr>
          <a:xfrm>
            <a:off x="298800" y="691201"/>
            <a:ext cx="3434405" cy="2390404"/>
          </a:xfrm>
          <a:prstGeom prst="rect">
            <a:avLst/>
          </a:prstGeom>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Google Shape;231;p21">
            <a:extLst>
              <a:ext uri="{FF2B5EF4-FFF2-40B4-BE49-F238E27FC236}">
                <a16:creationId xmlns:a16="http://schemas.microsoft.com/office/drawing/2014/main" id="{76C6D641-729D-5478-E0FD-4482BC0110EA}"/>
              </a:ext>
            </a:extLst>
          </p:cNvPr>
          <p:cNvSpPr txBox="1"/>
          <p:nvPr userDrawn="1"/>
        </p:nvSpPr>
        <p:spPr>
          <a:xfrm>
            <a:off x="943708" y="1324162"/>
            <a:ext cx="2292704"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Light"/>
                <a:cs typeface="Poppins"/>
                <a:sym typeface="Poppins"/>
              </a:rPr>
              <a:t>responda</a:t>
            </a:r>
            <a:endParaRPr lang="pt-BR" sz="3500" b="0" i="0" u="none" strike="noStrike" cap="none" noProof="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314955866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5" name="Google Shape;190;p17">
            <a:extLst>
              <a:ext uri="{FF2B5EF4-FFF2-40B4-BE49-F238E27FC236}">
                <a16:creationId xmlns:a16="http://schemas.microsoft.com/office/drawing/2014/main" id="{DF08B642-629D-10BC-758C-D4D28C96BC5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12" name="Imagem 11">
            <a:extLst>
              <a:ext uri="{FF2B5EF4-FFF2-40B4-BE49-F238E27FC236}">
                <a16:creationId xmlns:a16="http://schemas.microsoft.com/office/drawing/2014/main" id="{46B635CD-D416-E6AE-38BF-01A1BF463A2C}"/>
              </a:ext>
            </a:extLst>
          </p:cNvPr>
          <p:cNvPicPr>
            <a:picLocks/>
          </p:cNvPicPr>
          <p:nvPr userDrawn="1"/>
        </p:nvPicPr>
        <p:blipFill>
          <a:blip r:embed="rId3"/>
          <a:stretch>
            <a:fillRect/>
          </a:stretch>
        </p:blipFill>
        <p:spPr>
          <a:xfrm>
            <a:off x="0" y="0"/>
            <a:ext cx="12848420" cy="8071212"/>
          </a:xfrm>
          <a:prstGeom prst="rect">
            <a:avLst/>
          </a:prstGeom>
        </p:spPr>
      </p:pic>
      <p:pic>
        <p:nvPicPr>
          <p:cNvPr id="10" name="Imagem 9">
            <a:extLst>
              <a:ext uri="{FF2B5EF4-FFF2-40B4-BE49-F238E27FC236}">
                <a16:creationId xmlns:a16="http://schemas.microsoft.com/office/drawing/2014/main" id="{AE4AB45B-9191-03FC-32BC-F7432DA576EC}"/>
              </a:ext>
            </a:extLst>
          </p:cNvPr>
          <p:cNvPicPr>
            <a:picLocks/>
          </p:cNvPicPr>
          <p:nvPr userDrawn="1"/>
        </p:nvPicPr>
        <p:blipFill>
          <a:blip r:embed="rId3"/>
          <a:stretch>
            <a:fillRect/>
          </a:stretch>
        </p:blipFill>
        <p:spPr>
          <a:xfrm>
            <a:off x="0" y="0"/>
            <a:ext cx="12848420" cy="8071212"/>
          </a:xfrm>
          <a:prstGeom prst="rect">
            <a:avLst/>
          </a:prstGeom>
        </p:spPr>
      </p:pic>
      <p:sp>
        <p:nvSpPr>
          <p:cNvPr id="6" name="Espaço Reservado para Texto 17">
            <a:extLst>
              <a:ext uri="{FF2B5EF4-FFF2-40B4-BE49-F238E27FC236}">
                <a16:creationId xmlns:a16="http://schemas.microsoft.com/office/drawing/2014/main" id="{99B3C895-9A6A-3A70-111A-A4701F153597}"/>
              </a:ext>
            </a:extLst>
          </p:cNvPr>
          <p:cNvSpPr>
            <a:spLocks noGrp="1"/>
          </p:cNvSpPr>
          <p:nvPr>
            <p:ph type="body" sz="quarter" idx="11" hasCustomPrompt="1"/>
          </p:nvPr>
        </p:nvSpPr>
        <p:spPr>
          <a:xfrm>
            <a:off x="3657194" y="1498708"/>
            <a:ext cx="6254750" cy="4692650"/>
          </a:xfrm>
          <a:prstGeom prst="rect">
            <a:avLst/>
          </a:prstGeom>
        </p:spPr>
        <p:txBody>
          <a:bodyPr/>
          <a:lstStyle>
            <a:lvl1pPr>
              <a:defRPr sz="2400">
                <a:latin typeface="Poppins" panose="00000500000000000000" pitchFamily="2" charset="0"/>
                <a:cs typeface="Poppins" panose="00000500000000000000" pitchFamily="2" charset="0"/>
              </a:defRPr>
            </a:lvl1pPr>
            <a:lvl2pPr>
              <a:defRPr sz="1600"/>
            </a:lvl2pPr>
            <a:lvl3pPr>
              <a:defRPr sz="1600"/>
            </a:lvl3pPr>
            <a:lvl4pPr>
              <a:defRPr sz="1600"/>
            </a:lvl4pPr>
            <a:lvl5pPr>
              <a:defRPr sz="1600"/>
            </a:lvl5pPr>
          </a:lstStyle>
          <a:p>
            <a:pPr lvl="0"/>
            <a:r>
              <a:rPr lang="pt-BR" noProof="0"/>
              <a:t>Escreva a citação nesta área </a:t>
            </a:r>
            <a:r>
              <a:rPr lang="en-US"/>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7" name="Espaço Reservado para Texto 19">
            <a:extLst>
              <a:ext uri="{FF2B5EF4-FFF2-40B4-BE49-F238E27FC236}">
                <a16:creationId xmlns:a16="http://schemas.microsoft.com/office/drawing/2014/main" id="{015A9257-63A1-16A0-C8E8-D41B83F04B6E}"/>
              </a:ext>
            </a:extLst>
          </p:cNvPr>
          <p:cNvSpPr>
            <a:spLocks noGrp="1"/>
          </p:cNvSpPr>
          <p:nvPr>
            <p:ph type="body" sz="quarter" idx="12" hasCustomPrompt="1"/>
          </p:nvPr>
        </p:nvSpPr>
        <p:spPr>
          <a:xfrm>
            <a:off x="3656551" y="6370106"/>
            <a:ext cx="5018087" cy="606425"/>
          </a:xfrm>
          <a:prstGeom prst="rect">
            <a:avLst/>
          </a:prstGeom>
        </p:spPr>
        <p:txBody>
          <a:bodyPr/>
          <a:lstStyle>
            <a:lvl1pPr>
              <a:defRPr sz="1800">
                <a:latin typeface="Poppins" panose="00000500000000000000" pitchFamily="2" charset="0"/>
                <a:cs typeface="Poppins" panose="00000500000000000000" pitchFamily="2" charset="0"/>
              </a:defRPr>
            </a:lvl1pPr>
          </a:lstStyle>
          <a:p>
            <a:pPr lvl="0"/>
            <a:r>
              <a:rPr lang="pt-BR"/>
              <a:t>Referência completa da citação/autoria</a:t>
            </a:r>
          </a:p>
        </p:txBody>
      </p:sp>
    </p:spTree>
    <p:extLst>
      <p:ext uri="{BB962C8B-B14F-4D97-AF65-F5344CB8AC3E}">
        <p14:creationId xmlns:p14="http://schemas.microsoft.com/office/powerpoint/2010/main" val="9729361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1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82118064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2_Atividade_Resposta" userDrawn="1">
  <p:cSld name="2_Atividade_Resposta">
    <p:spTree>
      <p:nvGrpSpPr>
        <p:cNvPr id="1" name="Shape 244"/>
        <p:cNvGrpSpPr/>
        <p:nvPr/>
      </p:nvGrpSpPr>
      <p:grpSpPr>
        <a:xfrm>
          <a:off x="0" y="0"/>
          <a:ext cx="0" cy="0"/>
          <a:chOff x="0" y="0"/>
          <a:chExt cx="0" cy="0"/>
        </a:xfrm>
      </p:grpSpPr>
      <p:sp>
        <p:nvSpPr>
          <p:cNvPr id="12" name="Google Shape;550;p38">
            <a:extLst>
              <a:ext uri="{FF2B5EF4-FFF2-40B4-BE49-F238E27FC236}">
                <a16:creationId xmlns:a16="http://schemas.microsoft.com/office/drawing/2014/main" id="{B63D1618-4DC9-81A2-1395-7A581D0E2524}"/>
              </a:ext>
            </a:extLst>
          </p:cNvPr>
          <p:cNvSpPr/>
          <p:nvPr userDrawn="1"/>
        </p:nvSpPr>
        <p:spPr>
          <a:xfrm>
            <a:off x="4324935"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sp>
        <p:nvSpPr>
          <p:cNvPr id="13" name="Google Shape;552;p38">
            <a:extLst>
              <a:ext uri="{FF2B5EF4-FFF2-40B4-BE49-F238E27FC236}">
                <a16:creationId xmlns:a16="http://schemas.microsoft.com/office/drawing/2014/main" id="{642E7FBD-2EAE-B480-D2C0-0E05D335427E}"/>
              </a:ext>
            </a:extLst>
          </p:cNvPr>
          <p:cNvSpPr/>
          <p:nvPr userDrawn="1"/>
        </p:nvSpPr>
        <p:spPr>
          <a:xfrm>
            <a:off x="10830009"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sp>
        <p:nvSpPr>
          <p:cNvPr id="14" name="Google Shape;555;p38">
            <a:extLst>
              <a:ext uri="{FF2B5EF4-FFF2-40B4-BE49-F238E27FC236}">
                <a16:creationId xmlns:a16="http://schemas.microsoft.com/office/drawing/2014/main" id="{690CC235-292D-45C9-F973-86247E174E3A}"/>
              </a:ext>
            </a:extLst>
          </p:cNvPr>
          <p:cNvSpPr txBox="1"/>
          <p:nvPr userDrawn="1"/>
        </p:nvSpPr>
        <p:spPr>
          <a:xfrm>
            <a:off x="4324934"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a:solidFill>
                  <a:schemeClr val="tx1"/>
                </a:solidFill>
                <a:latin typeface="Poppins"/>
                <a:ea typeface="Poppins"/>
                <a:cs typeface="Poppins"/>
                <a:sym typeface="Poppins"/>
              </a:rPr>
              <a:t>Materiais necessários</a:t>
            </a:r>
          </a:p>
        </p:txBody>
      </p:sp>
      <p:sp>
        <p:nvSpPr>
          <p:cNvPr id="15" name="Google Shape;556;p38">
            <a:extLst>
              <a:ext uri="{FF2B5EF4-FFF2-40B4-BE49-F238E27FC236}">
                <a16:creationId xmlns:a16="http://schemas.microsoft.com/office/drawing/2014/main" id="{03565EBF-03F3-84DC-8861-14074402225D}"/>
              </a:ext>
            </a:extLst>
          </p:cNvPr>
          <p:cNvSpPr txBox="1"/>
          <p:nvPr userDrawn="1"/>
        </p:nvSpPr>
        <p:spPr>
          <a:xfrm>
            <a:off x="10830010"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a:solidFill>
                  <a:schemeClr val="tx1"/>
                </a:solidFill>
                <a:latin typeface="Poppins"/>
                <a:ea typeface="Poppins"/>
                <a:cs typeface="Poppins"/>
                <a:sym typeface="Poppins"/>
              </a:rPr>
              <a:t>Passo a passo</a:t>
            </a:r>
          </a:p>
        </p:txBody>
      </p:sp>
      <p:sp>
        <p:nvSpPr>
          <p:cNvPr id="25" name="Google Shape;551;p38">
            <a:extLst>
              <a:ext uri="{FF2B5EF4-FFF2-40B4-BE49-F238E27FC236}">
                <a16:creationId xmlns:a16="http://schemas.microsoft.com/office/drawing/2014/main" id="{CD83FF8F-63B7-0CEA-B429-A2BCF2BB7487}"/>
              </a:ext>
            </a:extLst>
          </p:cNvPr>
          <p:cNvSpPr/>
          <p:nvPr userDrawn="1"/>
        </p:nvSpPr>
        <p:spPr>
          <a:xfrm rot="10800000">
            <a:off x="6784410"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pic>
        <p:nvPicPr>
          <p:cNvPr id="27" name="Gráfico 26">
            <a:extLst>
              <a:ext uri="{FF2B5EF4-FFF2-40B4-BE49-F238E27FC236}">
                <a16:creationId xmlns:a16="http://schemas.microsoft.com/office/drawing/2014/main" id="{0A2D55E2-F6DC-1B1A-6206-C9A21DB957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937578" y="2478729"/>
            <a:ext cx="919981" cy="625587"/>
          </a:xfrm>
          <a:prstGeom prst="rect">
            <a:avLst/>
          </a:prstGeom>
        </p:spPr>
      </p:pic>
      <p:sp>
        <p:nvSpPr>
          <p:cNvPr id="26" name="Google Shape;553;p38">
            <a:extLst>
              <a:ext uri="{FF2B5EF4-FFF2-40B4-BE49-F238E27FC236}">
                <a16:creationId xmlns:a16="http://schemas.microsoft.com/office/drawing/2014/main" id="{5669D558-D8B7-9B54-34D3-9E8D442164C5}"/>
              </a:ext>
            </a:extLst>
          </p:cNvPr>
          <p:cNvSpPr/>
          <p:nvPr userDrawn="1"/>
        </p:nvSpPr>
        <p:spPr>
          <a:xfrm rot="10800000">
            <a:off x="13289486"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pic>
        <p:nvPicPr>
          <p:cNvPr id="28" name="Gráfico 27">
            <a:extLst>
              <a:ext uri="{FF2B5EF4-FFF2-40B4-BE49-F238E27FC236}">
                <a16:creationId xmlns:a16="http://schemas.microsoft.com/office/drawing/2014/main" id="{2A2DE510-28AA-A9FA-EF96-ADC1ED86D1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3568672" y="2449466"/>
            <a:ext cx="675825" cy="661446"/>
          </a:xfrm>
          <a:prstGeom prst="rect">
            <a:avLst/>
          </a:prstGeom>
        </p:spPr>
      </p:pic>
      <p:sp>
        <p:nvSpPr>
          <p:cNvPr id="43" name="Espaço Reservado para Texto 42">
            <a:extLst>
              <a:ext uri="{FF2B5EF4-FFF2-40B4-BE49-F238E27FC236}">
                <a16:creationId xmlns:a16="http://schemas.microsoft.com/office/drawing/2014/main" id="{72E00D2B-696A-7CA4-B294-8A4F6F5EABA8}"/>
              </a:ext>
            </a:extLst>
          </p:cNvPr>
          <p:cNvSpPr>
            <a:spLocks noGrp="1"/>
          </p:cNvSpPr>
          <p:nvPr>
            <p:ph type="body" sz="quarter" idx="10"/>
          </p:nvPr>
        </p:nvSpPr>
        <p:spPr>
          <a:xfrm>
            <a:off x="4606925" y="928688"/>
            <a:ext cx="10020958" cy="724735"/>
          </a:xfrm>
          <a:prstGeom prst="rect">
            <a:avLst/>
          </a:prstGeom>
        </p:spPr>
        <p:txBody>
          <a:bodyPr/>
          <a:lstStyle/>
          <a:p>
            <a:pPr lvl="0"/>
            <a:endParaRPr lang="pt-BR"/>
          </a:p>
        </p:txBody>
      </p:sp>
      <p:sp>
        <p:nvSpPr>
          <p:cNvPr id="44" name="Espaço Reservado para Texto 42">
            <a:extLst>
              <a:ext uri="{FF2B5EF4-FFF2-40B4-BE49-F238E27FC236}">
                <a16:creationId xmlns:a16="http://schemas.microsoft.com/office/drawing/2014/main" id="{118B8204-3952-1CCE-5DDA-09799D963BDF}"/>
              </a:ext>
            </a:extLst>
          </p:cNvPr>
          <p:cNvSpPr>
            <a:spLocks noGrp="1"/>
          </p:cNvSpPr>
          <p:nvPr>
            <p:ph type="body" sz="quarter" idx="11"/>
          </p:nvPr>
        </p:nvSpPr>
        <p:spPr>
          <a:xfrm>
            <a:off x="641669" y="4538602"/>
            <a:ext cx="2798011" cy="642937"/>
          </a:xfrm>
          <a:prstGeom prst="rect">
            <a:avLst/>
          </a:prstGeom>
        </p:spPr>
        <p:txBody>
          <a:bodyPr/>
          <a:lstStyle/>
          <a:p>
            <a:pPr lvl="0"/>
            <a:endParaRPr lang="pt-BR"/>
          </a:p>
        </p:txBody>
      </p:sp>
      <p:sp>
        <p:nvSpPr>
          <p:cNvPr id="47" name="Espaço Reservado para Texto 42">
            <a:extLst>
              <a:ext uri="{FF2B5EF4-FFF2-40B4-BE49-F238E27FC236}">
                <a16:creationId xmlns:a16="http://schemas.microsoft.com/office/drawing/2014/main" id="{E46ABB28-D7A5-0F46-EF31-F1C12A67E799}"/>
              </a:ext>
            </a:extLst>
          </p:cNvPr>
          <p:cNvSpPr>
            <a:spLocks noGrp="1"/>
          </p:cNvSpPr>
          <p:nvPr>
            <p:ph type="body" sz="quarter" idx="12"/>
          </p:nvPr>
        </p:nvSpPr>
        <p:spPr>
          <a:xfrm>
            <a:off x="1387641" y="6084650"/>
            <a:ext cx="2758756" cy="642937"/>
          </a:xfrm>
          <a:prstGeom prst="rect">
            <a:avLst/>
          </a:prstGeom>
        </p:spPr>
        <p:txBody>
          <a:bodyPr/>
          <a:lstStyle/>
          <a:p>
            <a:pPr lvl="0"/>
            <a:endParaRPr lang="pt-BR"/>
          </a:p>
        </p:txBody>
      </p:sp>
      <p:sp>
        <p:nvSpPr>
          <p:cNvPr id="48" name="Espaço Reservado para Texto 42">
            <a:extLst>
              <a:ext uri="{FF2B5EF4-FFF2-40B4-BE49-F238E27FC236}">
                <a16:creationId xmlns:a16="http://schemas.microsoft.com/office/drawing/2014/main" id="{BF847B60-BEEF-1E56-730D-C01E43BCC2AB}"/>
              </a:ext>
            </a:extLst>
          </p:cNvPr>
          <p:cNvSpPr>
            <a:spLocks noGrp="1"/>
          </p:cNvSpPr>
          <p:nvPr>
            <p:ph type="body" sz="quarter" idx="13"/>
          </p:nvPr>
        </p:nvSpPr>
        <p:spPr>
          <a:xfrm>
            <a:off x="1359066" y="7270513"/>
            <a:ext cx="2758756" cy="642937"/>
          </a:xfrm>
          <a:prstGeom prst="rect">
            <a:avLst/>
          </a:prstGeom>
        </p:spPr>
        <p:txBody>
          <a:bodyPr/>
          <a:lstStyle/>
          <a:p>
            <a:pPr lvl="0"/>
            <a:endParaRPr lang="pt-BR"/>
          </a:p>
        </p:txBody>
      </p:sp>
      <p:pic>
        <p:nvPicPr>
          <p:cNvPr id="6" name="Imagem 5">
            <a:extLst>
              <a:ext uri="{FF2B5EF4-FFF2-40B4-BE49-F238E27FC236}">
                <a16:creationId xmlns:a16="http://schemas.microsoft.com/office/drawing/2014/main" id="{DDF8A37A-F7D7-AF89-04B1-28988304DE09}"/>
              </a:ext>
            </a:extLst>
          </p:cNvPr>
          <p:cNvPicPr>
            <a:picLocks/>
          </p:cNvPicPr>
          <p:nvPr userDrawn="1"/>
        </p:nvPicPr>
        <p:blipFill>
          <a:blip r:embed="rId4"/>
          <a:stretch>
            <a:fillRect/>
          </a:stretch>
        </p:blipFill>
        <p:spPr>
          <a:xfrm>
            <a:off x="396001" y="421201"/>
            <a:ext cx="3434405" cy="2390404"/>
          </a:xfrm>
          <a:prstGeom prst="rect">
            <a:avLst/>
          </a:prstGeom>
        </p:spPr>
      </p:pic>
      <p:sp>
        <p:nvSpPr>
          <p:cNvPr id="5" name="Google Shape;207;p37">
            <a:extLst>
              <a:ext uri="{FF2B5EF4-FFF2-40B4-BE49-F238E27FC236}">
                <a16:creationId xmlns:a16="http://schemas.microsoft.com/office/drawing/2014/main" id="{8D519054-56C9-E8DC-6002-F426D55631A8}"/>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2" name="Google Shape;562;p38">
            <a:extLst>
              <a:ext uri="{FF2B5EF4-FFF2-40B4-BE49-F238E27FC236}">
                <a16:creationId xmlns:a16="http://schemas.microsoft.com/office/drawing/2014/main" id="{DC2E51EA-7A9E-03EB-F489-7558738ECDF2}"/>
              </a:ext>
            </a:extLst>
          </p:cNvPr>
          <p:cNvSpPr txBox="1"/>
          <p:nvPr userDrawn="1"/>
        </p:nvSpPr>
        <p:spPr>
          <a:xfrm>
            <a:off x="4958755" y="8923165"/>
            <a:ext cx="928574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800" b="1" i="0" u="none" strike="noStrike" cap="none" noProof="0">
                <a:solidFill>
                  <a:schemeClr val="dk1"/>
                </a:solidFill>
                <a:latin typeface="Poppins"/>
                <a:ea typeface="Poppins"/>
                <a:cs typeface="Poppins"/>
                <a:sym typeface="Poppins"/>
              </a:rPr>
              <a:t>Baixe o roteiro dessa atividade</a:t>
            </a:r>
            <a:endParaRPr lang="pt-BR" sz="1800" b="0" i="0" u="none" strike="noStrike" cap="none" noProof="0">
              <a:solidFill>
                <a:srgbClr val="000000"/>
              </a:solidFill>
              <a:latin typeface="Poppins"/>
              <a:ea typeface="Poppins"/>
              <a:cs typeface="Poppins"/>
              <a:sym typeface="Poppins"/>
            </a:endParaRPr>
          </a:p>
        </p:txBody>
      </p:sp>
      <p:pic>
        <p:nvPicPr>
          <p:cNvPr id="7" name="Imagem 6">
            <a:extLst>
              <a:ext uri="{FF2B5EF4-FFF2-40B4-BE49-F238E27FC236}">
                <a16:creationId xmlns:a16="http://schemas.microsoft.com/office/drawing/2014/main" id="{EC34FE3E-47A8-E9EA-DBAE-A2C1931AD7E3}"/>
              </a:ext>
            </a:extLst>
          </p:cNvPr>
          <p:cNvPicPr>
            <a:picLocks noChangeAspect="1"/>
          </p:cNvPicPr>
          <p:nvPr userDrawn="1"/>
        </p:nvPicPr>
        <p:blipFill>
          <a:blip r:embed="rId5"/>
          <a:stretch>
            <a:fillRect/>
          </a:stretch>
        </p:blipFill>
        <p:spPr>
          <a:xfrm>
            <a:off x="4353070" y="8693932"/>
            <a:ext cx="545339" cy="654407"/>
          </a:xfrm>
          <a:prstGeom prst="rect">
            <a:avLst/>
          </a:prstGeom>
        </p:spPr>
      </p:pic>
    </p:spTree>
    <p:extLst>
      <p:ext uri="{BB962C8B-B14F-4D97-AF65-F5344CB8AC3E}">
        <p14:creationId xmlns:p14="http://schemas.microsoft.com/office/powerpoint/2010/main" val="30738219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pic>
        <p:nvPicPr>
          <p:cNvPr id="2" name="Google Shape;10;p29">
            <a:extLst>
              <a:ext uri="{FF2B5EF4-FFF2-40B4-BE49-F238E27FC236}">
                <a16:creationId xmlns:a16="http://schemas.microsoft.com/office/drawing/2014/main" id="{69B899E0-256B-4ABD-B3CF-5D0279BAB1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7414310" y="169102"/>
            <a:ext cx="648222" cy="304469"/>
          </a:xfrm>
          <a:prstGeom prst="rect">
            <a:avLst/>
          </a:prstGeom>
          <a:noFill/>
          <a:ln>
            <a:noFill/>
          </a:ln>
        </p:spPr>
      </p:pic>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3950716" y="1987423"/>
            <a:ext cx="7497763" cy="1255713"/>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3950716" y="3511423"/>
            <a:ext cx="7497763" cy="1255713"/>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3950716" y="5047615"/>
            <a:ext cx="7497763" cy="1255713"/>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3950716" y="6730111"/>
            <a:ext cx="7497763" cy="1255713"/>
          </a:xfrm>
          <a:prstGeom prst="rect">
            <a:avLst/>
          </a:prstGeom>
        </p:spPr>
        <p:txBody>
          <a:bodyPr/>
          <a:lstStyle/>
          <a:p>
            <a:pPr lvl="0"/>
            <a:endParaRPr lang="pt-BR"/>
          </a:p>
        </p:txBody>
      </p:sp>
    </p:spTree>
    <p:extLst>
      <p:ext uri="{BB962C8B-B14F-4D97-AF65-F5344CB8AC3E}">
        <p14:creationId xmlns:p14="http://schemas.microsoft.com/office/powerpoint/2010/main" val="188554503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4_Atividade_Resposta" userDrawn="1">
  <p:cSld name="4_Atividade_Resposta">
    <p:spTree>
      <p:nvGrpSpPr>
        <p:cNvPr id="1" name="Shape 278"/>
        <p:cNvGrpSpPr/>
        <p:nvPr/>
      </p:nvGrpSpPr>
      <p:grpSpPr>
        <a:xfrm>
          <a:off x="0" y="0"/>
          <a:ext cx="0" cy="0"/>
          <a:chOff x="0" y="0"/>
          <a:chExt cx="0" cy="0"/>
        </a:xfrm>
      </p:grpSpPr>
      <p:pic>
        <p:nvPicPr>
          <p:cNvPr id="7" name="Google Shape;142;p13">
            <a:extLst>
              <a:ext uri="{FF2B5EF4-FFF2-40B4-BE49-F238E27FC236}">
                <a16:creationId xmlns:a16="http://schemas.microsoft.com/office/drawing/2014/main" id="{62311955-DCFD-E5E0-4BE1-45BCC334272F}"/>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154BC10B-7016-CD9F-D902-61E68E782117}"/>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pic>
        <p:nvPicPr>
          <p:cNvPr id="9" name="Imagem 8">
            <a:extLst>
              <a:ext uri="{FF2B5EF4-FFF2-40B4-BE49-F238E27FC236}">
                <a16:creationId xmlns:a16="http://schemas.microsoft.com/office/drawing/2014/main" id="{5EBCD2E2-7E46-DBA5-4230-572C5CE14BB7}"/>
              </a:ext>
            </a:extLst>
          </p:cNvPr>
          <p:cNvPicPr>
            <a:picLocks/>
          </p:cNvPicPr>
          <p:nvPr userDrawn="1"/>
        </p:nvPicPr>
        <p:blipFill>
          <a:blip r:embed="rId4"/>
          <a:stretch>
            <a:fillRect/>
          </a:stretch>
        </p:blipFill>
        <p:spPr>
          <a:xfrm>
            <a:off x="381601" y="327600"/>
            <a:ext cx="3434405" cy="2390404"/>
          </a:xfrm>
          <a:prstGeom prst="rect">
            <a:avLst/>
          </a:prstGeom>
        </p:spPr>
      </p:pic>
      <p:sp>
        <p:nvSpPr>
          <p:cNvPr id="20" name="Google Shape;101;p34">
            <a:extLst>
              <a:ext uri="{FF2B5EF4-FFF2-40B4-BE49-F238E27FC236}">
                <a16:creationId xmlns:a16="http://schemas.microsoft.com/office/drawing/2014/main" id="{755F0519-A467-B3A9-0C34-2A291715819C}"/>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pitchFamily="2" charset="77"/>
                <a:ea typeface="Poppins"/>
                <a:cs typeface="Poppins" pitchFamily="2" charset="77"/>
                <a:sym typeface="Poppins"/>
              </a:rPr>
              <a:t>conceito</a:t>
            </a:r>
            <a:endParaRPr sz="3500" b="1" i="0" u="none" strike="noStrike" cap="none">
              <a:solidFill>
                <a:schemeClr val="lt1"/>
              </a:solidFill>
              <a:latin typeface="Poppins" pitchFamily="2" charset="77"/>
              <a:ea typeface="Poppins Light"/>
              <a:cs typeface="Poppins" pitchFamily="2" charset="77"/>
              <a:sym typeface="Poppins Light"/>
            </a:endParaRPr>
          </a:p>
        </p:txBody>
      </p:sp>
      <p:sp>
        <p:nvSpPr>
          <p:cNvPr id="3" name="Espaço Reservado para Texto 2">
            <a:extLst>
              <a:ext uri="{FF2B5EF4-FFF2-40B4-BE49-F238E27FC236}">
                <a16:creationId xmlns:a16="http://schemas.microsoft.com/office/drawing/2014/main" id="{D7D28187-226F-E3DD-F060-C6E3A0CAB137}"/>
              </a:ext>
            </a:extLst>
          </p:cNvPr>
          <p:cNvSpPr>
            <a:spLocks noGrp="1"/>
          </p:cNvSpPr>
          <p:nvPr>
            <p:ph type="body" sz="quarter" idx="10"/>
          </p:nvPr>
        </p:nvSpPr>
        <p:spPr>
          <a:xfrm>
            <a:off x="4705138" y="1584325"/>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2">
            <a:extLst>
              <a:ext uri="{FF2B5EF4-FFF2-40B4-BE49-F238E27FC236}">
                <a16:creationId xmlns:a16="http://schemas.microsoft.com/office/drawing/2014/main" id="{E5E364D4-70BF-D832-6CD8-8AA38383BC30}"/>
              </a:ext>
            </a:extLst>
          </p:cNvPr>
          <p:cNvSpPr>
            <a:spLocks noGrp="1"/>
          </p:cNvSpPr>
          <p:nvPr>
            <p:ph type="body" sz="quarter" idx="11"/>
          </p:nvPr>
        </p:nvSpPr>
        <p:spPr>
          <a:xfrm>
            <a:off x="4705138" y="2657221"/>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4" name="Espaço Reservado para Texto 2">
            <a:extLst>
              <a:ext uri="{FF2B5EF4-FFF2-40B4-BE49-F238E27FC236}">
                <a16:creationId xmlns:a16="http://schemas.microsoft.com/office/drawing/2014/main" id="{6635037C-CB9A-2CD2-804D-40A7B5EAE2EC}"/>
              </a:ext>
            </a:extLst>
          </p:cNvPr>
          <p:cNvSpPr>
            <a:spLocks noGrp="1"/>
          </p:cNvSpPr>
          <p:nvPr>
            <p:ph type="body" sz="quarter" idx="12"/>
          </p:nvPr>
        </p:nvSpPr>
        <p:spPr>
          <a:xfrm>
            <a:off x="4705138" y="3876421"/>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5" name="Espaço Reservado para Texto 2">
            <a:extLst>
              <a:ext uri="{FF2B5EF4-FFF2-40B4-BE49-F238E27FC236}">
                <a16:creationId xmlns:a16="http://schemas.microsoft.com/office/drawing/2014/main" id="{01996C14-7129-E7C7-2595-22416FCECFCD}"/>
              </a:ext>
            </a:extLst>
          </p:cNvPr>
          <p:cNvSpPr>
            <a:spLocks noGrp="1"/>
          </p:cNvSpPr>
          <p:nvPr>
            <p:ph type="body" sz="quarter" idx="13"/>
          </p:nvPr>
        </p:nvSpPr>
        <p:spPr>
          <a:xfrm>
            <a:off x="9752626" y="1584325"/>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21" name="Espaço Reservado para Texto 2">
            <a:extLst>
              <a:ext uri="{FF2B5EF4-FFF2-40B4-BE49-F238E27FC236}">
                <a16:creationId xmlns:a16="http://schemas.microsoft.com/office/drawing/2014/main" id="{4A101612-8D52-AC1F-7094-C5F163D547CE}"/>
              </a:ext>
            </a:extLst>
          </p:cNvPr>
          <p:cNvSpPr>
            <a:spLocks noGrp="1"/>
          </p:cNvSpPr>
          <p:nvPr>
            <p:ph type="body" sz="quarter" idx="14"/>
          </p:nvPr>
        </p:nvSpPr>
        <p:spPr>
          <a:xfrm>
            <a:off x="9752626" y="2657221"/>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22" name="Espaço Reservado para Texto 2">
            <a:extLst>
              <a:ext uri="{FF2B5EF4-FFF2-40B4-BE49-F238E27FC236}">
                <a16:creationId xmlns:a16="http://schemas.microsoft.com/office/drawing/2014/main" id="{A1A4B5C1-CEBA-C0D2-D696-81531A12E91F}"/>
              </a:ext>
            </a:extLst>
          </p:cNvPr>
          <p:cNvSpPr>
            <a:spLocks noGrp="1"/>
          </p:cNvSpPr>
          <p:nvPr>
            <p:ph type="body" sz="quarter" idx="15"/>
          </p:nvPr>
        </p:nvSpPr>
        <p:spPr>
          <a:xfrm>
            <a:off x="9752626" y="3876421"/>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96351722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1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8288000" cy="10287000"/>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1293813" y="1331913"/>
            <a:ext cx="6138862" cy="5408612"/>
          </a:xfrm>
          <a:prstGeom prst="rect">
            <a:avLst/>
          </a:prstGeom>
        </p:spPr>
        <p:txBody>
          <a:bodyPr/>
          <a:lstStyle/>
          <a:p>
            <a:endParaRPr lang="pt-BR"/>
          </a:p>
        </p:txBody>
      </p:sp>
    </p:spTree>
    <p:extLst>
      <p:ext uri="{BB962C8B-B14F-4D97-AF65-F5344CB8AC3E}">
        <p14:creationId xmlns:p14="http://schemas.microsoft.com/office/powerpoint/2010/main" val="8723336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3_Atividade_seminario2" userDrawn="1">
  <p:cSld name="3_Atividade_seminario2">
    <p:spTree>
      <p:nvGrpSpPr>
        <p:cNvPr id="1" name="Shape 452"/>
        <p:cNvGrpSpPr/>
        <p:nvPr/>
      </p:nvGrpSpPr>
      <p:grpSpPr>
        <a:xfrm>
          <a:off x="0" y="0"/>
          <a:ext cx="0" cy="0"/>
          <a:chOff x="0" y="0"/>
          <a:chExt cx="0" cy="0"/>
        </a:xfrm>
      </p:grpSpPr>
      <p:pic>
        <p:nvPicPr>
          <p:cNvPr id="8" name="Google Shape;142;p13">
            <a:extLst>
              <a:ext uri="{FF2B5EF4-FFF2-40B4-BE49-F238E27FC236}">
                <a16:creationId xmlns:a16="http://schemas.microsoft.com/office/drawing/2014/main" id="{76FE7B37-D030-ED6E-D3A2-85DDABCD607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9" name="Google Shape;143;p13">
            <a:extLst>
              <a:ext uri="{FF2B5EF4-FFF2-40B4-BE49-F238E27FC236}">
                <a16:creationId xmlns:a16="http://schemas.microsoft.com/office/drawing/2014/main" id="{55D8F3B4-A380-923A-F31D-E30122AF367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461" name="Google Shape;461;p35"/>
          <p:cNvSpPr txBox="1">
            <a:spLocks noGrp="1"/>
          </p:cNvSpPr>
          <p:nvPr>
            <p:ph type="body" idx="1"/>
          </p:nvPr>
        </p:nvSpPr>
        <p:spPr>
          <a:xfrm>
            <a:off x="7991845" y="1965148"/>
            <a:ext cx="6126933" cy="97054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80"/>
              </a:spcBef>
              <a:spcAft>
                <a:spcPts val="0"/>
              </a:spcAft>
              <a:buClr>
                <a:schemeClr val="dk1"/>
              </a:buClr>
              <a:buSzPts val="1900"/>
              <a:buFont typeface="Poppins"/>
              <a:buNone/>
              <a:defRPr sz="19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64" name="Google Shape;464;p35"/>
          <p:cNvSpPr txBox="1">
            <a:spLocks noGrp="1"/>
          </p:cNvSpPr>
          <p:nvPr>
            <p:ph type="body" idx="2"/>
          </p:nvPr>
        </p:nvSpPr>
        <p:spPr>
          <a:xfrm>
            <a:off x="7991845" y="4071552"/>
            <a:ext cx="6126933" cy="97054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80"/>
              </a:spcBef>
              <a:spcAft>
                <a:spcPts val="0"/>
              </a:spcAft>
              <a:buClr>
                <a:schemeClr val="dk1"/>
              </a:buClr>
              <a:buSzPts val="1900"/>
              <a:buFont typeface="Poppins"/>
              <a:buNone/>
              <a:defRPr sz="19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67" name="Google Shape;467;p35"/>
          <p:cNvSpPr txBox="1">
            <a:spLocks noGrp="1"/>
          </p:cNvSpPr>
          <p:nvPr>
            <p:ph type="body" idx="3"/>
          </p:nvPr>
        </p:nvSpPr>
        <p:spPr>
          <a:xfrm>
            <a:off x="7991845" y="6229108"/>
            <a:ext cx="6126933" cy="97054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80"/>
              </a:spcBef>
              <a:spcAft>
                <a:spcPts val="0"/>
              </a:spcAft>
              <a:buClr>
                <a:schemeClr val="dk1"/>
              </a:buClr>
              <a:buSzPts val="1900"/>
              <a:buFont typeface="Poppins"/>
              <a:buNone/>
              <a:defRPr sz="19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70" name="Google Shape;470;p35"/>
          <p:cNvSpPr txBox="1">
            <a:spLocks noGrp="1"/>
          </p:cNvSpPr>
          <p:nvPr>
            <p:ph type="body" idx="4"/>
          </p:nvPr>
        </p:nvSpPr>
        <p:spPr>
          <a:xfrm>
            <a:off x="7991845" y="8335512"/>
            <a:ext cx="6126933" cy="97054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80"/>
              </a:spcBef>
              <a:spcAft>
                <a:spcPts val="0"/>
              </a:spcAft>
              <a:buClr>
                <a:schemeClr val="dk1"/>
              </a:buClr>
              <a:buSzPts val="1900"/>
              <a:buFont typeface="Poppins"/>
              <a:buNone/>
              <a:defRPr sz="19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71" name="Google Shape;471;p35"/>
          <p:cNvSpPr txBox="1">
            <a:spLocks noGrp="1"/>
          </p:cNvSpPr>
          <p:nvPr>
            <p:ph type="body" idx="5"/>
          </p:nvPr>
        </p:nvSpPr>
        <p:spPr>
          <a:xfrm>
            <a:off x="789868" y="5487140"/>
            <a:ext cx="3605134" cy="389850"/>
          </a:xfrm>
          <a:prstGeom prst="rect">
            <a:avLst/>
          </a:prstGeom>
          <a:noFill/>
          <a:ln>
            <a:noFill/>
          </a:ln>
        </p:spPr>
        <p:txBody>
          <a:bodyPr spcFirstLastPara="1" wrap="square" lIns="0" tIns="0" rIns="0" bIns="0" anchor="t" anchorCtr="0">
            <a:spAutoFit/>
          </a:bodyPr>
          <a:lstStyle>
            <a:lvl1pPr marL="0" marR="0" lvl="0" indent="-228600" algn="l" rtl="0">
              <a:lnSpc>
                <a:spcPct val="100000"/>
              </a:lnSpc>
              <a:spcBef>
                <a:spcPts val="440"/>
              </a:spcBef>
              <a:spcAft>
                <a:spcPts val="0"/>
              </a:spcAft>
              <a:buClr>
                <a:schemeClr val="dk1"/>
              </a:buClr>
              <a:buSzPts val="2200"/>
              <a:buFont typeface="Poppins"/>
              <a:buNone/>
              <a:defRPr sz="22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72" name="Google Shape;472;p35"/>
          <p:cNvSpPr txBox="1">
            <a:spLocks noGrp="1"/>
          </p:cNvSpPr>
          <p:nvPr>
            <p:ph type="body" idx="6" hasCustomPrompt="1"/>
          </p:nvPr>
        </p:nvSpPr>
        <p:spPr>
          <a:xfrm>
            <a:off x="1281736" y="7162503"/>
            <a:ext cx="2599581" cy="411041"/>
          </a:xfrm>
          <a:prstGeom prst="rect">
            <a:avLst/>
          </a:prstGeom>
          <a:noFill/>
          <a:ln>
            <a:noFill/>
          </a:ln>
        </p:spPr>
        <p:txBody>
          <a:bodyPr spcFirstLastPara="1" wrap="square" lIns="91425" tIns="45700" rIns="91425" bIns="45700" anchor="t" anchorCtr="0">
            <a:noAutofit/>
          </a:bodyPr>
          <a:lstStyle>
            <a:lvl1pPr marL="0" marR="0" lvl="0" indent="-228600" algn="l" rtl="0">
              <a:lnSpc>
                <a:spcPct val="100000"/>
              </a:lnSpc>
              <a:spcBef>
                <a:spcPts val="340"/>
              </a:spcBef>
              <a:spcAft>
                <a:spcPts val="0"/>
              </a:spcAft>
              <a:buClr>
                <a:schemeClr val="dk1"/>
              </a:buClr>
              <a:buSzPts val="1700"/>
              <a:buFont typeface="Poppins"/>
              <a:buNone/>
              <a:defRPr sz="1700" b="1" i="0" u="none" strike="noStrike" cap="none">
                <a:solidFill>
                  <a:schemeClr val="tx1"/>
                </a:solidFill>
                <a:latin typeface="Poppins"/>
                <a:ea typeface="Poppins"/>
                <a:cs typeface="Poppins"/>
                <a:sym typeface="Poppins"/>
              </a:defRPr>
            </a:lvl1pPr>
            <a:lvl2pPr marL="914400" marR="0" lvl="1"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2pPr>
            <a:lvl3pPr marL="1371600" marR="0" lvl="2"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3pPr>
            <a:lvl4pPr marL="1828800" marR="0" lvl="3"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4pPr>
            <a:lvl5pPr marL="2286000" marR="0" lvl="4"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pPr marL="0" marR="0" lvl="0" indent="-228600" algn="l" defTabSz="914400" rtl="0" eaLnBrk="1" fontAlgn="auto" latinLnBrk="0" hangingPunct="1">
              <a:lnSpc>
                <a:spcPct val="100000"/>
              </a:lnSpc>
              <a:spcBef>
                <a:spcPts val="340"/>
              </a:spcBef>
              <a:spcAft>
                <a:spcPts val="0"/>
              </a:spcAft>
              <a:buClr>
                <a:schemeClr val="dk1"/>
              </a:buClr>
              <a:buSzPts val="1700"/>
              <a:buFont typeface="Poppins"/>
              <a:buNone/>
              <a:tabLst/>
              <a:defRPr/>
            </a:pPr>
            <a:r>
              <a:rPr lang="pt-BR"/>
              <a:t>Próxima aula</a:t>
            </a:r>
          </a:p>
          <a:p>
            <a:endParaRPr/>
          </a:p>
        </p:txBody>
      </p:sp>
      <p:sp>
        <p:nvSpPr>
          <p:cNvPr id="473" name="Google Shape;473;p35"/>
          <p:cNvSpPr txBox="1">
            <a:spLocks noGrp="1"/>
          </p:cNvSpPr>
          <p:nvPr>
            <p:ph type="body" idx="7" hasCustomPrompt="1"/>
          </p:nvPr>
        </p:nvSpPr>
        <p:spPr>
          <a:xfrm>
            <a:off x="1323319" y="7826404"/>
            <a:ext cx="2557998" cy="411040"/>
          </a:xfrm>
          <a:prstGeom prst="rect">
            <a:avLst/>
          </a:prstGeom>
          <a:noFill/>
          <a:ln>
            <a:noFill/>
          </a:ln>
        </p:spPr>
        <p:txBody>
          <a:bodyPr spcFirstLastPara="1" wrap="square" lIns="91425" tIns="45700" rIns="91425" bIns="45700" anchor="t" anchorCtr="0">
            <a:noAutofit/>
          </a:bodyPr>
          <a:lstStyle>
            <a:lvl1pPr marL="0" marR="0" lvl="0" indent="-228600" algn="l" rtl="0">
              <a:lnSpc>
                <a:spcPct val="100000"/>
              </a:lnSpc>
              <a:spcBef>
                <a:spcPts val="340"/>
              </a:spcBef>
              <a:spcAft>
                <a:spcPts val="0"/>
              </a:spcAft>
              <a:buClr>
                <a:schemeClr val="dk1"/>
              </a:buClr>
              <a:buSzPts val="1700"/>
              <a:buFont typeface="Poppins"/>
              <a:buNone/>
              <a:defRPr sz="1700" b="1" i="0" u="none" strike="noStrike" cap="none">
                <a:solidFill>
                  <a:schemeClr val="tx1"/>
                </a:solidFill>
                <a:latin typeface="Poppins"/>
                <a:ea typeface="Poppins"/>
                <a:cs typeface="Poppins"/>
                <a:sym typeface="Poppins"/>
              </a:defRPr>
            </a:lvl1pPr>
            <a:lvl2pPr marL="914400" marR="0" lvl="1"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2pPr>
            <a:lvl3pPr marL="1371600" marR="0" lvl="2"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3pPr>
            <a:lvl4pPr marL="1828800" marR="0" lvl="3"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4pPr>
            <a:lvl5pPr marL="2286000" marR="0" lvl="4"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pPr marL="0" marR="0" lvl="0" indent="0" algn="l" rtl="0">
              <a:lnSpc>
                <a:spcPct val="100000"/>
              </a:lnSpc>
              <a:spcBef>
                <a:spcPts val="340"/>
              </a:spcBef>
              <a:spcAft>
                <a:spcPts val="0"/>
              </a:spcAft>
              <a:buClr>
                <a:schemeClr val="dk1"/>
              </a:buClr>
              <a:buSzPts val="1700"/>
              <a:buFont typeface="Poppins"/>
              <a:buNone/>
            </a:pPr>
            <a:r>
              <a:rPr lang="pt-BR"/>
              <a:t>Em grupo</a:t>
            </a:r>
          </a:p>
          <a:p>
            <a:endParaRPr/>
          </a:p>
        </p:txBody>
      </p:sp>
      <p:pic>
        <p:nvPicPr>
          <p:cNvPr id="6" name="Imagem 5">
            <a:extLst>
              <a:ext uri="{FF2B5EF4-FFF2-40B4-BE49-F238E27FC236}">
                <a16:creationId xmlns:a16="http://schemas.microsoft.com/office/drawing/2014/main" id="{46CDB980-BE98-8E20-BC2D-E177B02F003E}"/>
              </a:ext>
            </a:extLst>
          </p:cNvPr>
          <p:cNvPicPr>
            <a:picLocks/>
          </p:cNvPicPr>
          <p:nvPr userDrawn="1"/>
        </p:nvPicPr>
        <p:blipFill>
          <a:blip r:embed="rId4"/>
          <a:stretch>
            <a:fillRect/>
          </a:stretch>
        </p:blipFill>
        <p:spPr>
          <a:xfrm>
            <a:off x="396001" y="421201"/>
            <a:ext cx="3434405" cy="2390404"/>
          </a:xfrm>
          <a:prstGeom prst="rect">
            <a:avLst/>
          </a:prstGeom>
        </p:spPr>
      </p:pic>
      <p:sp>
        <p:nvSpPr>
          <p:cNvPr id="20" name="Google Shape;207;p37">
            <a:extLst>
              <a:ext uri="{FF2B5EF4-FFF2-40B4-BE49-F238E27FC236}">
                <a16:creationId xmlns:a16="http://schemas.microsoft.com/office/drawing/2014/main" id="{DB3C8286-CA88-74E6-AE05-F1CEAB25448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269655727"/>
      </p:ext>
    </p:extLst>
  </p:cSld>
  <p:clrMapOvr>
    <a:masterClrMapping/>
  </p:clrMapOvr>
  <p:extLst>
    <p:ext uri="{DCECCB84-F9BA-43D5-87BE-67443E8EF086}">
      <p15:sldGuideLst xmlns:p15="http://schemas.microsoft.com/office/powerpoint/2012/main">
        <p15:guide id="1" orient="horz" pos="3240">
          <p15:clr>
            <a:srgbClr val="FBAE40"/>
          </p15:clr>
        </p15:guide>
        <p15:guide id="2" pos="521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endParaRPr lang="en-US"/>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cxnSp>
        <p:nvCxnSpPr>
          <p:cNvPr id="38" name="Google Shape;164;p37">
            <a:extLst>
              <a:ext uri="{FF2B5EF4-FFF2-40B4-BE49-F238E27FC236}">
                <a16:creationId xmlns:a16="http://schemas.microsoft.com/office/drawing/2014/main" id="{9A27F181-F783-6D31-170D-FF0316156CC5}"/>
              </a:ext>
            </a:extLst>
          </p:cNvPr>
          <p:cNvCxnSpPr/>
          <p:nvPr userDrawn="1"/>
        </p:nvCxnSpPr>
        <p:spPr>
          <a:xfrm>
            <a:off x="7240387" y="772210"/>
            <a:ext cx="0" cy="9514790"/>
          </a:xfrm>
          <a:prstGeom prst="straightConnector1">
            <a:avLst/>
          </a:prstGeom>
          <a:noFill/>
          <a:ln w="19050" cap="flat" cmpd="sng">
            <a:solidFill>
              <a:schemeClr val="dk1"/>
            </a:solidFill>
            <a:prstDash val="solid"/>
            <a:round/>
            <a:headEnd type="oval" w="med" len="med"/>
            <a:tailEnd type="none" w="sm" len="sm"/>
          </a:ln>
        </p:spPr>
      </p:cxnSp>
      <p:sp>
        <p:nvSpPr>
          <p:cNvPr id="39" name="Google Shape;208;p37">
            <a:extLst>
              <a:ext uri="{FF2B5EF4-FFF2-40B4-BE49-F238E27FC236}">
                <a16:creationId xmlns:a16="http://schemas.microsoft.com/office/drawing/2014/main" id="{DBB928C7-C740-FF18-F21D-16322D7873FE}"/>
              </a:ext>
            </a:extLst>
          </p:cNvPr>
          <p:cNvSpPr/>
          <p:nvPr userDrawn="1"/>
        </p:nvSpPr>
        <p:spPr>
          <a:xfrm>
            <a:off x="6790386" y="1065148"/>
            <a:ext cx="900000" cy="900000"/>
          </a:xfrm>
          <a:prstGeom prst="ellipse">
            <a:avLst/>
          </a:pr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40" name="Google Shape;212;p37">
            <a:extLst>
              <a:ext uri="{FF2B5EF4-FFF2-40B4-BE49-F238E27FC236}">
                <a16:creationId xmlns:a16="http://schemas.microsoft.com/office/drawing/2014/main" id="{17B9BCFA-A9D7-DF6A-1D53-C7DED1AF86C5}"/>
              </a:ext>
            </a:extLst>
          </p:cNvPr>
          <p:cNvSpPr/>
          <p:nvPr userDrawn="1"/>
        </p:nvSpPr>
        <p:spPr>
          <a:xfrm>
            <a:off x="6790387" y="3134018"/>
            <a:ext cx="900000" cy="900000"/>
          </a:xfrm>
          <a:prstGeom prst="ellipse">
            <a:avLst/>
          </a:pr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41" name="Google Shape;213;p37">
            <a:extLst>
              <a:ext uri="{FF2B5EF4-FFF2-40B4-BE49-F238E27FC236}">
                <a16:creationId xmlns:a16="http://schemas.microsoft.com/office/drawing/2014/main" id="{6B44D083-C537-A298-BF59-4BAF99542B18}"/>
              </a:ext>
            </a:extLst>
          </p:cNvPr>
          <p:cNvSpPr/>
          <p:nvPr userDrawn="1"/>
        </p:nvSpPr>
        <p:spPr>
          <a:xfrm>
            <a:off x="6790387" y="5334474"/>
            <a:ext cx="900000" cy="900000"/>
          </a:xfrm>
          <a:prstGeom prst="ellipse">
            <a:avLst/>
          </a:pr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42" name="Google Shape;214;p37">
            <a:extLst>
              <a:ext uri="{FF2B5EF4-FFF2-40B4-BE49-F238E27FC236}">
                <a16:creationId xmlns:a16="http://schemas.microsoft.com/office/drawing/2014/main" id="{317131F9-035E-5CE9-0DBF-B924F19FBC2F}"/>
              </a:ext>
            </a:extLst>
          </p:cNvPr>
          <p:cNvSpPr/>
          <p:nvPr userDrawn="1"/>
        </p:nvSpPr>
        <p:spPr>
          <a:xfrm>
            <a:off x="6790387" y="7534931"/>
            <a:ext cx="900000" cy="900000"/>
          </a:xfrm>
          <a:prstGeom prst="ellipse">
            <a:avLst/>
          </a:pr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10" name="Imagem 9">
            <a:extLst>
              <a:ext uri="{FF2B5EF4-FFF2-40B4-BE49-F238E27FC236}">
                <a16:creationId xmlns:a16="http://schemas.microsoft.com/office/drawing/2014/main" id="{AB9FBF33-6A84-CEF7-8D56-3F9052F8785E}"/>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895219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endParaRPr lang="en-US"/>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22" name="Imagem 21">
            <a:extLst>
              <a:ext uri="{FF2B5EF4-FFF2-40B4-BE49-F238E27FC236}">
                <a16:creationId xmlns:a16="http://schemas.microsoft.com/office/drawing/2014/main" id="{78DC084A-DBF8-FA42-B0EF-A9B314A35E03}"/>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6802880" y="1694394"/>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6802880" y="2528112"/>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6802880" y="3892162"/>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6802880" y="4725880"/>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6802880" y="6089930"/>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6802880" y="6923648"/>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6802880" y="8287699"/>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4</a:t>
            </a:r>
          </a:p>
        </p:txBody>
      </p:sp>
      <p:cxnSp>
        <p:nvCxnSpPr>
          <p:cNvPr id="13" name="Google Shape;164;p37">
            <a:extLst>
              <a:ext uri="{FF2B5EF4-FFF2-40B4-BE49-F238E27FC236}">
                <a16:creationId xmlns:a16="http://schemas.microsoft.com/office/drawing/2014/main" id="{5991BC56-AAA0-E465-9AC1-50D541BE4CC8}"/>
              </a:ext>
            </a:extLst>
          </p:cNvPr>
          <p:cNvCxnSpPr>
            <a:cxnSpLocks/>
          </p:cNvCxnSpPr>
          <p:nvPr userDrawn="1"/>
        </p:nvCxnSpPr>
        <p:spPr>
          <a:xfrm>
            <a:off x="6802880" y="9121417"/>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7810500" y="914402"/>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7810500" y="3117956"/>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7810500" y="5306520"/>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7810500" y="7510074"/>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308664801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5_OqueAprendemos" preserve="1"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E22AC8E9-5E0D-65AB-29C1-402DD6CDF5F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9" name="Imagem 8">
            <a:extLst>
              <a:ext uri="{FF2B5EF4-FFF2-40B4-BE49-F238E27FC236}">
                <a16:creationId xmlns:a16="http://schemas.microsoft.com/office/drawing/2014/main" id="{B408E25D-AC55-5261-435B-5727D74CF530}"/>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7302500" y="2536825"/>
            <a:ext cx="9531350" cy="6102350"/>
          </a:xfrm>
          <a:prstGeom prst="rect">
            <a:avLst/>
          </a:prstGeom>
          <a:solidFill>
            <a:schemeClr val="bg1">
              <a:lumMod val="85000"/>
            </a:schemeClr>
          </a:solidFill>
        </p:spPr>
        <p:txBody>
          <a:bodyPr/>
          <a:lstStyle>
            <a:lvl1pPr>
              <a:defRPr sz="1800" b="0" i="0">
                <a:latin typeface="Poppins" pitchFamily="2" charset="77"/>
                <a:cs typeface="Poppins" pitchFamily="2" charset="77"/>
              </a:defRPr>
            </a:lvl1pPr>
          </a:lstStyle>
          <a:p>
            <a:endParaRPr lang="pt-BR"/>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7015381" y="1101032"/>
            <a:ext cx="8160900" cy="1077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0000"/>
                </a:solidFill>
                <a:latin typeface="Poppins"/>
                <a:ea typeface="Poppins"/>
                <a:cs typeface="Poppins"/>
                <a:sym typeface="Poppins"/>
              </a:rPr>
              <a:t>Nuvem de palavras</a:t>
            </a:r>
          </a:p>
        </p:txBody>
      </p:sp>
    </p:spTree>
    <p:extLst>
      <p:ext uri="{BB962C8B-B14F-4D97-AF65-F5344CB8AC3E}">
        <p14:creationId xmlns:p14="http://schemas.microsoft.com/office/powerpoint/2010/main" val="1119526974"/>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Linha do Tempo2">
  <p:cSld name="Linha do Tempo2">
    <p:bg>
      <p:bgRef idx="1001">
        <a:schemeClr val="bg1"/>
      </p:bgRef>
    </p:bg>
    <p:spTree>
      <p:nvGrpSpPr>
        <p:cNvPr id="1" name="Shape 147"/>
        <p:cNvGrpSpPr/>
        <p:nvPr/>
      </p:nvGrpSpPr>
      <p:grpSpPr>
        <a:xfrm>
          <a:off x="0" y="0"/>
          <a:ext cx="0" cy="0"/>
          <a:chOff x="0" y="0"/>
          <a:chExt cx="0" cy="0"/>
        </a:xfrm>
      </p:grpSpPr>
      <p:pic>
        <p:nvPicPr>
          <p:cNvPr id="3" name="Google Shape;142;p13">
            <a:extLst>
              <a:ext uri="{FF2B5EF4-FFF2-40B4-BE49-F238E27FC236}">
                <a16:creationId xmlns:a16="http://schemas.microsoft.com/office/drawing/2014/main" id="{CAB41E69-DAB7-59EE-56F8-225AEC04C91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4" name="Google Shape;143;p13">
            <a:extLst>
              <a:ext uri="{FF2B5EF4-FFF2-40B4-BE49-F238E27FC236}">
                <a16:creationId xmlns:a16="http://schemas.microsoft.com/office/drawing/2014/main" id="{DADCCEF5-E2F4-2E95-65F8-4E5CDFFDB15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50" name="Google Shape;150;p13"/>
          <p:cNvCxnSpPr/>
          <p:nvPr/>
        </p:nvCxnSpPr>
        <p:spPr>
          <a:xfrm>
            <a:off x="2339163" y="5029878"/>
            <a:ext cx="16118958" cy="0"/>
          </a:xfrm>
          <a:prstGeom prst="straightConnector1">
            <a:avLst/>
          </a:prstGeom>
          <a:noFill/>
          <a:ln w="28575" cap="flat" cmpd="sng">
            <a:solidFill>
              <a:schemeClr val="dk1"/>
            </a:solidFill>
            <a:prstDash val="dot"/>
            <a:round/>
            <a:headEnd type="none" w="sm" len="sm"/>
            <a:tailEnd type="none" w="sm" len="sm"/>
          </a:ln>
        </p:spPr>
      </p:cxnSp>
      <p:sp>
        <p:nvSpPr>
          <p:cNvPr id="151" name="Google Shape;151;p13"/>
          <p:cNvSpPr txBox="1">
            <a:spLocks noGrp="1"/>
          </p:cNvSpPr>
          <p:nvPr>
            <p:ph type="body" idx="1"/>
          </p:nvPr>
        </p:nvSpPr>
        <p:spPr>
          <a:xfrm>
            <a:off x="4657060" y="2459528"/>
            <a:ext cx="12360300" cy="6771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220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52" name="Google Shape;152;p13"/>
          <p:cNvSpPr txBox="1">
            <a:spLocks noGrp="1"/>
          </p:cNvSpPr>
          <p:nvPr>
            <p:ph type="body" idx="2"/>
          </p:nvPr>
        </p:nvSpPr>
        <p:spPr>
          <a:xfrm>
            <a:off x="4657060" y="1635439"/>
            <a:ext cx="10760148" cy="62666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3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pic>
        <p:nvPicPr>
          <p:cNvPr id="5" name="Imagem 4">
            <a:extLst>
              <a:ext uri="{FF2B5EF4-FFF2-40B4-BE49-F238E27FC236}">
                <a16:creationId xmlns:a16="http://schemas.microsoft.com/office/drawing/2014/main" id="{4B770AF7-96E8-6B3E-24AD-42557DFC3D72}"/>
              </a:ext>
            </a:extLst>
          </p:cNvPr>
          <p:cNvPicPr>
            <a:picLocks/>
          </p:cNvPicPr>
          <p:nvPr userDrawn="1"/>
        </p:nvPicPr>
        <p:blipFill>
          <a:blip r:embed="rId4"/>
          <a:stretch>
            <a:fillRect/>
          </a:stretch>
        </p:blipFill>
        <p:spPr>
          <a:xfrm>
            <a:off x="734401" y="691201"/>
            <a:ext cx="3434405" cy="2390404"/>
          </a:xfrm>
          <a:prstGeom prst="rect">
            <a:avLst/>
          </a:prstGeom>
        </p:spPr>
      </p:pic>
      <p:sp>
        <p:nvSpPr>
          <p:cNvPr id="9" name="Google Shape;77;p5">
            <a:extLst>
              <a:ext uri="{FF2B5EF4-FFF2-40B4-BE49-F238E27FC236}">
                <a16:creationId xmlns:a16="http://schemas.microsoft.com/office/drawing/2014/main" id="{8E77EF51-F0A3-A6EE-B879-4E79A5FEF1F1}"/>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11" name="CaixaDeTexto 10">
            <a:extLst>
              <a:ext uri="{FF2B5EF4-FFF2-40B4-BE49-F238E27FC236}">
                <a16:creationId xmlns:a16="http://schemas.microsoft.com/office/drawing/2014/main" id="{05ABDF42-EF7F-F462-B70F-D72A8B6C45FA}"/>
              </a:ext>
            </a:extLst>
          </p:cNvPr>
          <p:cNvSpPr txBox="1"/>
          <p:nvPr userDrawn="1"/>
        </p:nvSpPr>
        <p:spPr>
          <a:xfrm>
            <a:off x="2453268" y="747131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495115322"/>
      </p:ext>
    </p:extLst>
  </p:cSld>
  <p:clrMapOvr>
    <a:overrideClrMapping bg1="lt1" tx1="dk1" bg2="lt2" tx2="dk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1_Linha do Tempo1" userDrawn="1">
  <p:cSld name="1_Linha do Tempo1">
    <p:bg>
      <p:bgRef idx="1001">
        <a:schemeClr val="bg1"/>
      </p:bgRef>
    </p:bg>
    <p:spTree>
      <p:nvGrpSpPr>
        <p:cNvPr id="1" name="Shape 159"/>
        <p:cNvGrpSpPr/>
        <p:nvPr/>
      </p:nvGrpSpPr>
      <p:grpSpPr>
        <a:xfrm>
          <a:off x="0" y="0"/>
          <a:ext cx="0" cy="0"/>
          <a:chOff x="0" y="0"/>
          <a:chExt cx="0" cy="0"/>
        </a:xfrm>
      </p:grpSpPr>
      <p:pic>
        <p:nvPicPr>
          <p:cNvPr id="3" name="Google Shape;142;p13">
            <a:extLst>
              <a:ext uri="{FF2B5EF4-FFF2-40B4-BE49-F238E27FC236}">
                <a16:creationId xmlns:a16="http://schemas.microsoft.com/office/drawing/2014/main" id="{BDA27A62-8885-9ABE-1F98-3623008815E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5" name="Google Shape;143;p13">
            <a:extLst>
              <a:ext uri="{FF2B5EF4-FFF2-40B4-BE49-F238E27FC236}">
                <a16:creationId xmlns:a16="http://schemas.microsoft.com/office/drawing/2014/main" id="{E3EE485A-B834-5AC3-A151-3AF3DA863E3C}"/>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2339163"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1720942" y="6959175"/>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10180948"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5942249"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4380990"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1167648" y="4638675"/>
            <a:ext cx="3024187" cy="2516188"/>
          </a:xfrm>
          <a:prstGeom prst="rect">
            <a:avLst/>
          </a:prstGeom>
          <a:solidFill>
            <a:srgbClr val="D8D8D8"/>
          </a:solidFill>
          <a:ln>
            <a:noFill/>
          </a:ln>
        </p:spPr>
      </p:sp>
      <p:sp>
        <p:nvSpPr>
          <p:cNvPr id="173" name="Google Shape;173;p14"/>
          <p:cNvSpPr>
            <a:spLocks noGrp="1"/>
          </p:cNvSpPr>
          <p:nvPr>
            <p:ph type="pic" idx="3"/>
          </p:nvPr>
        </p:nvSpPr>
        <p:spPr>
          <a:xfrm>
            <a:off x="5423743" y="4638675"/>
            <a:ext cx="3024187" cy="2516188"/>
          </a:xfrm>
          <a:prstGeom prst="rect">
            <a:avLst/>
          </a:prstGeom>
          <a:solidFill>
            <a:srgbClr val="D8D8D8"/>
          </a:solidFill>
          <a:ln>
            <a:noFill/>
          </a:ln>
        </p:spPr>
      </p:sp>
      <p:sp>
        <p:nvSpPr>
          <p:cNvPr id="174" name="Google Shape;174;p14"/>
          <p:cNvSpPr>
            <a:spLocks noGrp="1"/>
          </p:cNvSpPr>
          <p:nvPr>
            <p:ph type="pic" idx="4"/>
          </p:nvPr>
        </p:nvSpPr>
        <p:spPr>
          <a:xfrm>
            <a:off x="9648405" y="4638675"/>
            <a:ext cx="3024187" cy="2516188"/>
          </a:xfrm>
          <a:prstGeom prst="rect">
            <a:avLst/>
          </a:prstGeom>
          <a:solidFill>
            <a:srgbClr val="D8D8D8"/>
          </a:solidFill>
          <a:ln>
            <a:noFill/>
          </a:ln>
        </p:spPr>
      </p:sp>
      <p:sp>
        <p:nvSpPr>
          <p:cNvPr id="175" name="Google Shape;175;p14"/>
          <p:cNvSpPr>
            <a:spLocks noGrp="1"/>
          </p:cNvSpPr>
          <p:nvPr>
            <p:ph type="pic" idx="5"/>
          </p:nvPr>
        </p:nvSpPr>
        <p:spPr>
          <a:xfrm>
            <a:off x="13904500" y="4638675"/>
            <a:ext cx="3024187" cy="2516188"/>
          </a:xfrm>
          <a:prstGeom prst="rect">
            <a:avLst/>
          </a:prstGeom>
          <a:solidFill>
            <a:srgbClr val="D8D8D8"/>
          </a:solidFill>
          <a:ln>
            <a:noFill/>
          </a:ln>
        </p:spPr>
      </p:sp>
      <p:pic>
        <p:nvPicPr>
          <p:cNvPr id="11" name="Imagem 10">
            <a:extLst>
              <a:ext uri="{FF2B5EF4-FFF2-40B4-BE49-F238E27FC236}">
                <a16:creationId xmlns:a16="http://schemas.microsoft.com/office/drawing/2014/main" id="{E80CFE52-C039-E3A8-BE2D-75A96E5CD8CF}"/>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249272834"/>
      </p:ext>
    </p:extLst>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12" name="Google Shape;142;p13">
            <a:extLst>
              <a:ext uri="{FF2B5EF4-FFF2-40B4-BE49-F238E27FC236}">
                <a16:creationId xmlns:a16="http://schemas.microsoft.com/office/drawing/2014/main" id="{78E61B95-FA95-9482-303F-F8E9C7A050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3" name="Google Shape;143;p13">
            <a:extLst>
              <a:ext uri="{FF2B5EF4-FFF2-40B4-BE49-F238E27FC236}">
                <a16:creationId xmlns:a16="http://schemas.microsoft.com/office/drawing/2014/main" id="{56ED5AE7-8A4A-D26D-0938-3A483027087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1777896"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930533"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7894950"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4438856"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1383791"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699925" y="4638675"/>
            <a:ext cx="2960521" cy="2516188"/>
          </a:xfrm>
          <a:prstGeom prst="rect">
            <a:avLst/>
          </a:prstGeom>
          <a:solidFill>
            <a:srgbClr val="D8D8D8"/>
          </a:solidFill>
          <a:ln>
            <a:noFill/>
          </a:ln>
        </p:spPr>
      </p:sp>
      <p:sp>
        <p:nvSpPr>
          <p:cNvPr id="173" name="Google Shape;173;p14"/>
          <p:cNvSpPr>
            <a:spLocks noGrp="1"/>
          </p:cNvSpPr>
          <p:nvPr>
            <p:ph type="pic" idx="3"/>
          </p:nvPr>
        </p:nvSpPr>
        <p:spPr>
          <a:xfrm>
            <a:off x="4154709" y="4638675"/>
            <a:ext cx="2960521" cy="2516188"/>
          </a:xfrm>
          <a:prstGeom prst="rect">
            <a:avLst/>
          </a:prstGeom>
          <a:solidFill>
            <a:srgbClr val="D8D8D8"/>
          </a:solidFill>
          <a:ln>
            <a:noFill/>
          </a:ln>
        </p:spPr>
      </p:sp>
      <p:sp>
        <p:nvSpPr>
          <p:cNvPr id="174" name="Google Shape;174;p14"/>
          <p:cNvSpPr>
            <a:spLocks noGrp="1"/>
          </p:cNvSpPr>
          <p:nvPr>
            <p:ph type="pic" idx="4"/>
          </p:nvPr>
        </p:nvSpPr>
        <p:spPr>
          <a:xfrm>
            <a:off x="7609493" y="4638675"/>
            <a:ext cx="2960521" cy="2516188"/>
          </a:xfrm>
          <a:prstGeom prst="rect">
            <a:avLst/>
          </a:prstGeom>
          <a:solidFill>
            <a:srgbClr val="D8D8D8"/>
          </a:solidFill>
          <a:ln>
            <a:noFill/>
          </a:ln>
        </p:spPr>
      </p:sp>
      <p:sp>
        <p:nvSpPr>
          <p:cNvPr id="175" name="Google Shape;175;p14"/>
          <p:cNvSpPr>
            <a:spLocks noGrp="1"/>
          </p:cNvSpPr>
          <p:nvPr>
            <p:ph type="pic" idx="5"/>
          </p:nvPr>
        </p:nvSpPr>
        <p:spPr>
          <a:xfrm>
            <a:off x="11064277" y="4638675"/>
            <a:ext cx="2960521" cy="2516188"/>
          </a:xfrm>
          <a:prstGeom prst="rect">
            <a:avLst/>
          </a:prstGeom>
          <a:solidFill>
            <a:srgbClr val="D8D8D8"/>
          </a:solidFill>
          <a:ln>
            <a:noFill/>
          </a:ln>
        </p:spPr>
      </p:sp>
      <p:pic>
        <p:nvPicPr>
          <p:cNvPr id="11" name="Imagem 10">
            <a:extLst>
              <a:ext uri="{FF2B5EF4-FFF2-40B4-BE49-F238E27FC236}">
                <a16:creationId xmlns:a16="http://schemas.microsoft.com/office/drawing/2014/main" id="{110CDBAC-4381-7AFF-5F0E-79D3C1BF089E}"/>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14519061" y="4638675"/>
            <a:ext cx="2960521" cy="2516188"/>
          </a:xfrm>
          <a:prstGeom prst="rect">
            <a:avLst/>
          </a:prstGeom>
          <a:solidFill>
            <a:srgbClr val="D8D8D8"/>
          </a:solidFill>
          <a:ln>
            <a:noFill/>
          </a:ln>
        </p:spPr>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14803750" y="6936983"/>
            <a:ext cx="0" cy="2098562"/>
          </a:xfrm>
          <a:prstGeom prst="straightConnector1">
            <a:avLst/>
          </a:prstGeom>
          <a:noFill/>
          <a:ln w="19050" cap="flat" cmpd="sng">
            <a:solidFill>
              <a:schemeClr val="dk1"/>
            </a:solidFill>
            <a:prstDash val="solid"/>
            <a:round/>
            <a:headEnd type="diamond" w="med" len="med"/>
            <a:tailEnd type="none" w="sm" len="sm"/>
          </a:ln>
        </p:spPr>
      </p:cxnSp>
    </p:spTree>
    <p:extLst>
      <p:ext uri="{BB962C8B-B14F-4D97-AF65-F5344CB8AC3E}">
        <p14:creationId xmlns:p14="http://schemas.microsoft.com/office/powerpoint/2010/main" val="3051024047"/>
      </p:ext>
    </p:extLst>
  </p:cSld>
  <p:clrMapOvr>
    <a:overrideClrMapping bg1="lt1" tx1="dk1" bg2="lt2" tx2="dk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4" name="Google Shape;142;p13">
            <a:extLst>
              <a:ext uri="{FF2B5EF4-FFF2-40B4-BE49-F238E27FC236}">
                <a16:creationId xmlns:a16="http://schemas.microsoft.com/office/drawing/2014/main" id="{55594D94-EA93-240A-5848-0F4C472AAAF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6" name="Google Shape;143;p13">
            <a:extLst>
              <a:ext uri="{FF2B5EF4-FFF2-40B4-BE49-F238E27FC236}">
                <a16:creationId xmlns:a16="http://schemas.microsoft.com/office/drawing/2014/main" id="{503005C4-694D-DCF7-F54E-77C762AA3BA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72" name="Google Shape;172;p14"/>
          <p:cNvSpPr>
            <a:spLocks noGrp="1"/>
          </p:cNvSpPr>
          <p:nvPr>
            <p:ph type="pic" idx="2"/>
          </p:nvPr>
        </p:nvSpPr>
        <p:spPr>
          <a:xfrm>
            <a:off x="4691715" y="1626877"/>
            <a:ext cx="3722376" cy="2617180"/>
          </a:xfrm>
          <a:prstGeom prst="rect">
            <a:avLst/>
          </a:prstGeom>
          <a:solidFill>
            <a:srgbClr val="D8D8D8"/>
          </a:solidFill>
          <a:ln>
            <a:noFill/>
          </a:ln>
        </p:spPr>
      </p:sp>
      <p:sp>
        <p:nvSpPr>
          <p:cNvPr id="173" name="Google Shape;173;p14"/>
          <p:cNvSpPr>
            <a:spLocks noGrp="1"/>
          </p:cNvSpPr>
          <p:nvPr>
            <p:ph type="pic" idx="3"/>
          </p:nvPr>
        </p:nvSpPr>
        <p:spPr>
          <a:xfrm>
            <a:off x="4691715" y="5755897"/>
            <a:ext cx="3722376" cy="2617180"/>
          </a:xfrm>
          <a:prstGeom prst="rect">
            <a:avLst/>
          </a:prstGeom>
          <a:solidFill>
            <a:srgbClr val="D8D8D8"/>
          </a:solidFill>
          <a:ln>
            <a:noFill/>
          </a:ln>
        </p:spPr>
      </p:sp>
      <p:sp>
        <p:nvSpPr>
          <p:cNvPr id="174" name="Google Shape;174;p14"/>
          <p:cNvSpPr>
            <a:spLocks noGrp="1"/>
          </p:cNvSpPr>
          <p:nvPr>
            <p:ph type="pic" idx="4"/>
          </p:nvPr>
        </p:nvSpPr>
        <p:spPr>
          <a:xfrm>
            <a:off x="13139294" y="5755897"/>
            <a:ext cx="3722376" cy="2617180"/>
          </a:xfrm>
          <a:prstGeom prst="rect">
            <a:avLst/>
          </a:prstGeom>
          <a:solidFill>
            <a:srgbClr val="D8D8D8"/>
          </a:solidFill>
          <a:ln>
            <a:noFill/>
          </a:ln>
        </p:spPr>
      </p:sp>
      <p:sp>
        <p:nvSpPr>
          <p:cNvPr id="175" name="Google Shape;175;p14"/>
          <p:cNvSpPr>
            <a:spLocks noGrp="1"/>
          </p:cNvSpPr>
          <p:nvPr>
            <p:ph type="pic" idx="5"/>
          </p:nvPr>
        </p:nvSpPr>
        <p:spPr>
          <a:xfrm>
            <a:off x="13139293" y="1626877"/>
            <a:ext cx="3722376" cy="2617180"/>
          </a:xfrm>
          <a:prstGeom prst="rect">
            <a:avLst/>
          </a:prstGeom>
          <a:solidFill>
            <a:srgbClr val="D8D8D8"/>
          </a:solidFill>
          <a:ln>
            <a:noFill/>
          </a:ln>
        </p:spPr>
      </p:sp>
      <p:pic>
        <p:nvPicPr>
          <p:cNvPr id="11" name="Imagem 10">
            <a:extLst>
              <a:ext uri="{FF2B5EF4-FFF2-40B4-BE49-F238E27FC236}">
                <a16:creationId xmlns:a16="http://schemas.microsoft.com/office/drawing/2014/main" id="{FBE457D2-2E39-FD1C-A9DD-AB26403D5E93}"/>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8915504" y="3954441"/>
            <a:ext cx="3722376" cy="2617180"/>
          </a:xfrm>
          <a:prstGeom prst="rect">
            <a:avLst/>
          </a:prstGeom>
          <a:solidFill>
            <a:srgbClr val="D8D8D8"/>
          </a:solidFill>
          <a:ln>
            <a:noFill/>
          </a:ln>
        </p:spPr>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4691715"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4691715"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13141449"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13141449"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8925049" y="6665345"/>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3237265331"/>
      </p:ext>
    </p:extLst>
  </p:cSld>
  <p:clrMapOvr>
    <a:overrideClrMapping bg1="lt1" tx1="dk1" bg2="lt2" tx2="dk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Quadro">
  <p:cSld name="Quadro">
    <p:spTree>
      <p:nvGrpSpPr>
        <p:cNvPr id="1" name="Shape 206"/>
        <p:cNvGrpSpPr/>
        <p:nvPr/>
      </p:nvGrpSpPr>
      <p:grpSpPr>
        <a:xfrm>
          <a:off x="0" y="0"/>
          <a:ext cx="0" cy="0"/>
          <a:chOff x="0" y="0"/>
          <a:chExt cx="0" cy="0"/>
        </a:xfrm>
      </p:grpSpPr>
      <p:pic>
        <p:nvPicPr>
          <p:cNvPr id="2" name="Google Shape;190;p17">
            <a:extLst>
              <a:ext uri="{FF2B5EF4-FFF2-40B4-BE49-F238E27FC236}">
                <a16:creationId xmlns:a16="http://schemas.microsoft.com/office/drawing/2014/main" id="{22D0C748-23B6-63EE-BC45-EBAEE8CDB34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sp>
        <p:nvSpPr>
          <p:cNvPr id="208" name="Google Shape;208;p17"/>
          <p:cNvSpPr txBox="1">
            <a:spLocks noGrp="1"/>
          </p:cNvSpPr>
          <p:nvPr>
            <p:ph type="body" idx="1"/>
          </p:nvPr>
        </p:nvSpPr>
        <p:spPr>
          <a:xfrm>
            <a:off x="750438" y="4647995"/>
            <a:ext cx="3901773" cy="19552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pic>
        <p:nvPicPr>
          <p:cNvPr id="4" name="Imagem 3">
            <a:extLst>
              <a:ext uri="{FF2B5EF4-FFF2-40B4-BE49-F238E27FC236}">
                <a16:creationId xmlns:a16="http://schemas.microsoft.com/office/drawing/2014/main" id="{A77BC766-707F-4FD0-609F-70D50A16411B}"/>
              </a:ext>
            </a:extLst>
          </p:cNvPr>
          <p:cNvPicPr>
            <a:picLocks/>
          </p:cNvPicPr>
          <p:nvPr userDrawn="1"/>
        </p:nvPicPr>
        <p:blipFill>
          <a:blip r:embed="rId3"/>
          <a:stretch>
            <a:fillRect/>
          </a:stretch>
        </p:blipFill>
        <p:spPr>
          <a:xfrm>
            <a:off x="734401" y="691201"/>
            <a:ext cx="3434405" cy="2390404"/>
          </a:xfrm>
          <a:prstGeom prst="rect">
            <a:avLst/>
          </a:prstGeom>
        </p:spPr>
      </p:pic>
      <p:sp>
        <p:nvSpPr>
          <p:cNvPr id="9" name="Google Shape;77;p5">
            <a:extLst>
              <a:ext uri="{FF2B5EF4-FFF2-40B4-BE49-F238E27FC236}">
                <a16:creationId xmlns:a16="http://schemas.microsoft.com/office/drawing/2014/main" id="{2C7D0479-10AD-19EA-7C4E-0DDD170ABF02}"/>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03063044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1_3. Conteudo" userDrawn="1">
  <p:cSld name="1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D54E56DD-72E1-D32E-4FDD-D05A2DDB5A1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6946227" cy="10286974"/>
          </a:xfrm>
          <a:prstGeom prst="rect">
            <a:avLst/>
          </a:prstGeom>
          <a:noFill/>
          <a:ln>
            <a:noFill/>
          </a:ln>
        </p:spPr>
      </p:pic>
      <p:pic>
        <p:nvPicPr>
          <p:cNvPr id="7" name="Imagem 6" descr="Câmera fotográfica preta&#10;&#10;Descrição gerada automaticamente">
            <a:extLst>
              <a:ext uri="{FF2B5EF4-FFF2-40B4-BE49-F238E27FC236}">
                <a16:creationId xmlns:a16="http://schemas.microsoft.com/office/drawing/2014/main" id="{BF48B4D9-DB80-F129-858C-B92D49CF1F05}"/>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68"/>
          <a:stretch/>
        </p:blipFill>
        <p:spPr>
          <a:xfrm>
            <a:off x="643197" y="580139"/>
            <a:ext cx="4864916" cy="4864916"/>
          </a:xfrm>
          <a:prstGeom prst="ellipse">
            <a:avLst/>
          </a:prstGeom>
        </p:spPr>
      </p:pic>
      <p:pic>
        <p:nvPicPr>
          <p:cNvPr id="11" name="Imagem 10">
            <a:extLst>
              <a:ext uri="{FF2B5EF4-FFF2-40B4-BE49-F238E27FC236}">
                <a16:creationId xmlns:a16="http://schemas.microsoft.com/office/drawing/2014/main" id="{A706C0EE-EF8F-03C0-DA3B-65EB5A9222E1}"/>
              </a:ext>
            </a:extLst>
          </p:cNvPr>
          <p:cNvPicPr>
            <a:picLocks/>
          </p:cNvPicPr>
          <p:nvPr userDrawn="1"/>
        </p:nvPicPr>
        <p:blipFill>
          <a:blip r:embed="rId4"/>
          <a:stretch>
            <a:fillRect/>
          </a:stretch>
        </p:blipFill>
        <p:spPr>
          <a:xfrm>
            <a:off x="3297605" y="4060806"/>
            <a:ext cx="3434405" cy="2390404"/>
          </a:xfrm>
          <a:prstGeom prst="rect">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728496" y="5195702"/>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9" name="Google Shape;77;p5">
            <a:extLst>
              <a:ext uri="{FF2B5EF4-FFF2-40B4-BE49-F238E27FC236}">
                <a16:creationId xmlns:a16="http://schemas.microsoft.com/office/drawing/2014/main" id="{A02C9CDC-CF3E-FA16-3B21-86962F525C8A}"/>
              </a:ext>
            </a:extLst>
          </p:cNvPr>
          <p:cNvSpPr txBox="1"/>
          <p:nvPr userDrawn="1"/>
        </p:nvSpPr>
        <p:spPr>
          <a:xfrm>
            <a:off x="3812890" y="4779742"/>
            <a:ext cx="2542511" cy="98488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200" b="0" i="0" u="none" strike="noStrike" cap="none" noProof="0">
                <a:solidFill>
                  <a:schemeClr val="lt1"/>
                </a:solidFill>
                <a:latin typeface="Poppins Light" pitchFamily="2" charset="77"/>
                <a:ea typeface="Poppins"/>
                <a:cs typeface="Poppins Light" pitchFamily="2" charset="77"/>
                <a:sym typeface="Poppins"/>
              </a:rPr>
              <a:t>Construindo o </a:t>
            </a:r>
            <a:r>
              <a:rPr lang="pt-BR" sz="3200" b="1" i="0" u="none" strike="noStrike" cap="none" noProof="0">
                <a:solidFill>
                  <a:schemeClr val="lt1"/>
                </a:solidFill>
                <a:latin typeface="Poppins"/>
                <a:ea typeface="Poppins"/>
                <a:cs typeface="Poppins"/>
                <a:sym typeface="Poppins"/>
              </a:rPr>
              <a:t>conceito</a:t>
            </a:r>
            <a:endParaRPr lang="pt-BR" sz="3200" b="0" i="0" u="none" strike="noStrike" cap="none" noProof="0">
              <a:solidFill>
                <a:schemeClr val="lt1"/>
              </a:solidFill>
              <a:latin typeface="Poppins Light"/>
              <a:ea typeface="Poppins Light"/>
              <a:cs typeface="Poppins Light"/>
              <a:sym typeface="Poppins Light"/>
            </a:endParaRPr>
          </a:p>
        </p:txBody>
      </p:sp>
      <p:sp>
        <p:nvSpPr>
          <p:cNvPr id="2" name="Google Shape;117;p9">
            <a:extLst>
              <a:ext uri="{FF2B5EF4-FFF2-40B4-BE49-F238E27FC236}">
                <a16:creationId xmlns:a16="http://schemas.microsoft.com/office/drawing/2014/main" id="{AAC95801-93B0-A8EF-1651-81C380895E40}"/>
              </a:ext>
            </a:extLst>
          </p:cNvPr>
          <p:cNvSpPr txBox="1">
            <a:spLocks noGrp="1"/>
          </p:cNvSpPr>
          <p:nvPr>
            <p:ph type="body" idx="2"/>
          </p:nvPr>
        </p:nvSpPr>
        <p:spPr>
          <a:xfrm>
            <a:off x="7692272" y="622298"/>
            <a:ext cx="8437715" cy="143652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900"/>
              </a:spcBef>
              <a:spcAft>
                <a:spcPts val="0"/>
              </a:spcAft>
              <a:buClr>
                <a:schemeClr val="lt1"/>
              </a:buClr>
              <a:buSzPts val="4500"/>
              <a:buFont typeface="Poppins"/>
              <a:buNone/>
              <a:defRPr sz="45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3" name="Google Shape;116;p9">
            <a:extLst>
              <a:ext uri="{FF2B5EF4-FFF2-40B4-BE49-F238E27FC236}">
                <a16:creationId xmlns:a16="http://schemas.microsoft.com/office/drawing/2014/main" id="{EE2838AB-5016-933A-466D-0229559B6BF7}"/>
              </a:ext>
            </a:extLst>
          </p:cNvPr>
          <p:cNvSpPr txBox="1">
            <a:spLocks noGrp="1"/>
          </p:cNvSpPr>
          <p:nvPr>
            <p:ph type="body" idx="1"/>
          </p:nvPr>
        </p:nvSpPr>
        <p:spPr>
          <a:xfrm>
            <a:off x="7692272" y="2171129"/>
            <a:ext cx="9830595" cy="143652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560"/>
              </a:spcBef>
              <a:spcAft>
                <a:spcPts val="0"/>
              </a:spcAft>
              <a:buClr>
                <a:schemeClr val="lt1"/>
              </a:buClr>
              <a:buSzPts val="2800"/>
              <a:buFont typeface="Poppins"/>
              <a:buNone/>
              <a:defRPr sz="2800" b="0" i="0" u="none" strike="noStrike" cap="none">
                <a:solidFill>
                  <a:schemeClr val="lt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13" name="Google Shape;139;p11">
            <a:extLst>
              <a:ext uri="{FF2B5EF4-FFF2-40B4-BE49-F238E27FC236}">
                <a16:creationId xmlns:a16="http://schemas.microsoft.com/office/drawing/2014/main" id="{59386DD0-5AAE-08B8-E3DA-A2064E890B33}"/>
              </a:ext>
            </a:extLst>
          </p:cNvPr>
          <p:cNvSpPr txBox="1">
            <a:spLocks noGrp="1"/>
          </p:cNvSpPr>
          <p:nvPr>
            <p:ph type="body" idx="11"/>
          </p:nvPr>
        </p:nvSpPr>
        <p:spPr>
          <a:xfrm>
            <a:off x="7692272" y="8957839"/>
            <a:ext cx="9829800" cy="235962"/>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200" b="0" i="0" u="none" strike="noStrike" cap="none">
                <a:solidFill>
                  <a:schemeClr val="bg1"/>
                </a:solidFill>
                <a:latin typeface="Poppins" pitchFamily="2" charset="77"/>
                <a:ea typeface="Poppins" pitchFamily="2" charset="77"/>
                <a:cs typeface="Poppins"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endParaRPr/>
          </a:p>
        </p:txBody>
      </p:sp>
      <p:sp>
        <p:nvSpPr>
          <p:cNvPr id="14" name="Espaço Reservado para Texto 18">
            <a:extLst>
              <a:ext uri="{FF2B5EF4-FFF2-40B4-BE49-F238E27FC236}">
                <a16:creationId xmlns:a16="http://schemas.microsoft.com/office/drawing/2014/main" id="{DD7BF362-949F-D39B-33DB-46D9024EEC64}"/>
              </a:ext>
            </a:extLst>
          </p:cNvPr>
          <p:cNvSpPr>
            <a:spLocks noGrp="1"/>
          </p:cNvSpPr>
          <p:nvPr>
            <p:ph type="body" sz="quarter" idx="10" hasCustomPrompt="1"/>
          </p:nvPr>
        </p:nvSpPr>
        <p:spPr>
          <a:xfrm>
            <a:off x="7692272" y="3821945"/>
            <a:ext cx="9829800" cy="4975691"/>
          </a:xfrm>
          <a:prstGeom prst="rect">
            <a:avLst/>
          </a:prstGeom>
        </p:spPr>
        <p:txBody>
          <a:bodyPr/>
          <a:lstStyle>
            <a:lvl1pPr>
              <a:defRPr sz="1800" b="0" i="0">
                <a:latin typeface="Poppins" pitchFamily="2" charset="77"/>
                <a:cs typeface="Poppins" pitchFamily="2" charset="77"/>
              </a:defRPr>
            </a:lvl1pPr>
          </a:lstStyle>
          <a:p>
            <a:r>
              <a:rPr lang="pt-BR" sz="1400">
                <a:solidFill>
                  <a:schemeClr val="bg1"/>
                </a:solidFill>
                <a:latin typeface="Poppins Light" pitchFamily="2" charset="77"/>
                <a:cs typeface="Poppins Light" pitchFamily="2" charset="77"/>
              </a:rPr>
              <a:t>Inserir &gt; Mídia &gt; Vídeo &gt; Vídeos online</a:t>
            </a:r>
          </a:p>
        </p:txBody>
      </p:sp>
      <p:sp>
        <p:nvSpPr>
          <p:cNvPr id="6" name="CaixaDeTexto 5">
            <a:extLst>
              <a:ext uri="{FF2B5EF4-FFF2-40B4-BE49-F238E27FC236}">
                <a16:creationId xmlns:a16="http://schemas.microsoft.com/office/drawing/2014/main" id="{F16908F7-5FD9-B3F2-C0F3-AECEF2865FC9}"/>
              </a:ext>
            </a:extLst>
          </p:cNvPr>
          <p:cNvSpPr txBox="1"/>
          <p:nvPr userDrawn="1"/>
        </p:nvSpPr>
        <p:spPr>
          <a:xfrm>
            <a:off x="8651631" y="-112541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2609207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4. Exposição" userDrawn="1">
  <p:cSld name="4. Exposição">
    <p:spTree>
      <p:nvGrpSpPr>
        <p:cNvPr id="1" name="Shape 125"/>
        <p:cNvGrpSpPr/>
        <p:nvPr/>
      </p:nvGrpSpPr>
      <p:grpSpPr>
        <a:xfrm>
          <a:off x="0" y="0"/>
          <a:ext cx="0" cy="0"/>
          <a:chOff x="0" y="0"/>
          <a:chExt cx="0" cy="0"/>
        </a:xfrm>
      </p:grpSpPr>
      <p:pic>
        <p:nvPicPr>
          <p:cNvPr id="13" name="Google Shape;118;p10">
            <a:extLst>
              <a:ext uri="{FF2B5EF4-FFF2-40B4-BE49-F238E27FC236}">
                <a16:creationId xmlns:a16="http://schemas.microsoft.com/office/drawing/2014/main" id="{463A7E4A-D250-FCE3-C62E-9FE57DC619F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827177" cy="10286974"/>
          </a:xfrm>
          <a:prstGeom prst="rect">
            <a:avLst/>
          </a:prstGeom>
          <a:noFill/>
          <a:ln>
            <a:noFill/>
          </a:ln>
        </p:spPr>
      </p:pic>
      <p:sp>
        <p:nvSpPr>
          <p:cNvPr id="3" name="Google Shape;107;p8">
            <a:extLst>
              <a:ext uri="{FF2B5EF4-FFF2-40B4-BE49-F238E27FC236}">
                <a16:creationId xmlns:a16="http://schemas.microsoft.com/office/drawing/2014/main" id="{CC2696E7-8DF9-0EDB-8298-C1C8ED91B769}"/>
              </a:ext>
            </a:extLst>
          </p:cNvPr>
          <p:cNvSpPr txBox="1">
            <a:spLocks noGrp="1"/>
          </p:cNvSpPr>
          <p:nvPr>
            <p:ph type="body" idx="10"/>
          </p:nvPr>
        </p:nvSpPr>
        <p:spPr>
          <a:xfrm>
            <a:off x="5954667" y="1153106"/>
            <a:ext cx="9830595" cy="1436520"/>
          </a:xfrm>
          <a:prstGeom prst="rect">
            <a:avLst/>
          </a:prstGeom>
          <a:noFill/>
          <a:ln>
            <a:noFill/>
          </a:ln>
        </p:spPr>
        <p:txBody>
          <a:bodyPr spcFirstLastPara="1" wrap="square" lIns="91425" tIns="45700" rIns="91425" bIns="45700" anchor="t" anchorCtr="0">
            <a:normAutofit/>
          </a:bodyPr>
          <a:lstStyle>
            <a:lvl1pPr marL="0" marR="0" lvl="0" indent="-228600" algn="l" rtl="0">
              <a:lnSpc>
                <a:spcPct val="100000"/>
              </a:lnSpc>
              <a:spcBef>
                <a:spcPts val="900"/>
              </a:spcBef>
              <a:spcAft>
                <a:spcPts val="0"/>
              </a:spcAft>
              <a:buClr>
                <a:schemeClr val="dk1"/>
              </a:buClr>
              <a:buSzPts val="4500"/>
              <a:buFont typeface="Poppins"/>
              <a:buNone/>
              <a:defRPr sz="45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14" name="Imagem 13">
            <a:extLst>
              <a:ext uri="{FF2B5EF4-FFF2-40B4-BE49-F238E27FC236}">
                <a16:creationId xmlns:a16="http://schemas.microsoft.com/office/drawing/2014/main" id="{1FDDA5DC-76E4-2343-E1E8-D314DD481BCA}"/>
              </a:ext>
            </a:extLst>
          </p:cNvPr>
          <p:cNvPicPr>
            <a:picLocks/>
          </p:cNvPicPr>
          <p:nvPr userDrawn="1"/>
        </p:nvPicPr>
        <p:blipFill>
          <a:blip r:embed="rId3"/>
          <a:stretch>
            <a:fillRect/>
          </a:stretch>
        </p:blipFill>
        <p:spPr>
          <a:xfrm>
            <a:off x="734401" y="691201"/>
            <a:ext cx="3434405" cy="2390404"/>
          </a:xfrm>
          <a:prstGeom prst="rect">
            <a:avLst/>
          </a:prstGeom>
        </p:spPr>
      </p:pic>
      <p:sp>
        <p:nvSpPr>
          <p:cNvPr id="8" name="Google Shape;77;p5">
            <a:extLst>
              <a:ext uri="{FF2B5EF4-FFF2-40B4-BE49-F238E27FC236}">
                <a16:creationId xmlns:a16="http://schemas.microsoft.com/office/drawing/2014/main" id="{8D395D37-09DA-2394-1136-F7FEF43082CE}"/>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9" name="Espaço Reservado para Imagem 4">
            <a:extLst>
              <a:ext uri="{FF2B5EF4-FFF2-40B4-BE49-F238E27FC236}">
                <a16:creationId xmlns:a16="http://schemas.microsoft.com/office/drawing/2014/main" id="{414CC2B9-749E-3220-6657-91325218237D}"/>
              </a:ext>
            </a:extLst>
          </p:cNvPr>
          <p:cNvSpPr>
            <a:spLocks noGrp="1"/>
          </p:cNvSpPr>
          <p:nvPr>
            <p:ph type="pic" idx="11"/>
          </p:nvPr>
        </p:nvSpPr>
        <p:spPr>
          <a:xfrm>
            <a:off x="5969287" y="2929696"/>
            <a:ext cx="10902950" cy="5672137"/>
          </a:xfrm>
          <a:prstGeom prst="rect">
            <a:avLst/>
          </a:prstGeom>
        </p:spPr>
        <p:txBody>
          <a:bodyPr/>
          <a:lstStyle/>
          <a:p>
            <a:endParaRPr lang="pt-BR" sz="2000">
              <a:latin typeface="Poppins" pitchFamily="2" charset="77"/>
              <a:cs typeface="Poppins" pitchFamily="2" charset="77"/>
            </a:endParaRPr>
          </a:p>
        </p:txBody>
      </p:sp>
      <p:sp>
        <p:nvSpPr>
          <p:cNvPr id="10" name="Google Shape;139;p11">
            <a:extLst>
              <a:ext uri="{FF2B5EF4-FFF2-40B4-BE49-F238E27FC236}">
                <a16:creationId xmlns:a16="http://schemas.microsoft.com/office/drawing/2014/main" id="{4F2FAF39-5A6B-5C48-362D-BF4EFC15E3EF}"/>
              </a:ext>
            </a:extLst>
          </p:cNvPr>
          <p:cNvSpPr txBox="1">
            <a:spLocks noGrp="1"/>
          </p:cNvSpPr>
          <p:nvPr>
            <p:ph type="body" idx="2"/>
          </p:nvPr>
        </p:nvSpPr>
        <p:spPr>
          <a:xfrm>
            <a:off x="5954667" y="8746803"/>
            <a:ext cx="10902900" cy="235962"/>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2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endParaRPr/>
          </a:p>
        </p:txBody>
      </p:sp>
      <p:sp>
        <p:nvSpPr>
          <p:cNvPr id="5" name="CaixaDeTexto 4">
            <a:extLst>
              <a:ext uri="{FF2B5EF4-FFF2-40B4-BE49-F238E27FC236}">
                <a16:creationId xmlns:a16="http://schemas.microsoft.com/office/drawing/2014/main" id="{B1E21DB9-E6B4-1337-9C8A-D6764DA829F5}"/>
              </a:ext>
            </a:extLst>
          </p:cNvPr>
          <p:cNvSpPr txBox="1"/>
          <p:nvPr userDrawn="1"/>
        </p:nvSpPr>
        <p:spPr>
          <a:xfrm>
            <a:off x="5560142" y="-42770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48625221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4. Exposição" preserve="1" userDrawn="1">
  <p:cSld name="1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41201332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4. Exposição" preserve="1" userDrawn="1">
  <p:cSld name="1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514532" y="913691"/>
            <a:ext cx="11244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514531" y="572423"/>
            <a:ext cx="6230397" cy="432396"/>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buClr>
                <a:srgbClr val="000000"/>
              </a:buClr>
              <a:buSzPts val="3400"/>
              <a:buFont typeface="Arial"/>
              <a:buNone/>
            </a:pPr>
            <a:r>
              <a:rPr lang="pt-BR" b="1">
                <a:latin typeface="Arial" panose="020B0604020202020204" pitchFamily="34" charset="0"/>
                <a:ea typeface="Verdana"/>
                <a:cs typeface="Arial" panose="020B0604020202020204" pitchFamily="34" charset="0"/>
                <a:sym typeface="Verdana"/>
              </a:rPr>
              <a:t>Diversas aplicações</a:t>
            </a:r>
            <a:endParaRPr lang="pt-BR" sz="1400" b="1" i="0" u="none" strike="noStrike" cap="none">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34807798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3_Atividade_Seminario" userDrawn="1">
  <p:cSld name="3_Atividade_Seminario">
    <p:spTree>
      <p:nvGrpSpPr>
        <p:cNvPr id="1" name="Shape 353"/>
        <p:cNvGrpSpPr/>
        <p:nvPr/>
      </p:nvGrpSpPr>
      <p:grpSpPr>
        <a:xfrm>
          <a:off x="0" y="0"/>
          <a:ext cx="0" cy="0"/>
          <a:chOff x="0" y="0"/>
          <a:chExt cx="0" cy="0"/>
        </a:xfrm>
      </p:grpSpPr>
      <p:pic>
        <p:nvPicPr>
          <p:cNvPr id="5" name="Google Shape;142;p13">
            <a:extLst>
              <a:ext uri="{FF2B5EF4-FFF2-40B4-BE49-F238E27FC236}">
                <a16:creationId xmlns:a16="http://schemas.microsoft.com/office/drawing/2014/main" id="{3A4E29AB-E897-54A0-EF5B-495232186FB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8" name="Google Shape;143;p13">
            <a:extLst>
              <a:ext uri="{FF2B5EF4-FFF2-40B4-BE49-F238E27FC236}">
                <a16:creationId xmlns:a16="http://schemas.microsoft.com/office/drawing/2014/main" id="{2F8AB1D9-1F91-C301-CADC-3280526D526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397" name="Google Shape;397;p33"/>
          <p:cNvSpPr txBox="1">
            <a:spLocks noGrp="1"/>
          </p:cNvSpPr>
          <p:nvPr>
            <p:ph type="body" idx="5"/>
          </p:nvPr>
        </p:nvSpPr>
        <p:spPr>
          <a:xfrm>
            <a:off x="2175792" y="2781300"/>
            <a:ext cx="12458810" cy="573436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2175792" y="1771334"/>
            <a:ext cx="9518400" cy="6924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4500" b="1" i="0" u="none" strike="noStrike" cap="none" noProof="0">
                <a:solidFill>
                  <a:srgbClr val="FF161F"/>
                </a:solidFill>
                <a:latin typeface="Poppins"/>
                <a:ea typeface="Poppins"/>
                <a:cs typeface="Poppins"/>
                <a:sym typeface="Poppins"/>
              </a:rPr>
              <a:t>Referências</a:t>
            </a:r>
            <a:r>
              <a:rPr lang="en-US" sz="4500" b="1" i="0" u="none" strike="noStrike" cap="none">
                <a:solidFill>
                  <a:srgbClr val="FF161F"/>
                </a:solidFill>
                <a:latin typeface="Poppins"/>
                <a:ea typeface="Poppins"/>
                <a:cs typeface="Poppins"/>
                <a:sym typeface="Poppins"/>
              </a:rPr>
              <a:t> da aula</a:t>
            </a:r>
            <a:endParaRPr sz="1400" b="0" i="0" u="none" strike="noStrike" cap="none">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372402266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4" name="Google Shape;134;p12">
            <a:extLst>
              <a:ext uri="{FF2B5EF4-FFF2-40B4-BE49-F238E27FC236}">
                <a16:creationId xmlns:a16="http://schemas.microsoft.com/office/drawing/2014/main" id="{FBAFECC8-99B0-4DB2-0613-0EB8F8835C8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t="921" r="920"/>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159A48AD-EB69-89AD-76B8-B13DDCBC0C8A}"/>
              </a:ext>
            </a:extLst>
          </p:cNvPr>
          <p:cNvPicPr>
            <a:picLocks/>
          </p:cNvPicPr>
          <p:nvPr userDrawn="1"/>
        </p:nvPicPr>
        <p:blipFill>
          <a:blip r:embed="rId3"/>
          <a:stretch>
            <a:fillRect/>
          </a:stretch>
        </p:blipFill>
        <p:spPr>
          <a:xfrm>
            <a:off x="7891212" y="457201"/>
            <a:ext cx="9831615" cy="8352013"/>
          </a:xfrm>
          <a:prstGeom prst="rect">
            <a:avLst/>
          </a:prstGeom>
        </p:spPr>
      </p:pic>
      <p:sp>
        <p:nvSpPr>
          <p:cNvPr id="146" name="Google Shape;146;p12"/>
          <p:cNvSpPr txBox="1">
            <a:spLocks noGrp="1"/>
          </p:cNvSpPr>
          <p:nvPr>
            <p:ph type="body" idx="1"/>
          </p:nvPr>
        </p:nvSpPr>
        <p:spPr>
          <a:xfrm>
            <a:off x="9131813" y="2067004"/>
            <a:ext cx="7607700" cy="34443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60"/>
              </a:spcBef>
              <a:spcAft>
                <a:spcPts val="0"/>
              </a:spcAft>
              <a:buClr>
                <a:schemeClr val="dk1"/>
              </a:buClr>
              <a:buSzPts val="2800"/>
              <a:buFont typeface="Poppins"/>
              <a:buNone/>
              <a:defRPr sz="28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391834710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5_OqueAprendemos" userDrawn="1">
  <p:cSld name="6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3CC9B972-2FC2-310D-2E4E-FAC046494CE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10" name="Imagem 9">
            <a:extLst>
              <a:ext uri="{FF2B5EF4-FFF2-40B4-BE49-F238E27FC236}">
                <a16:creationId xmlns:a16="http://schemas.microsoft.com/office/drawing/2014/main" id="{04207CBF-4E9E-7628-E382-8940DD738FE4}"/>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3500"/>
              <a:buFont typeface="Arial"/>
              <a:buNone/>
              <a:tabLst/>
              <a:defRPr/>
            </a:pPr>
            <a:r>
              <a:rPr kumimoji="0" lang="pt-BR" sz="3500" b="0" i="0" u="none" strike="noStrike" kern="0" cap="none" spc="0" normalizeH="0" baseline="0" noProof="0">
                <a:ln>
                  <a:noFill/>
                </a:ln>
                <a:solidFill>
                  <a:srgbClr val="FFFFFF"/>
                </a:solidFill>
                <a:effectLst/>
                <a:uLnTx/>
                <a:uFillTx/>
                <a:latin typeface="Poppins Light"/>
                <a:ea typeface="Poppins Light"/>
                <a:cs typeface="Poppins Light"/>
                <a:sym typeface="Poppins Light"/>
              </a:rPr>
              <a:t>O que nós</a:t>
            </a:r>
          </a:p>
          <a:p>
            <a:pPr marL="0" marR="0" lvl="0" indent="0" algn="l" defTabSz="914400" rtl="0" eaLnBrk="1" fontAlgn="auto" latinLnBrk="0" hangingPunct="1">
              <a:lnSpc>
                <a:spcPct val="100000"/>
              </a:lnSpc>
              <a:spcBef>
                <a:spcPts val="0"/>
              </a:spcBef>
              <a:spcAft>
                <a:spcPts val="0"/>
              </a:spcAft>
              <a:buClr>
                <a:srgbClr val="000000"/>
              </a:buClr>
              <a:buSzPts val="3500"/>
              <a:buFont typeface="Arial"/>
              <a:buNone/>
              <a:tabLst/>
              <a:defRPr/>
            </a:pPr>
            <a:r>
              <a:rPr kumimoji="0" lang="pt-BR" sz="3500" b="1" i="0" u="none" strike="noStrike" kern="0" cap="none" spc="0" normalizeH="0" baseline="0" noProof="0">
                <a:ln>
                  <a:noFill/>
                </a:ln>
                <a:solidFill>
                  <a:srgbClr val="FFFFFF"/>
                </a:solidFill>
                <a:effectLst/>
                <a:uLnTx/>
                <a:uFillTx/>
                <a:latin typeface="Poppins"/>
                <a:ea typeface="Poppins"/>
                <a:cs typeface="Poppins"/>
                <a:sym typeface="Poppins"/>
              </a:rPr>
              <a:t>aprendemos hoje?</a:t>
            </a:r>
            <a:endParaRPr kumimoji="0" lang="pt-BR" sz="3500" b="0" i="0" u="none" strike="noStrike" kern="0" cap="none" spc="0" normalizeH="0" baseline="0" noProof="0">
              <a:ln>
                <a:noFill/>
              </a:ln>
              <a:solidFill>
                <a:srgbClr val="FFFFFF"/>
              </a:solidFill>
              <a:effectLst/>
              <a:uLnTx/>
              <a:uFillTx/>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60"/>
              </a:spcBef>
              <a:spcAft>
                <a:spcPts val="0"/>
              </a:spcAft>
              <a:buClr>
                <a:srgbClr val="000000"/>
              </a:buClr>
              <a:buSzPts val="1200"/>
              <a:buFont typeface="Arial" pitchFamily="34" charset="0"/>
              <a:buNone/>
              <a:tabLst/>
              <a:defRPr/>
            </a:pPr>
            <a:r>
              <a:rPr kumimoji="0" lang="pt-BR" sz="12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sym typeface="Arial"/>
              </a:rPr>
              <a:t>© Getty Images</a:t>
            </a: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7301898" y="2537432"/>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7301898" y="4620023"/>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7301898" y="6736255"/>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6904767" y="2606438"/>
            <a:ext cx="331544" cy="88312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40009"/>
              </a:lnSpc>
              <a:spcBef>
                <a:spcPts val="0"/>
              </a:spcBef>
              <a:spcAft>
                <a:spcPts val="0"/>
              </a:spcAft>
              <a:buClr>
                <a:srgbClr val="000000"/>
              </a:buClr>
              <a:buSzPts val="4099"/>
              <a:buFont typeface="Arial"/>
              <a:buNone/>
              <a:tabLst/>
              <a:defRPr/>
            </a:pPr>
            <a:r>
              <a:rPr kumimoji="0" lang="pt-BR" sz="4099" b="1" i="0" u="none" strike="noStrike" kern="0" cap="none" spc="0" normalizeH="0" baseline="0" noProof="0">
                <a:ln>
                  <a:noFill/>
                </a:ln>
                <a:solidFill>
                  <a:srgbClr val="000000"/>
                </a:solidFill>
                <a:effectLst/>
                <a:uLnTx/>
                <a:uFillTx/>
                <a:latin typeface="Poppins"/>
                <a:ea typeface="Poppins"/>
                <a:cs typeface="Poppins"/>
                <a:sym typeface="Poppins"/>
              </a:rPr>
              <a:t>1</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6862237" y="4401353"/>
            <a:ext cx="331544" cy="88312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40009"/>
              </a:lnSpc>
              <a:spcBef>
                <a:spcPts val="0"/>
              </a:spcBef>
              <a:spcAft>
                <a:spcPts val="0"/>
              </a:spcAft>
              <a:buClr>
                <a:srgbClr val="000000"/>
              </a:buClr>
              <a:buSzPts val="4099"/>
              <a:buFont typeface="Arial"/>
              <a:buNone/>
              <a:tabLst/>
              <a:defRPr/>
            </a:pPr>
            <a:r>
              <a:rPr kumimoji="0" lang="pt-BR" sz="4099" b="1" i="0" u="none" strike="noStrike" kern="0" cap="none" spc="0" normalizeH="0" baseline="0" noProof="0">
                <a:ln>
                  <a:noFill/>
                </a:ln>
                <a:solidFill>
                  <a:srgbClr val="000000"/>
                </a:solidFill>
                <a:effectLst/>
                <a:uLnTx/>
                <a:uFillTx/>
                <a:latin typeface="Poppins"/>
                <a:ea typeface="Poppins"/>
                <a:cs typeface="Poppins"/>
                <a:sym typeface="Poppins"/>
              </a:rPr>
              <a:t>2</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6862237" y="6196268"/>
            <a:ext cx="331544" cy="88312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40009"/>
              </a:lnSpc>
              <a:spcBef>
                <a:spcPts val="0"/>
              </a:spcBef>
              <a:spcAft>
                <a:spcPts val="0"/>
              </a:spcAft>
              <a:buClr>
                <a:srgbClr val="000000"/>
              </a:buClr>
              <a:buSzPts val="4099"/>
              <a:buFont typeface="Arial"/>
              <a:buNone/>
              <a:tabLst/>
              <a:defRPr/>
            </a:pPr>
            <a:r>
              <a:rPr kumimoji="0" lang="pt-BR" sz="4099" b="1" i="0" u="none" strike="noStrike" kern="0" cap="none" spc="0" normalizeH="0" baseline="0" noProof="0">
                <a:ln>
                  <a:noFill/>
                </a:ln>
                <a:solidFill>
                  <a:srgbClr val="000000"/>
                </a:solidFill>
                <a:effectLst/>
                <a:uLnTx/>
                <a:uFillTx/>
                <a:latin typeface="Poppins"/>
                <a:ea typeface="Poppins"/>
                <a:cs typeface="Poppins"/>
                <a:sym typeface="Poppins"/>
              </a:rPr>
              <a:t>3</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8454255" y="1357745"/>
            <a:ext cx="0" cy="0"/>
          </a:xfrm>
          <a:prstGeom prst="rect">
            <a:avLst/>
          </a:prstGeom>
          <a:noFill/>
          <a:ln>
            <a:noFill/>
          </a:ln>
        </p:spPr>
        <p:txBody>
          <a:bodyPr spcFirstLastPara="1" wrap="none" lIns="91425" tIns="45700" rIns="91425" bIns="45700" rtlCol="0" anchor="t" anchorCtr="0">
            <a:normAutofit fontScale="25000" lnSpcReduction="20000"/>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2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630347926"/>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image" Target="../media/image16.png"/><Relationship Id="rId2" Type="http://schemas.openxmlformats.org/officeDocument/2006/relationships/slideLayout" Target="../slideLayouts/slideLayout31.xml"/><Relationship Id="rId16" Type="http://schemas.openxmlformats.org/officeDocument/2006/relationships/image" Target="../media/image15.png"/><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theme" Target="../theme/theme2.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9" Type="http://schemas.openxmlformats.org/officeDocument/2006/relationships/theme" Target="../theme/theme4.xml"/><Relationship Id="rId21" Type="http://schemas.openxmlformats.org/officeDocument/2006/relationships/slideLayout" Target="../slideLayouts/slideLayout65.xml"/><Relationship Id="rId34" Type="http://schemas.openxmlformats.org/officeDocument/2006/relationships/slideLayout" Target="../slideLayouts/slideLayout78.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38" Type="http://schemas.openxmlformats.org/officeDocument/2006/relationships/slideLayout" Target="../slideLayouts/slideLayout82.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29" Type="http://schemas.openxmlformats.org/officeDocument/2006/relationships/slideLayout" Target="../slideLayouts/slideLayout73.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37" Type="http://schemas.openxmlformats.org/officeDocument/2006/relationships/slideLayout" Target="../slideLayouts/slideLayout81.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slideLayout" Target="../slideLayouts/slideLayout80.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slideLayout" Target="../slideLayouts/slideLayout75.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slideLayout" Target="../slideLayouts/slideLayout79.xml"/><Relationship Id="rId8" Type="http://schemas.openxmlformats.org/officeDocument/2006/relationships/slideLayout" Target="../slideLayouts/slideLayout52.xml"/><Relationship Id="rId3"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3" r:id="rId1"/>
    <p:sldLayoutId id="2147483648" r:id="rId2"/>
    <p:sldLayoutId id="2147483731" r:id="rId3"/>
    <p:sldLayoutId id="2147483709" r:id="rId4"/>
    <p:sldLayoutId id="2147483710" r:id="rId5"/>
    <p:sldLayoutId id="2147483735" r:id="rId6"/>
    <p:sldLayoutId id="2147483741" r:id="rId7"/>
    <p:sldLayoutId id="2147483740" r:id="rId8"/>
    <p:sldLayoutId id="2147483739" r:id="rId9"/>
    <p:sldLayoutId id="2147483738" r:id="rId10"/>
    <p:sldLayoutId id="2147483737" r:id="rId11"/>
    <p:sldLayoutId id="2147483736" r:id="rId12"/>
    <p:sldLayoutId id="2147483711" r:id="rId13"/>
    <p:sldLayoutId id="2147483712" r:id="rId14"/>
    <p:sldLayoutId id="2147483694" r:id="rId15"/>
    <p:sldLayoutId id="2147483713" r:id="rId16"/>
    <p:sldLayoutId id="2147483742" r:id="rId17"/>
    <p:sldLayoutId id="2147483690" r:id="rId18"/>
    <p:sldLayoutId id="2147483698" r:id="rId19"/>
    <p:sldLayoutId id="2147483714" r:id="rId20"/>
    <p:sldLayoutId id="2147483701" r:id="rId21"/>
    <p:sldLayoutId id="2147483727" r:id="rId22"/>
    <p:sldLayoutId id="2147483705" r:id="rId23"/>
    <p:sldLayoutId id="2147483728" r:id="rId24"/>
    <p:sldLayoutId id="2147483707" r:id="rId25"/>
    <p:sldLayoutId id="2147483734" r:id="rId26"/>
    <p:sldLayoutId id="2147483729" r:id="rId27"/>
    <p:sldLayoutId id="2147483730" r:id="rId28"/>
    <p:sldLayoutId id="2147483733"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3D332D16-D093-7673-384E-58BA9D33837F}"/>
              </a:ext>
            </a:extLst>
          </p:cNvPr>
          <p:cNvPicPr>
            <a:picLocks noChangeAspect="1"/>
          </p:cNvPicPr>
          <p:nvPr userDrawn="1"/>
        </p:nvPicPr>
        <p:blipFill>
          <a:blip r:embed="rId16"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36" name="Imagem 35"/>
          <p:cNvPicPr>
            <a:picLocks noChangeAspect="1"/>
          </p:cNvPicPr>
          <p:nvPr userDrawn="1"/>
        </p:nvPicPr>
        <p:blipFill>
          <a:blip r:embed="rId17" cstate="print">
            <a:extLst>
              <a:ext uri="{28A0092B-C50C-407E-A947-70E740481C1C}">
                <a14:useLocalDpi xmlns:a14="http://schemas.microsoft.com/office/drawing/2010/main"/>
              </a:ext>
            </a:extLst>
          </a:blip>
          <a:stretch>
            <a:fillRect/>
          </a:stretch>
        </p:blipFill>
        <p:spPr>
          <a:xfrm>
            <a:off x="2287" y="1954884"/>
            <a:ext cx="18283427" cy="7316112"/>
          </a:xfrm>
          <a:prstGeom prst="rect">
            <a:avLst/>
          </a:prstGeom>
        </p:spPr>
      </p:pic>
    </p:spTree>
    <p:extLst>
      <p:ext uri="{BB962C8B-B14F-4D97-AF65-F5344CB8AC3E}">
        <p14:creationId xmlns:p14="http://schemas.microsoft.com/office/powerpoint/2010/main" val="3280546690"/>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0233386"/>
      </p:ext>
    </p:extLst>
  </p:cSld>
  <p:clrMap bg1="lt1" tx1="dk1" bg2="lt2" tx2="dk2" accent1="accent1" accent2="accent2" accent3="accent3" accent4="accent4" accent5="accent5" accent6="accent6" hlink="hlink" folHlink="folHlink"/>
  <p:sldLayoutIdLst>
    <p:sldLayoutId id="2147483765"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3161546872"/>
      </p:ext>
    </p:extLst>
  </p:cSld>
  <p:clrMap bg1="lt1" tx1="dk1" bg2="dk2" tx2="lt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 id="2147483844" r:id="rId12"/>
    <p:sldLayoutId id="2147483845" r:id="rId13"/>
    <p:sldLayoutId id="2147483846" r:id="rId14"/>
    <p:sldLayoutId id="2147483847" r:id="rId15"/>
    <p:sldLayoutId id="2147483848" r:id="rId16"/>
    <p:sldLayoutId id="2147483849" r:id="rId17"/>
    <p:sldLayoutId id="2147483850" r:id="rId18"/>
    <p:sldLayoutId id="2147483851" r:id="rId19"/>
    <p:sldLayoutId id="2147483852" r:id="rId20"/>
    <p:sldLayoutId id="2147483853" r:id="rId21"/>
    <p:sldLayoutId id="2147483854" r:id="rId22"/>
    <p:sldLayoutId id="2147483855" r:id="rId23"/>
    <p:sldLayoutId id="2147483856" r:id="rId24"/>
    <p:sldLayoutId id="2147483857" r:id="rId25"/>
    <p:sldLayoutId id="2147483858" r:id="rId26"/>
    <p:sldLayoutId id="2147483859" r:id="rId27"/>
    <p:sldLayoutId id="2147483860" r:id="rId28"/>
    <p:sldLayoutId id="2147483861" r:id="rId29"/>
    <p:sldLayoutId id="2147483862" r:id="rId30"/>
    <p:sldLayoutId id="2147483863" r:id="rId31"/>
    <p:sldLayoutId id="2147483864" r:id="rId32"/>
    <p:sldLayoutId id="2147483865" r:id="rId33"/>
    <p:sldLayoutId id="2147483866" r:id="rId34"/>
    <p:sldLayoutId id="2147483867" r:id="rId35"/>
    <p:sldLayoutId id="2147483868" r:id="rId36"/>
    <p:sldLayoutId id="2147483869" r:id="rId37"/>
    <p:sldLayoutId id="2147483870" r:id="rId3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0.png"/><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4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63.xml"/><Relationship Id="rId4" Type="http://schemas.openxmlformats.org/officeDocument/2006/relationships/image" Target="../media/image32.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hyperlink" Target="https://www.alura.com.br/artigos/todo-o-poder-emana-do-cliente-explorando-uma-api-graphql" TargetMode="External"/><Relationship Id="rId2" Type="http://schemas.openxmlformats.org/officeDocument/2006/relationships/notesSlide" Target="../notesSlides/notesSlide7.xml"/><Relationship Id="rId1" Type="http://schemas.openxmlformats.org/officeDocument/2006/relationships/slideLayout" Target="../slideLayouts/slideLayout25.xml"/><Relationship Id="rId5" Type="http://schemas.openxmlformats.org/officeDocument/2006/relationships/hyperlink" Target="https://www.alura.com.br/artigos/guia-graphql-pessoas-que-desenvolvem-frontend" TargetMode="External"/><Relationship Id="rId4" Type="http://schemas.openxmlformats.org/officeDocument/2006/relationships/hyperlink" Target="https://graphql.org/"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8.xml"/><Relationship Id="rId5" Type="http://schemas.openxmlformats.org/officeDocument/2006/relationships/image" Target="../media/image35.svg"/><Relationship Id="rId4" Type="http://schemas.openxmlformats.org/officeDocument/2006/relationships/image" Target="../media/image34.svg"/></Relationships>
</file>

<file path=ppt/slides/_rels/slide1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0.xml"/><Relationship Id="rId1" Type="http://schemas.openxmlformats.org/officeDocument/2006/relationships/slideLayout" Target="../slideLayouts/slideLayout28.xml"/><Relationship Id="rId5" Type="http://schemas.openxmlformats.org/officeDocument/2006/relationships/image" Target="../media/image33.png"/><Relationship Id="rId4" Type="http://schemas.openxmlformats.org/officeDocument/2006/relationships/image" Target="../media/image37.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7235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7" name="Google Shape;643;p43">
            <a:extLst>
              <a:ext uri="{FF2B5EF4-FFF2-40B4-BE49-F238E27FC236}">
                <a16:creationId xmlns:a16="http://schemas.microsoft.com/office/drawing/2014/main" id="{7894E3BE-B414-0F09-61B0-337BC78F1418}"/>
              </a:ext>
            </a:extLst>
          </p:cNvPr>
          <p:cNvSpPr txBox="1">
            <a:spLocks/>
          </p:cNvSpPr>
          <p:nvPr/>
        </p:nvSpPr>
        <p:spPr>
          <a:xfrm>
            <a:off x="1092769" y="2857013"/>
            <a:ext cx="10222120" cy="70367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4500"/>
            </a:pPr>
            <a:r>
              <a:rPr lang="pt-BR" sz="3600" b="1" dirty="0">
                <a:solidFill>
                  <a:schemeClr val="tx1"/>
                </a:solidFill>
                <a:latin typeface="Poppins" pitchFamily="2" charset="77"/>
                <a:cs typeface="Poppins" pitchFamily="2" charset="77"/>
              </a:rPr>
              <a:t>Avançando na integração com serviços externos</a:t>
            </a:r>
          </a:p>
        </p:txBody>
      </p:sp>
      <p:sp>
        <p:nvSpPr>
          <p:cNvPr id="8" name="Google Shape;644;p43">
            <a:extLst>
              <a:ext uri="{FF2B5EF4-FFF2-40B4-BE49-F238E27FC236}">
                <a16:creationId xmlns:a16="http://schemas.microsoft.com/office/drawing/2014/main" id="{38B14DE2-B36E-A166-7418-0BCC262D9727}"/>
              </a:ext>
            </a:extLst>
          </p:cNvPr>
          <p:cNvSpPr txBox="1">
            <a:spLocks/>
          </p:cNvSpPr>
          <p:nvPr/>
        </p:nvSpPr>
        <p:spPr>
          <a:xfrm>
            <a:off x="1124869" y="5332734"/>
            <a:ext cx="10222121" cy="104884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2500"/>
            </a:pPr>
            <a:r>
              <a:rPr lang="pt-BR" sz="2500" dirty="0">
                <a:latin typeface="Poppins"/>
                <a:cs typeface="Poppins"/>
              </a:rPr>
              <a:t>Código da aula: [SIS]ANO2C3B4S22A2	</a:t>
            </a:r>
          </a:p>
        </p:txBody>
      </p:sp>
      <p:sp>
        <p:nvSpPr>
          <p:cNvPr id="9" name="Google Shape;643;p43">
            <a:extLst>
              <a:ext uri="{FF2B5EF4-FFF2-40B4-BE49-F238E27FC236}">
                <a16:creationId xmlns:a16="http://schemas.microsoft.com/office/drawing/2014/main" id="{44C24A69-BA95-9909-516F-994C0772D844}"/>
              </a:ext>
            </a:extLst>
          </p:cNvPr>
          <p:cNvSpPr txBox="1">
            <a:spLocks/>
          </p:cNvSpPr>
          <p:nvPr/>
        </p:nvSpPr>
        <p:spPr>
          <a:xfrm>
            <a:off x="1124869" y="1176494"/>
            <a:ext cx="10222120" cy="168051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Integração com serviços externos e esteiras de entrega</a:t>
            </a:r>
          </a:p>
        </p:txBody>
      </p:sp>
      <p:sp>
        <p:nvSpPr>
          <p:cNvPr id="10" name="Google Shape;644;p43">
            <a:extLst>
              <a:ext uri="{FF2B5EF4-FFF2-40B4-BE49-F238E27FC236}">
                <a16:creationId xmlns:a16="http://schemas.microsoft.com/office/drawing/2014/main" id="{9D103B63-758A-7270-9691-88696E89FE79}"/>
              </a:ext>
            </a:extLst>
          </p:cNvPr>
          <p:cNvSpPr txBox="1">
            <a:spLocks/>
          </p:cNvSpPr>
          <p:nvPr/>
        </p:nvSpPr>
        <p:spPr>
          <a:xfrm>
            <a:off x="1117481" y="4307350"/>
            <a:ext cx="10222121"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b="0">
                <a:solidFill>
                  <a:srgbClr val="BFBFBF"/>
                </a:solidFill>
                <a:latin typeface="Poppins Medium" panose="00000600000000000000" pitchFamily="2" charset="0"/>
                <a:cs typeface="Poppins Medium" panose="00000600000000000000" pitchFamily="2" charset="0"/>
              </a:rPr>
              <a:t>Aula 2: Integração com GraphQL</a:t>
            </a:r>
          </a:p>
        </p:txBody>
      </p:sp>
      <p:pic>
        <p:nvPicPr>
          <p:cNvPr id="3" name="Imagem 2">
            <a:extLst>
              <a:ext uri="{FF2B5EF4-FFF2-40B4-BE49-F238E27FC236}">
                <a16:creationId xmlns:a16="http://schemas.microsoft.com/office/drawing/2014/main" id="{01949031-8878-BE2B-E413-CCE2BA422F7F}"/>
              </a:ext>
            </a:extLst>
          </p:cNvPr>
          <p:cNvPicPr>
            <a:picLocks/>
          </p:cNvPicPr>
          <p:nvPr/>
        </p:nvPicPr>
        <p:blipFill>
          <a:blip r:embed="rId3"/>
          <a:stretch>
            <a:fillRect/>
          </a:stretch>
        </p:blipFill>
        <p:spPr>
          <a:xfrm>
            <a:off x="15602424" y="9136814"/>
            <a:ext cx="2685604" cy="1152002"/>
          </a:xfrm>
          <a:prstGeom prst="rect">
            <a:avLst/>
          </a:prstGeom>
        </p:spPr>
      </p:pic>
      <p:pic>
        <p:nvPicPr>
          <p:cNvPr id="5" name="Imagem 4">
            <a:extLst>
              <a:ext uri="{FF2B5EF4-FFF2-40B4-BE49-F238E27FC236}">
                <a16:creationId xmlns:a16="http://schemas.microsoft.com/office/drawing/2014/main" id="{343E8E39-6594-4B7A-AF9F-D71DEEB80267}"/>
              </a:ext>
            </a:extLst>
          </p:cNvPr>
          <p:cNvPicPr>
            <a:picLocks/>
          </p:cNvPicPr>
          <p:nvPr/>
        </p:nvPicPr>
        <p:blipFill>
          <a:blip r:embed="rId4"/>
          <a:stretch>
            <a:fillRect/>
          </a:stretch>
        </p:blipFill>
        <p:spPr>
          <a:xfrm>
            <a:off x="15804024" y="9190814"/>
            <a:ext cx="2307604" cy="1044002"/>
          </a:xfrm>
          <a:prstGeom prst="rect">
            <a:avLst/>
          </a:prstGeom>
        </p:spPr>
      </p:pic>
      <p:pic>
        <p:nvPicPr>
          <p:cNvPr id="4" name="Imagem 3">
            <a:extLst>
              <a:ext uri="{FF2B5EF4-FFF2-40B4-BE49-F238E27FC236}">
                <a16:creationId xmlns:a16="http://schemas.microsoft.com/office/drawing/2014/main" id="{D73AC08D-4AD0-56CD-5CEF-5193BE8CC721}"/>
              </a:ext>
            </a:extLst>
          </p:cNvPr>
          <p:cNvPicPr>
            <a:picLocks/>
          </p:cNvPicPr>
          <p:nvPr/>
        </p:nvPicPr>
        <p:blipFill>
          <a:blip r:embed="rId3"/>
          <a:stretch>
            <a:fillRect/>
          </a:stretch>
        </p:blipFill>
        <p:spPr>
          <a:xfrm>
            <a:off x="15602424" y="9136814"/>
            <a:ext cx="2685604" cy="1152002"/>
          </a:xfrm>
          <a:prstGeom prst="rect">
            <a:avLst/>
          </a:prstGeom>
        </p:spPr>
      </p:pic>
      <p:pic>
        <p:nvPicPr>
          <p:cNvPr id="11" name="Imagem 10">
            <a:extLst>
              <a:ext uri="{FF2B5EF4-FFF2-40B4-BE49-F238E27FC236}">
                <a16:creationId xmlns:a16="http://schemas.microsoft.com/office/drawing/2014/main" id="{767ACE23-8640-5BAE-807E-0A426CF054ED}"/>
              </a:ext>
            </a:extLst>
          </p:cNvPr>
          <p:cNvPicPr>
            <a:picLocks/>
          </p:cNvPicPr>
          <p:nvPr/>
        </p:nvPicPr>
        <p:blipFill>
          <a:blip r:embed="rId4"/>
          <a:stretch>
            <a:fillRect/>
          </a:stretch>
        </p:blipFill>
        <p:spPr>
          <a:xfrm>
            <a:off x="15804024" y="9190814"/>
            <a:ext cx="2307604" cy="1044002"/>
          </a:xfrm>
          <a:prstGeom prst="rect">
            <a:avLst/>
          </a:prstGeom>
        </p:spPr>
      </p:pic>
    </p:spTree>
    <p:extLst>
      <p:ext uri="{BB962C8B-B14F-4D97-AF65-F5344CB8AC3E}">
        <p14:creationId xmlns:p14="http://schemas.microsoft.com/office/powerpoint/2010/main" val="273448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46C50-C480-2A3D-6A5C-24A633D89CE9}"/>
            </a:ext>
          </a:extLst>
        </p:cNvPr>
        <p:cNvGrpSpPr/>
        <p:nvPr/>
      </p:nvGrpSpPr>
      <p:grpSpPr>
        <a:xfrm>
          <a:off x="0" y="0"/>
          <a:ext cx="0" cy="0"/>
          <a:chOff x="0" y="0"/>
          <a:chExt cx="0" cy="0"/>
        </a:xfrm>
      </p:grpSpPr>
      <p:sp>
        <p:nvSpPr>
          <p:cNvPr id="25" name="Subtítulo 24">
            <a:extLst>
              <a:ext uri="{FF2B5EF4-FFF2-40B4-BE49-F238E27FC236}">
                <a16:creationId xmlns:a16="http://schemas.microsoft.com/office/drawing/2014/main" id="{E6666697-B518-A702-4F97-03113D024FDF}"/>
              </a:ext>
            </a:extLst>
          </p:cNvPr>
          <p:cNvSpPr>
            <a:spLocks noGrp="1"/>
          </p:cNvSpPr>
          <p:nvPr>
            <p:ph type="subTitle" idx="1"/>
          </p:nvPr>
        </p:nvSpPr>
        <p:spPr/>
        <p:txBody>
          <a:bodyPr/>
          <a:lstStyle/>
          <a:p>
            <a:r>
              <a:rPr lang="pt-BR"/>
              <a:t>23</a:t>
            </a:r>
          </a:p>
        </p:txBody>
      </p:sp>
      <p:sp>
        <p:nvSpPr>
          <p:cNvPr id="26" name="Espaço Reservado para Texto 25">
            <a:extLst>
              <a:ext uri="{FF2B5EF4-FFF2-40B4-BE49-F238E27FC236}">
                <a16:creationId xmlns:a16="http://schemas.microsoft.com/office/drawing/2014/main" id="{F74CEB1E-3FC6-ECA4-8F45-4D0A7795BB40}"/>
              </a:ext>
            </a:extLst>
          </p:cNvPr>
          <p:cNvSpPr>
            <a:spLocks noGrp="1"/>
          </p:cNvSpPr>
          <p:nvPr>
            <p:ph type="body" sz="quarter" idx="10"/>
          </p:nvPr>
        </p:nvSpPr>
        <p:spPr/>
        <p:txBody>
          <a:bodyPr/>
          <a:lstStyle/>
          <a:p>
            <a:r>
              <a:rPr lang="pt-BR" dirty="0"/>
              <a:t>Técnicas de esteiras de entrega contínua</a:t>
            </a:r>
          </a:p>
        </p:txBody>
      </p:sp>
      <p:sp>
        <p:nvSpPr>
          <p:cNvPr id="27" name="Espaço Reservado para Texto 26">
            <a:extLst>
              <a:ext uri="{FF2B5EF4-FFF2-40B4-BE49-F238E27FC236}">
                <a16:creationId xmlns:a16="http://schemas.microsoft.com/office/drawing/2014/main" id="{9057208D-8E98-1671-455A-92D2F27BD6F8}"/>
              </a:ext>
            </a:extLst>
          </p:cNvPr>
          <p:cNvSpPr>
            <a:spLocks noGrp="1"/>
          </p:cNvSpPr>
          <p:nvPr>
            <p:ph type="body" sz="quarter" idx="12"/>
          </p:nvPr>
        </p:nvSpPr>
        <p:spPr/>
        <p:txBody>
          <a:bodyPr/>
          <a:lstStyle/>
          <a:p>
            <a:r>
              <a:rPr lang="pt-BR" dirty="0"/>
              <a:t>Avançando na integração com serviços externos</a:t>
            </a:r>
          </a:p>
        </p:txBody>
      </p:sp>
      <p:sp>
        <p:nvSpPr>
          <p:cNvPr id="28" name="Espaço Reservado para Texto 27">
            <a:extLst>
              <a:ext uri="{FF2B5EF4-FFF2-40B4-BE49-F238E27FC236}">
                <a16:creationId xmlns:a16="http://schemas.microsoft.com/office/drawing/2014/main" id="{9170226C-6535-D9DD-A39B-FAFC7BAB8AAD}"/>
              </a:ext>
            </a:extLst>
          </p:cNvPr>
          <p:cNvSpPr>
            <a:spLocks noGrp="1"/>
          </p:cNvSpPr>
          <p:nvPr>
            <p:ph type="body" sz="quarter" idx="13"/>
          </p:nvPr>
        </p:nvSpPr>
        <p:spPr/>
        <p:txBody>
          <a:bodyPr/>
          <a:lstStyle/>
          <a:p>
            <a:r>
              <a:rPr lang="pt-BR"/>
              <a:t>Você está aqui!</a:t>
            </a:r>
          </a:p>
        </p:txBody>
      </p:sp>
      <p:sp>
        <p:nvSpPr>
          <p:cNvPr id="29" name="Espaço Reservado para Texto 28">
            <a:extLst>
              <a:ext uri="{FF2B5EF4-FFF2-40B4-BE49-F238E27FC236}">
                <a16:creationId xmlns:a16="http://schemas.microsoft.com/office/drawing/2014/main" id="{683E72F1-7679-F29B-4DE5-CF2BD2A9CD1D}"/>
              </a:ext>
            </a:extLst>
          </p:cNvPr>
          <p:cNvSpPr>
            <a:spLocks noGrp="1"/>
          </p:cNvSpPr>
          <p:nvPr>
            <p:ph type="body" sz="quarter" idx="14"/>
          </p:nvPr>
        </p:nvSpPr>
        <p:spPr/>
        <p:txBody>
          <a:bodyPr/>
          <a:lstStyle/>
          <a:p>
            <a:r>
              <a:rPr lang="pt-BR"/>
              <a:t>22</a:t>
            </a:r>
          </a:p>
        </p:txBody>
      </p:sp>
      <p:sp>
        <p:nvSpPr>
          <p:cNvPr id="30" name="Espaço Reservado para Texto 29">
            <a:extLst>
              <a:ext uri="{FF2B5EF4-FFF2-40B4-BE49-F238E27FC236}">
                <a16:creationId xmlns:a16="http://schemas.microsoft.com/office/drawing/2014/main" id="{DD134CE3-75D8-44AD-5BDB-6B12F0223F60}"/>
              </a:ext>
            </a:extLst>
          </p:cNvPr>
          <p:cNvSpPr>
            <a:spLocks noGrp="1"/>
          </p:cNvSpPr>
          <p:nvPr>
            <p:ph type="body" sz="quarter" idx="15"/>
          </p:nvPr>
        </p:nvSpPr>
        <p:spPr/>
        <p:txBody>
          <a:bodyPr/>
          <a:lstStyle/>
          <a:p>
            <a:r>
              <a:rPr lang="pt-BR" dirty="0"/>
              <a:t>Testes e monitoramento de aplicações</a:t>
            </a:r>
          </a:p>
        </p:txBody>
      </p:sp>
      <p:sp>
        <p:nvSpPr>
          <p:cNvPr id="31" name="Espaço Reservado para Texto 30">
            <a:extLst>
              <a:ext uri="{FF2B5EF4-FFF2-40B4-BE49-F238E27FC236}">
                <a16:creationId xmlns:a16="http://schemas.microsoft.com/office/drawing/2014/main" id="{D1147057-5C06-E83B-58ED-6D893B036E6D}"/>
              </a:ext>
            </a:extLst>
          </p:cNvPr>
          <p:cNvSpPr>
            <a:spLocks noGrp="1"/>
          </p:cNvSpPr>
          <p:nvPr>
            <p:ph type="body" sz="quarter" idx="17"/>
          </p:nvPr>
        </p:nvSpPr>
        <p:spPr/>
        <p:txBody>
          <a:bodyPr/>
          <a:lstStyle/>
          <a:p>
            <a:r>
              <a:rPr lang="pt-BR" dirty="0"/>
              <a:t>Integração de serviços externos e CI/CD</a:t>
            </a:r>
          </a:p>
        </p:txBody>
      </p:sp>
      <p:sp>
        <p:nvSpPr>
          <p:cNvPr id="32" name="Espaço Reservado para Texto 31">
            <a:extLst>
              <a:ext uri="{FF2B5EF4-FFF2-40B4-BE49-F238E27FC236}">
                <a16:creationId xmlns:a16="http://schemas.microsoft.com/office/drawing/2014/main" id="{CAE82F99-1C4C-66FB-9E7A-CA20883207F8}"/>
              </a:ext>
            </a:extLst>
          </p:cNvPr>
          <p:cNvSpPr>
            <a:spLocks noGrp="1"/>
          </p:cNvSpPr>
          <p:nvPr>
            <p:ph type="body" sz="quarter" idx="18"/>
          </p:nvPr>
        </p:nvSpPr>
        <p:spPr/>
        <p:txBody>
          <a:bodyPr/>
          <a:lstStyle/>
          <a:p>
            <a:r>
              <a:rPr lang="pt-BR"/>
              <a:t>27</a:t>
            </a:r>
          </a:p>
        </p:txBody>
      </p:sp>
      <p:sp>
        <p:nvSpPr>
          <p:cNvPr id="33" name="Espaço Reservado para Texto 32">
            <a:extLst>
              <a:ext uri="{FF2B5EF4-FFF2-40B4-BE49-F238E27FC236}">
                <a16:creationId xmlns:a16="http://schemas.microsoft.com/office/drawing/2014/main" id="{E2AAEC97-C640-5BA5-2C02-32945DABBE2E}"/>
              </a:ext>
            </a:extLst>
          </p:cNvPr>
          <p:cNvSpPr>
            <a:spLocks noGrp="1"/>
          </p:cNvSpPr>
          <p:nvPr>
            <p:ph type="body" sz="quarter" idx="19"/>
          </p:nvPr>
        </p:nvSpPr>
        <p:spPr>
          <a:xfrm>
            <a:off x="12643548" y="3331409"/>
            <a:ext cx="812006" cy="1023213"/>
          </a:xfrm>
        </p:spPr>
        <p:txBody>
          <a:bodyPr/>
          <a:lstStyle/>
          <a:p>
            <a:r>
              <a:rPr lang="pt-BR"/>
              <a:t>28</a:t>
            </a:r>
          </a:p>
        </p:txBody>
      </p:sp>
      <p:pic>
        <p:nvPicPr>
          <p:cNvPr id="5" name="Imagem 4">
            <a:extLst>
              <a:ext uri="{FF2B5EF4-FFF2-40B4-BE49-F238E27FC236}">
                <a16:creationId xmlns:a16="http://schemas.microsoft.com/office/drawing/2014/main" id="{5D58FEEF-943E-56C1-F6AA-6415BC85B3D1}"/>
              </a:ext>
            </a:extLst>
          </p:cNvPr>
          <p:cNvPicPr>
            <a:picLocks/>
          </p:cNvPicPr>
          <p:nvPr/>
        </p:nvPicPr>
        <p:blipFill>
          <a:blip r:embed="rId2"/>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C4E2352C-84A3-DDE2-D7DB-964F6A3D72B2}"/>
              </a:ext>
            </a:extLst>
          </p:cNvPr>
          <p:cNvPicPr>
            <a:picLocks/>
          </p:cNvPicPr>
          <p:nvPr/>
        </p:nvPicPr>
        <p:blipFill>
          <a:blip r:embed="rId3"/>
          <a:stretch>
            <a:fillRect/>
          </a:stretch>
        </p:blipFill>
        <p:spPr>
          <a:xfrm>
            <a:off x="3117605" y="320401"/>
            <a:ext cx="3348005" cy="2484004"/>
          </a:xfrm>
          <a:prstGeom prst="rect">
            <a:avLst/>
          </a:prstGeom>
        </p:spPr>
      </p:pic>
      <p:sp>
        <p:nvSpPr>
          <p:cNvPr id="36" name="CaixaDeTexto 35">
            <a:extLst>
              <a:ext uri="{FF2B5EF4-FFF2-40B4-BE49-F238E27FC236}">
                <a16:creationId xmlns:a16="http://schemas.microsoft.com/office/drawing/2014/main" id="{3C542C39-6454-0B76-F70E-58A81AE82842}"/>
              </a:ext>
            </a:extLst>
          </p:cNvPr>
          <p:cNvSpPr txBox="1"/>
          <p:nvPr/>
        </p:nvSpPr>
        <p:spPr>
          <a:xfrm>
            <a:off x="3170905" y="873904"/>
            <a:ext cx="3148235" cy="178510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rPr>
              <a:t>Mapa da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rPr>
              <a:t>Unidade 4   Componente 3</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endParaRPr>
          </a:p>
        </p:txBody>
      </p:sp>
      <p:sp>
        <p:nvSpPr>
          <p:cNvPr id="37" name="Google Shape;329;p3">
            <a:extLst>
              <a:ext uri="{FF2B5EF4-FFF2-40B4-BE49-F238E27FC236}">
                <a16:creationId xmlns:a16="http://schemas.microsoft.com/office/drawing/2014/main" id="{4381AC5B-F95B-B874-5579-4AEE9119C94F}"/>
              </a:ext>
            </a:extLst>
          </p:cNvPr>
          <p:cNvSpPr txBox="1"/>
          <p:nvPr/>
        </p:nvSpPr>
        <p:spPr>
          <a:xfrm>
            <a:off x="231264" y="1818844"/>
            <a:ext cx="2798372" cy="923289"/>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pt-BR" sz="1800" b="1" i="0" u="none" strike="noStrike" kern="0" cap="none" spc="0" normalizeH="0" baseline="0" noProof="0" dirty="0">
                <a:ln>
                  <a:noFill/>
                </a:ln>
                <a:solidFill>
                  <a:srgbClr val="FFFFFF"/>
                </a:solidFill>
                <a:effectLst/>
                <a:uLnTx/>
                <a:uFillTx/>
                <a:latin typeface="Poppins" pitchFamily="2" charset="77"/>
                <a:ea typeface="Poppins SemiBold"/>
                <a:cs typeface="Poppins" pitchFamily="2" charset="77"/>
                <a:sym typeface="Poppins SemiBold"/>
              </a:rPr>
              <a:t>Integração com </a:t>
            </a:r>
            <a:r>
              <a:rPr lang="pt-BR" sz="1800" b="1" dirty="0" err="1">
                <a:solidFill>
                  <a:srgbClr val="FFFFFF"/>
                </a:solidFill>
                <a:latin typeface="Poppins" pitchFamily="2" charset="77"/>
                <a:ea typeface="Poppins SemiBold"/>
                <a:cs typeface="Poppins" pitchFamily="2" charset="77"/>
                <a:sym typeface="Poppins SemiBold"/>
              </a:rPr>
              <a:t>s</a:t>
            </a:r>
            <a:r>
              <a:rPr kumimoji="0" lang="pt-BR" sz="1800" b="1" i="0" u="none" strike="noStrike" kern="0" cap="none" spc="0" normalizeH="0" baseline="0" noProof="0" dirty="0">
                <a:ln>
                  <a:noFill/>
                </a:ln>
                <a:solidFill>
                  <a:srgbClr val="FFFFFF"/>
                </a:solidFill>
                <a:effectLst/>
                <a:uLnTx/>
                <a:uFillTx/>
                <a:latin typeface="Poppins" pitchFamily="2" charset="77"/>
                <a:ea typeface="Poppins SemiBold"/>
                <a:cs typeface="Poppins" pitchFamily="2" charset="77"/>
                <a:sym typeface="Poppins SemiBold"/>
              </a:rPr>
              <a:t>erviços </a:t>
            </a:r>
            <a:r>
              <a:rPr lang="pt-BR" sz="1800" b="1" dirty="0">
                <a:solidFill>
                  <a:srgbClr val="FFFFFF"/>
                </a:solidFill>
                <a:latin typeface="Poppins" pitchFamily="2" charset="77"/>
                <a:ea typeface="Poppins SemiBold"/>
                <a:cs typeface="Poppins" pitchFamily="2" charset="77"/>
                <a:sym typeface="Poppins SemiBold"/>
              </a:rPr>
              <a:t>e</a:t>
            </a:r>
            <a:r>
              <a:rPr kumimoji="0" lang="pt-BR" sz="1800" b="1" i="0" u="none" strike="noStrike" kern="0" cap="none" spc="0" normalizeH="0" baseline="0" noProof="0" dirty="0" err="1">
                <a:ln>
                  <a:noFill/>
                </a:ln>
                <a:solidFill>
                  <a:srgbClr val="FFFFFF"/>
                </a:solidFill>
                <a:effectLst/>
                <a:uLnTx/>
                <a:uFillTx/>
                <a:latin typeface="Poppins" pitchFamily="2" charset="77"/>
                <a:ea typeface="Poppins SemiBold"/>
                <a:cs typeface="Poppins" pitchFamily="2" charset="77"/>
                <a:sym typeface="Poppins SemiBold"/>
              </a:rPr>
              <a:t>xternos</a:t>
            </a:r>
            <a:r>
              <a:rPr kumimoji="0" lang="pt-BR" sz="1800" b="1" i="0" u="none" strike="noStrike" kern="0" cap="none" spc="0" normalizeH="0" baseline="0" noProof="0" dirty="0">
                <a:ln>
                  <a:noFill/>
                </a:ln>
                <a:solidFill>
                  <a:srgbClr val="FFFFFF"/>
                </a:solidFill>
                <a:effectLst/>
                <a:uLnTx/>
                <a:uFillTx/>
                <a:latin typeface="Poppins" pitchFamily="2" charset="77"/>
                <a:ea typeface="Poppins SemiBold"/>
                <a:cs typeface="Poppins" pitchFamily="2" charset="77"/>
                <a:sym typeface="Poppins SemiBold"/>
              </a:rPr>
              <a:t> e esteiras de entrega</a:t>
            </a:r>
          </a:p>
        </p:txBody>
      </p:sp>
    </p:spTree>
    <p:extLst>
      <p:ext uri="{BB962C8B-B14F-4D97-AF65-F5344CB8AC3E}">
        <p14:creationId xmlns:p14="http://schemas.microsoft.com/office/powerpoint/2010/main" val="2471545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57717-9402-FC3E-B378-39FCE51ED485}"/>
            </a:ext>
          </a:extLst>
        </p:cNvPr>
        <p:cNvGrpSpPr/>
        <p:nvPr/>
      </p:nvGrpSpPr>
      <p:grpSpPr>
        <a:xfrm>
          <a:off x="0" y="0"/>
          <a:ext cx="0" cy="0"/>
          <a:chOff x="0" y="0"/>
          <a:chExt cx="0" cy="0"/>
        </a:xfrm>
      </p:grpSpPr>
      <p:sp>
        <p:nvSpPr>
          <p:cNvPr id="42" name="Google Shape;344;p4">
            <a:extLst>
              <a:ext uri="{FF2B5EF4-FFF2-40B4-BE49-F238E27FC236}">
                <a16:creationId xmlns:a16="http://schemas.microsoft.com/office/drawing/2014/main" id="{1D5B211C-2557-2B94-0A62-FEA945346C1D}"/>
              </a:ext>
            </a:extLst>
          </p:cNvPr>
          <p:cNvSpPr txBox="1"/>
          <p:nvPr/>
        </p:nvSpPr>
        <p:spPr>
          <a:xfrm>
            <a:off x="2412396" y="6836921"/>
            <a:ext cx="6731604" cy="120029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defTabSz="914400" rtl="0" eaLnBrk="1" fontAlgn="auto" latinLnBrk="0" hangingPunct="1">
              <a:lnSpc>
                <a:spcPct val="100000"/>
              </a:lnSpc>
              <a:spcBef>
                <a:spcPts val="0"/>
              </a:spcBef>
              <a:spcAft>
                <a:spcPts val="0"/>
              </a:spcAft>
              <a:buClr>
                <a:srgbClr val="000000"/>
              </a:buClr>
              <a:buSzPts val="3200"/>
              <a:buFont typeface="Arial"/>
              <a:buNone/>
              <a:tabLst/>
              <a:defRPr/>
            </a:pPr>
            <a:r>
              <a:rPr kumimoji="0" lang="pt-BR" sz="36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Avançando na integração com serviços externos</a:t>
            </a:r>
          </a:p>
        </p:txBody>
      </p:sp>
      <p:sp>
        <p:nvSpPr>
          <p:cNvPr id="43" name="Google Shape;345;p4">
            <a:extLst>
              <a:ext uri="{FF2B5EF4-FFF2-40B4-BE49-F238E27FC236}">
                <a16:creationId xmlns:a16="http://schemas.microsoft.com/office/drawing/2014/main" id="{6A440038-DF07-F483-05EB-D0B4AF984C31}"/>
              </a:ext>
            </a:extLst>
          </p:cNvPr>
          <p:cNvSpPr txBox="1"/>
          <p:nvPr/>
        </p:nvSpPr>
        <p:spPr>
          <a:xfrm>
            <a:off x="5361887" y="3664359"/>
            <a:ext cx="7564226" cy="1107957"/>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ctr" defTabSz="914400" rtl="0" eaLnBrk="1" fontAlgn="auto" latinLnBrk="0" hangingPunct="1">
              <a:lnSpc>
                <a:spcPct val="100000"/>
              </a:lnSpc>
              <a:spcBef>
                <a:spcPts val="0"/>
              </a:spcBef>
              <a:spcAft>
                <a:spcPts val="0"/>
              </a:spcAft>
              <a:buClr>
                <a:srgbClr val="000000"/>
              </a:buClr>
              <a:buSzPts val="3000"/>
              <a:buFont typeface="Arial"/>
              <a:buNone/>
              <a:tabLst/>
              <a:defRPr/>
            </a:pPr>
            <a:r>
              <a:rPr kumimoji="0" lang="pt-BR" sz="6600" b="1" i="0" u="none" strike="noStrike" kern="0" cap="none" spc="0" normalizeH="0" baseline="0" noProof="0">
                <a:ln>
                  <a:noFill/>
                </a:ln>
                <a:solidFill>
                  <a:srgbClr val="FA161E"/>
                </a:solidFill>
                <a:effectLst/>
                <a:uLnTx/>
                <a:uFillTx/>
                <a:latin typeface="Poppins"/>
                <a:ea typeface="Poppins"/>
                <a:cs typeface="Poppins"/>
                <a:sym typeface="Poppins"/>
              </a:rPr>
              <a:t>Você está aqui!</a:t>
            </a:r>
            <a:endParaRPr kumimoji="0" sz="2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4" name="Google Shape;349;p4">
            <a:extLst>
              <a:ext uri="{FF2B5EF4-FFF2-40B4-BE49-F238E27FC236}">
                <a16:creationId xmlns:a16="http://schemas.microsoft.com/office/drawing/2014/main" id="{6F1915FB-F07C-677B-A5BD-D9F274BDFDD7}"/>
              </a:ext>
            </a:extLst>
          </p:cNvPr>
          <p:cNvSpPr txBox="1"/>
          <p:nvPr/>
        </p:nvSpPr>
        <p:spPr>
          <a:xfrm>
            <a:off x="2412396" y="8949030"/>
            <a:ext cx="6731604" cy="104884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defTabSz="914400" rtl="0" eaLnBrk="1" fontAlgn="auto" latinLnBrk="0" hangingPunct="1">
              <a:lnSpc>
                <a:spcPct val="100000"/>
              </a:lnSpc>
              <a:spcBef>
                <a:spcPts val="0"/>
              </a:spcBef>
              <a:spcAft>
                <a:spcPts val="0"/>
              </a:spcAft>
              <a:buClr>
                <a:srgbClr val="000000"/>
              </a:buClr>
              <a:buSzPts val="2500"/>
              <a:buFont typeface="Arial"/>
              <a:buNone/>
              <a:tabLst/>
              <a:defRPr/>
            </a:pPr>
            <a:r>
              <a:rPr kumimoji="0" lang="pt-BR" sz="2501" b="0" i="0" u="none" strike="noStrike" kern="0" cap="none" spc="0" normalizeH="0" baseline="0" noProof="0">
                <a:ln>
                  <a:noFill/>
                </a:ln>
                <a:solidFill>
                  <a:srgbClr val="000000"/>
                </a:solidFill>
                <a:effectLst/>
                <a:uLnTx/>
                <a:uFillTx/>
                <a:latin typeface="Poppins"/>
                <a:ea typeface="Poppins"/>
                <a:cs typeface="Poppins"/>
                <a:sym typeface="Poppins"/>
              </a:rPr>
              <a:t>Código da aula</a:t>
            </a:r>
            <a:r>
              <a:rPr kumimoji="0" lang="pt-BR" sz="2501" b="0" i="0" u="none" strike="noStrike" kern="0" cap="none" spc="0" normalizeH="0" baseline="0" noProof="0">
                <a:ln>
                  <a:noFill/>
                </a:ln>
                <a:solidFill>
                  <a:srgbClr val="000000"/>
                </a:solidFill>
                <a:effectLst/>
                <a:uLnTx/>
                <a:uFillTx/>
                <a:latin typeface="Poppins"/>
                <a:ea typeface="+mj-ea"/>
                <a:cs typeface="Poppins"/>
                <a:sym typeface="Poppins"/>
              </a:rPr>
              <a:t>: [SIS]ANO2C3B4S22A2</a:t>
            </a:r>
            <a:endParaRPr kumimoji="0" sz="2501" b="0" i="0" u="none" strike="noStrike" kern="0" cap="none" spc="0" normalizeH="0" baseline="0" noProof="0">
              <a:ln>
                <a:noFill/>
              </a:ln>
              <a:solidFill>
                <a:srgbClr val="000000"/>
              </a:solidFill>
              <a:effectLst/>
              <a:uLnTx/>
              <a:uFillTx/>
              <a:latin typeface="Poppins"/>
              <a:ea typeface="+mj-ea"/>
              <a:cs typeface="Poppins"/>
              <a:sym typeface="Arial"/>
            </a:endParaRPr>
          </a:p>
        </p:txBody>
      </p:sp>
      <p:sp>
        <p:nvSpPr>
          <p:cNvPr id="45" name="Google Shape;350;p4">
            <a:extLst>
              <a:ext uri="{FF2B5EF4-FFF2-40B4-BE49-F238E27FC236}">
                <a16:creationId xmlns:a16="http://schemas.microsoft.com/office/drawing/2014/main" id="{A9AA5747-F5E7-CC14-6788-BDF749E3FF60}"/>
              </a:ext>
            </a:extLst>
          </p:cNvPr>
          <p:cNvSpPr txBox="1"/>
          <p:nvPr/>
        </p:nvSpPr>
        <p:spPr>
          <a:xfrm>
            <a:off x="2412396" y="8145885"/>
            <a:ext cx="8980533" cy="803145"/>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defTabSz="914400" rtl="0" eaLnBrk="1" fontAlgn="auto" latinLnBrk="0" hangingPunct="1">
              <a:lnSpc>
                <a:spcPct val="100000"/>
              </a:lnSpc>
              <a:spcBef>
                <a:spcPts val="0"/>
              </a:spcBef>
              <a:spcAft>
                <a:spcPts val="0"/>
              </a:spcAft>
              <a:buClr>
                <a:prstClr val="black"/>
              </a:buClr>
              <a:buSzPts val="2500"/>
              <a:buFont typeface="Arial"/>
              <a:buNone/>
              <a:tabLst/>
              <a:defRPr/>
            </a:pPr>
            <a:r>
              <a:rPr kumimoji="0" lang="pt-BR" sz="3600" b="1" i="0" u="none" strike="noStrike" kern="0" cap="none" spc="0" normalizeH="0" baseline="0" noProof="0">
                <a:ln>
                  <a:noFill/>
                </a:ln>
                <a:solidFill>
                  <a:prstClr val="black"/>
                </a:solidFill>
                <a:effectLst/>
                <a:uLnTx/>
                <a:uFillTx/>
                <a:latin typeface="Poppins"/>
                <a:ea typeface="Poppins"/>
                <a:cs typeface="Poppins"/>
                <a:sym typeface="Poppins"/>
              </a:rPr>
              <a:t>Aula 2: </a:t>
            </a:r>
            <a:r>
              <a:rPr kumimoji="0" lang="pt-BR" sz="3600" b="1" i="0" u="none" strike="noStrike" kern="0" cap="none" spc="0" normalizeH="0" baseline="0" noProof="0">
                <a:ln>
                  <a:noFill/>
                </a:ln>
                <a:solidFill>
                  <a:prstClr val="black"/>
                </a:solidFill>
                <a:effectLst/>
                <a:uLnTx/>
                <a:uFillTx/>
                <a:latin typeface="Poppins"/>
                <a:ea typeface="+mj-ea"/>
                <a:cs typeface="Poppins"/>
                <a:sym typeface="Arial"/>
              </a:rPr>
              <a:t>Integração com GraphQL</a:t>
            </a:r>
            <a:endParaRPr kumimoji="0" sz="3600" b="1" i="0" u="none" strike="noStrike" kern="0" cap="none" spc="0" normalizeH="0" baseline="0" noProof="0">
              <a:ln>
                <a:noFill/>
              </a:ln>
              <a:solidFill>
                <a:prstClr val="black"/>
              </a:solidFill>
              <a:effectLst/>
              <a:uLnTx/>
              <a:uFillTx/>
              <a:latin typeface="Poppins"/>
              <a:ea typeface="+mj-ea"/>
              <a:cs typeface="Poppins"/>
              <a:sym typeface="Arial"/>
            </a:endParaRPr>
          </a:p>
        </p:txBody>
      </p:sp>
      <p:sp>
        <p:nvSpPr>
          <p:cNvPr id="46" name="Google Shape;341;p4">
            <a:extLst>
              <a:ext uri="{FF2B5EF4-FFF2-40B4-BE49-F238E27FC236}">
                <a16:creationId xmlns:a16="http://schemas.microsoft.com/office/drawing/2014/main" id="{4C4666F2-660A-2180-368A-F8BF38427FD7}"/>
              </a:ext>
            </a:extLst>
          </p:cNvPr>
          <p:cNvSpPr/>
          <p:nvPr/>
        </p:nvSpPr>
        <p:spPr>
          <a:xfrm rot="-3438299">
            <a:off x="12818211" y="8497676"/>
            <a:ext cx="612000" cy="612000"/>
          </a:xfrm>
          <a:prstGeom prst="ellipse">
            <a:avLst/>
          </a:prstGeom>
          <a:solidFill>
            <a:schemeClr val="bg1"/>
          </a:solidFill>
          <a:ln w="57150">
            <a:solidFill>
              <a:srgbClr val="FA161E"/>
            </a:solidFill>
          </a:ln>
        </p:spPr>
        <p:style>
          <a:lnRef idx="0">
            <a:scrgbClr r="0" g="0" b="0"/>
          </a:lnRef>
          <a:fillRef idx="0">
            <a:scrgbClr r="0" g="0" b="0"/>
          </a:fillRef>
          <a:effectRef idx="0">
            <a:scrgbClr r="0" g="0" b="0"/>
          </a:effectRef>
          <a:fontRef idx="major"/>
        </p:style>
        <p:txBody>
          <a:bodyPr spcFirstLastPara="1" wrap="square" lIns="91425" tIns="45701" rIns="91425" bIns="45701"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r" defTabSz="914400" rtl="0" eaLnBrk="1" fontAlgn="auto" latinLnBrk="0" hangingPunct="1">
              <a:lnSpc>
                <a:spcPct val="100000"/>
              </a:lnSpc>
              <a:spcBef>
                <a:spcPts val="0"/>
              </a:spcBef>
              <a:spcAft>
                <a:spcPts val="0"/>
              </a:spcAft>
              <a:buClr>
                <a:srgbClr val="000000"/>
              </a:buClr>
              <a:buSzPts val="2700"/>
              <a:buFont typeface="Arial"/>
              <a:buNone/>
              <a:tabLst/>
              <a:defRPr/>
            </a:pPr>
            <a:endParaRPr kumimoji="0" sz="405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47" name="Google Shape;342;p4">
            <a:extLst>
              <a:ext uri="{FF2B5EF4-FFF2-40B4-BE49-F238E27FC236}">
                <a16:creationId xmlns:a16="http://schemas.microsoft.com/office/drawing/2014/main" id="{220CD341-C68D-D1C7-2C0C-E7A338FFA8C4}"/>
              </a:ext>
            </a:extLst>
          </p:cNvPr>
          <p:cNvSpPr/>
          <p:nvPr/>
        </p:nvSpPr>
        <p:spPr>
          <a:xfrm>
            <a:off x="9231085" y="5658662"/>
            <a:ext cx="1975814" cy="1975814"/>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54000" tIns="54000" rIns="54000" bIns="54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ctr" defTabSz="914400" rtl="0" eaLnBrk="1" fontAlgn="auto" latinLnBrk="0" hangingPunct="1">
              <a:lnSpc>
                <a:spcPct val="100000"/>
              </a:lnSpc>
              <a:spcBef>
                <a:spcPts val="0"/>
              </a:spcBef>
              <a:spcAft>
                <a:spcPts val="0"/>
              </a:spcAft>
              <a:buClr>
                <a:srgbClr val="000000"/>
              </a:buClr>
              <a:buSzPts val="6000"/>
              <a:buFont typeface="Arial"/>
              <a:buNone/>
              <a:tabLst/>
              <a:defRPr/>
            </a:pPr>
            <a:r>
              <a:rPr kumimoji="0" lang="pt-BR" sz="6000" b="1" i="0" u="none" strike="noStrike" kern="0" cap="none" spc="0" normalizeH="0" baseline="0" noProof="0" dirty="0">
                <a:ln>
                  <a:noFill/>
                </a:ln>
                <a:solidFill>
                  <a:srgbClr val="FFFFFF"/>
                </a:solidFill>
                <a:effectLst/>
                <a:uLnTx/>
                <a:uFillTx/>
                <a:latin typeface="Poppins"/>
                <a:ea typeface="Calibri"/>
                <a:cs typeface="Poppins"/>
                <a:sym typeface="Poppins"/>
              </a:rPr>
              <a:t>22</a:t>
            </a:r>
            <a:endParaRPr kumimoji="0" sz="60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cxnSp>
        <p:nvCxnSpPr>
          <p:cNvPr id="48" name="Google Shape;343;p4">
            <a:extLst>
              <a:ext uri="{FF2B5EF4-FFF2-40B4-BE49-F238E27FC236}">
                <a16:creationId xmlns:a16="http://schemas.microsoft.com/office/drawing/2014/main" id="{ABE84B64-1297-6AC9-6EB4-E30C494793CE}"/>
              </a:ext>
            </a:extLst>
          </p:cNvPr>
          <p:cNvCxnSpPr>
            <a:cxnSpLocks/>
            <a:endCxn id="46" idx="0"/>
          </p:cNvCxnSpPr>
          <p:nvPr/>
        </p:nvCxnSpPr>
        <p:spPr>
          <a:xfrm>
            <a:off x="10857617" y="7316621"/>
            <a:ext cx="2009078" cy="1321764"/>
          </a:xfrm>
          <a:prstGeom prst="straightConnector1">
            <a:avLst/>
          </a:prstGeom>
          <a:noFill/>
          <a:ln w="19050" cap="flat" cmpd="sng">
            <a:solidFill>
              <a:srgbClr val="FA161E"/>
            </a:solidFill>
            <a:prstDash val="solid"/>
            <a:round/>
            <a:headEnd type="none" w="sm" len="sm"/>
            <a:tailEnd type="none" w="sm" len="sm"/>
          </a:ln>
        </p:spPr>
      </p:cxnSp>
      <p:pic>
        <p:nvPicPr>
          <p:cNvPr id="5" name="Imagem 4">
            <a:extLst>
              <a:ext uri="{FF2B5EF4-FFF2-40B4-BE49-F238E27FC236}">
                <a16:creationId xmlns:a16="http://schemas.microsoft.com/office/drawing/2014/main" id="{9FE8BD8B-35FC-4A2A-A50A-C724E2E245CF}"/>
              </a:ext>
            </a:extLst>
          </p:cNvPr>
          <p:cNvPicPr>
            <a:picLocks/>
          </p:cNvPicPr>
          <p:nvPr/>
        </p:nvPicPr>
        <p:blipFill>
          <a:blip r:embed="rId3"/>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66F238A5-57F5-A776-DE96-B6C870554B31}"/>
              </a:ext>
            </a:extLst>
          </p:cNvPr>
          <p:cNvPicPr>
            <a:picLocks/>
          </p:cNvPicPr>
          <p:nvPr/>
        </p:nvPicPr>
        <p:blipFill>
          <a:blip r:embed="rId4"/>
          <a:stretch>
            <a:fillRect/>
          </a:stretch>
        </p:blipFill>
        <p:spPr>
          <a:xfrm>
            <a:off x="3117605" y="320401"/>
            <a:ext cx="3348005" cy="2484004"/>
          </a:xfrm>
          <a:prstGeom prst="rect">
            <a:avLst/>
          </a:prstGeom>
        </p:spPr>
      </p:pic>
      <p:sp>
        <p:nvSpPr>
          <p:cNvPr id="16" name="CaixaDeTexto 15">
            <a:extLst>
              <a:ext uri="{FF2B5EF4-FFF2-40B4-BE49-F238E27FC236}">
                <a16:creationId xmlns:a16="http://schemas.microsoft.com/office/drawing/2014/main" id="{1EEC9121-E57B-3701-462D-F5F52C53B5CE}"/>
              </a:ext>
            </a:extLst>
          </p:cNvPr>
          <p:cNvSpPr txBox="1"/>
          <p:nvPr/>
        </p:nvSpPr>
        <p:spPr>
          <a:xfrm>
            <a:off x="3170905" y="873904"/>
            <a:ext cx="3148235" cy="178510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rPr>
              <a:t>Mapa da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rPr>
              <a:t>Unidade 4   Componente 3</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endParaRPr>
          </a:p>
        </p:txBody>
      </p:sp>
      <p:sp>
        <p:nvSpPr>
          <p:cNvPr id="17" name="Google Shape;329;p3">
            <a:extLst>
              <a:ext uri="{FF2B5EF4-FFF2-40B4-BE49-F238E27FC236}">
                <a16:creationId xmlns:a16="http://schemas.microsoft.com/office/drawing/2014/main" id="{0904208E-898C-4747-A44D-12A96DEA0347}"/>
              </a:ext>
            </a:extLst>
          </p:cNvPr>
          <p:cNvSpPr txBox="1"/>
          <p:nvPr/>
        </p:nvSpPr>
        <p:spPr>
          <a:xfrm>
            <a:off x="231264" y="1818844"/>
            <a:ext cx="2798372" cy="923289"/>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pt-BR" sz="1800" b="1" i="0" u="none" strike="noStrike" kern="0" cap="none" spc="0" normalizeH="0" baseline="0" noProof="0" dirty="0">
                <a:ln>
                  <a:noFill/>
                </a:ln>
                <a:solidFill>
                  <a:srgbClr val="FFFFFF"/>
                </a:solidFill>
                <a:effectLst/>
                <a:uLnTx/>
                <a:uFillTx/>
                <a:latin typeface="Poppins" pitchFamily="2" charset="77"/>
                <a:ea typeface="Poppins SemiBold"/>
                <a:cs typeface="Poppins" pitchFamily="2" charset="77"/>
                <a:sym typeface="Poppins SemiBold"/>
              </a:rPr>
              <a:t>Integração com serviços externos e esteiras de entrega</a:t>
            </a:r>
          </a:p>
        </p:txBody>
      </p:sp>
    </p:spTree>
    <p:extLst>
      <p:ext uri="{BB962C8B-B14F-4D97-AF65-F5344CB8AC3E}">
        <p14:creationId xmlns:p14="http://schemas.microsoft.com/office/powerpoint/2010/main" val="3256608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94495801-E3A7-5C9C-58B6-5A613616DE4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Utilizar </a:t>
            </a:r>
            <a:r>
              <a:rPr lang="pt-BR" dirty="0" err="1">
                <a:latin typeface="Poppins" panose="00000500000000000000" pitchFamily="2" charset="0"/>
                <a:cs typeface="Poppins" panose="00000500000000000000" pitchFamily="2" charset="0"/>
              </a:rPr>
              <a:t>GraphQL</a:t>
            </a:r>
            <a:r>
              <a:rPr lang="pt-BR" dirty="0">
                <a:latin typeface="Poppins" panose="00000500000000000000" pitchFamily="2" charset="0"/>
                <a:cs typeface="Poppins" panose="00000500000000000000" pitchFamily="2" charset="0"/>
              </a:rPr>
              <a:t> para consultas eficientes.</a:t>
            </a:r>
          </a:p>
        </p:txBody>
      </p:sp>
      <p:sp>
        <p:nvSpPr>
          <p:cNvPr id="5" name="Espaço Reservado para Texto 7">
            <a:extLst>
              <a:ext uri="{FF2B5EF4-FFF2-40B4-BE49-F238E27FC236}">
                <a16:creationId xmlns:a16="http://schemas.microsoft.com/office/drawing/2014/main" id="{8FE35C05-A6F9-5E57-F808-2709677248F1}"/>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Implementar integração com APIs </a:t>
            </a:r>
            <a:r>
              <a:rPr lang="pt-BR" dirty="0" err="1">
                <a:latin typeface="Poppins" panose="00000500000000000000" pitchFamily="2" charset="0"/>
                <a:cs typeface="Poppins" panose="00000500000000000000" pitchFamily="2" charset="0"/>
              </a:rPr>
              <a:t>RESTful</a:t>
            </a:r>
            <a:r>
              <a:rPr lang="pt-BR" dirty="0">
                <a:latin typeface="Poppins" panose="00000500000000000000" pitchFamily="2" charset="0"/>
                <a:cs typeface="Poppins" panose="00000500000000000000" pitchFamily="2" charset="0"/>
              </a:rPr>
              <a:t>.</a:t>
            </a:r>
          </a:p>
        </p:txBody>
      </p:sp>
      <p:sp>
        <p:nvSpPr>
          <p:cNvPr id="7" name="Espaço Reservado para Texto 7">
            <a:extLst>
              <a:ext uri="{FF2B5EF4-FFF2-40B4-BE49-F238E27FC236}">
                <a16:creationId xmlns:a16="http://schemas.microsoft.com/office/drawing/2014/main" id="{4A27C360-3186-313B-41E3-68A443FE4CA7}"/>
              </a:ext>
            </a:extLst>
          </p:cNvPr>
          <p:cNvSpPr>
            <a:spLocks noGrp="1"/>
          </p:cNvSpPr>
          <p:nvPr>
            <p:ph type="body" sz="quarter" idx="12"/>
          </p:nvPr>
        </p:nvSpPr>
        <p:spPr>
          <a:xfrm>
            <a:off x="11201062" y="5473994"/>
            <a:ext cx="5614977"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Desenvolver a curiosidade ao explorar APIs </a:t>
            </a:r>
            <a:r>
              <a:rPr lang="pt-BR" dirty="0" err="1">
                <a:latin typeface="Poppins" panose="00000500000000000000" pitchFamily="2" charset="0"/>
                <a:cs typeface="Poppins" panose="00000500000000000000" pitchFamily="2" charset="0"/>
              </a:rPr>
              <a:t>RESTful</a:t>
            </a:r>
            <a:r>
              <a:rPr lang="pt-BR" dirty="0">
                <a:latin typeface="Poppins" panose="00000500000000000000" pitchFamily="2" charset="0"/>
                <a:cs typeface="Poppins" panose="00000500000000000000" pitchFamily="2" charset="0"/>
              </a:rPr>
              <a:t>.</a:t>
            </a:r>
          </a:p>
        </p:txBody>
      </p:sp>
      <p:sp>
        <p:nvSpPr>
          <p:cNvPr id="8" name="Espaço Reservado para Texto 7">
            <a:extLst>
              <a:ext uri="{FF2B5EF4-FFF2-40B4-BE49-F238E27FC236}">
                <a16:creationId xmlns:a16="http://schemas.microsoft.com/office/drawing/2014/main" id="{92593807-EFAC-62C0-8555-5C60449109D8}"/>
              </a:ext>
            </a:extLst>
          </p:cNvPr>
          <p:cNvSpPr>
            <a:spLocks noGrp="1"/>
          </p:cNvSpPr>
          <p:nvPr>
            <p:ph type="body" sz="quarter" idx="13"/>
          </p:nvPr>
        </p:nvSpPr>
        <p:spPr>
          <a:xfrm>
            <a:off x="2165273" y="5143500"/>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marL="285750" indent="-285750">
              <a:buFont typeface="Arial" panose="020B0604020202020204" pitchFamily="34" charset="0"/>
              <a:buChar char="•"/>
            </a:pPr>
            <a:r>
              <a:rPr lang="pt-BR" sz="2000" dirty="0">
                <a:latin typeface="Poppins" panose="00000500000000000000" pitchFamily="2" charset="0"/>
                <a:cs typeface="Poppins" panose="00000500000000000000" pitchFamily="2" charset="0"/>
              </a:rPr>
              <a:t>Recurso audiovisual para exibição de vídeos e imagens.</a:t>
            </a:r>
          </a:p>
          <a:p>
            <a:pPr marL="285750" indent="-285750">
              <a:buFont typeface="Arial" panose="020B0604020202020204" pitchFamily="34" charset="0"/>
              <a:buChar char="•"/>
            </a:pPr>
            <a:r>
              <a:rPr lang="pt-BR" sz="2000" dirty="0">
                <a:latin typeface="Poppins" panose="00000500000000000000" pitchFamily="2" charset="0"/>
                <a:cs typeface="Poppins" panose="00000500000000000000" pitchFamily="2" charset="0"/>
              </a:rPr>
              <a:t>Caderno, </a:t>
            </a:r>
            <a:r>
              <a:rPr lang="pt-BR" dirty="0">
                <a:latin typeface="Poppins" panose="00000500000000000000" pitchFamily="2" charset="0"/>
                <a:cs typeface="Poppins" panose="00000500000000000000" pitchFamily="2" charset="0"/>
              </a:rPr>
              <a:t>caneta.</a:t>
            </a:r>
            <a:endParaRPr lang="pt-BR" sz="20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pt-BR" dirty="0">
                <a:latin typeface="Poppins" panose="00000500000000000000" pitchFamily="2" charset="0"/>
                <a:cs typeface="Poppins" panose="00000500000000000000" pitchFamily="2" charset="0"/>
              </a:rPr>
              <a:t>Laboratório de informática.</a:t>
            </a:r>
          </a:p>
          <a:p>
            <a:pPr marL="285750" indent="-285750">
              <a:buFont typeface="Arial" panose="020B0604020202020204" pitchFamily="34" charset="0"/>
              <a:buChar char="•"/>
            </a:pPr>
            <a:r>
              <a:rPr lang="pt-BR" dirty="0">
                <a:latin typeface="Poppins" panose="00000500000000000000" pitchFamily="2" charset="0"/>
                <a:cs typeface="Poppins" panose="00000500000000000000" pitchFamily="2" charset="0"/>
              </a:rPr>
              <a:t>Roteiro de Atividade Prática.</a:t>
            </a:r>
          </a:p>
        </p:txBody>
      </p:sp>
    </p:spTree>
    <p:extLst>
      <p:ext uri="{BB962C8B-B14F-4D97-AF65-F5344CB8AC3E}">
        <p14:creationId xmlns:p14="http://schemas.microsoft.com/office/powerpoint/2010/main" val="3293334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A3526-8036-9475-8EA1-7482141065E7}"/>
            </a:ext>
          </a:extLst>
        </p:cNvPr>
        <p:cNvGrpSpPr/>
        <p:nvPr/>
      </p:nvGrpSpPr>
      <p:grpSpPr>
        <a:xfrm>
          <a:off x="0" y="0"/>
          <a:ext cx="0" cy="0"/>
          <a:chOff x="0" y="0"/>
          <a:chExt cx="0" cy="0"/>
        </a:xfrm>
      </p:grpSpPr>
      <p:sp>
        <p:nvSpPr>
          <p:cNvPr id="13" name="Google Shape;1317;p91">
            <a:extLst>
              <a:ext uri="{FF2B5EF4-FFF2-40B4-BE49-F238E27FC236}">
                <a16:creationId xmlns:a16="http://schemas.microsoft.com/office/drawing/2014/main" id="{29DFD032-8CCC-E36D-B79B-836B29DA2505}"/>
              </a:ext>
            </a:extLst>
          </p:cNvPr>
          <p:cNvSpPr txBox="1"/>
          <p:nvPr/>
        </p:nvSpPr>
        <p:spPr>
          <a:xfrm>
            <a:off x="4858088" y="4452673"/>
            <a:ext cx="5200314" cy="1708120"/>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Computador com Internet.</a:t>
            </a:r>
          </a:p>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Caderno para anotações.</a:t>
            </a:r>
          </a:p>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lang="pt-BR" sz="2000" dirty="0">
                <a:latin typeface="Poppins" panose="00000500000000000000" pitchFamily="2" charset="0"/>
                <a:ea typeface="Poppins Light"/>
                <a:cs typeface="Poppins" panose="00000500000000000000" pitchFamily="2" charset="0"/>
                <a:sym typeface="Poppins Light"/>
              </a:rPr>
              <a:t>C</a:t>
            </a:r>
            <a:r>
              <a:rPr kumimoji="0" lang="pt-BR" sz="2000" b="0" i="0" u="none" strike="noStrike" kern="0" cap="none" spc="0" normalizeH="0" baseline="0" noProof="0" dirty="0" err="1">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aneta</a:t>
            </a: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a:t>
            </a:r>
          </a:p>
        </p:txBody>
      </p:sp>
      <p:sp>
        <p:nvSpPr>
          <p:cNvPr id="14" name="Google Shape;1318;p91">
            <a:extLst>
              <a:ext uri="{FF2B5EF4-FFF2-40B4-BE49-F238E27FC236}">
                <a16:creationId xmlns:a16="http://schemas.microsoft.com/office/drawing/2014/main" id="{D2B74EE8-9962-84A7-7B3E-6EAFA4497823}"/>
              </a:ext>
            </a:extLst>
          </p:cNvPr>
          <p:cNvSpPr txBox="1"/>
          <p:nvPr/>
        </p:nvSpPr>
        <p:spPr>
          <a:xfrm>
            <a:off x="11056209" y="4452673"/>
            <a:ext cx="5627582" cy="3170058"/>
          </a:xfrm>
          <a:prstGeom prst="rect">
            <a:avLst/>
          </a:prstGeom>
          <a:noFill/>
          <a:ln>
            <a:noFill/>
          </a:ln>
        </p:spPr>
        <p:txBody>
          <a:bodyPr spcFirstLastPara="1" wrap="square" lIns="91425" tIns="45700" rIns="91425" bIns="45700" anchor="t" anchorCtr="0">
            <a:spAutoFit/>
          </a:bodyPr>
          <a:lstStyle/>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Leiam com atenção cada uma das ações propostas no documento.​</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Antes de iniciar, realizem esboços no papel para definir a intenção e o resultado.​</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Utilizem as ferramentas de desenvolvimento disponíveis para a atividade.</a:t>
            </a:r>
          </a:p>
        </p:txBody>
      </p:sp>
      <p:sp>
        <p:nvSpPr>
          <p:cNvPr id="22" name="Espaço Reservado para Texto 42">
            <a:extLst>
              <a:ext uri="{FF2B5EF4-FFF2-40B4-BE49-F238E27FC236}">
                <a16:creationId xmlns:a16="http://schemas.microsoft.com/office/drawing/2014/main" id="{880F957E-D8F4-4FDB-01B4-68D3DD4EC337}"/>
              </a:ext>
            </a:extLst>
          </p:cNvPr>
          <p:cNvSpPr>
            <a:spLocks noGrp="1"/>
          </p:cNvSpPr>
          <p:nvPr>
            <p:ph type="body" sz="quarter" idx="10"/>
          </p:nvPr>
        </p:nvSpPr>
        <p:spPr>
          <a:xfrm>
            <a:off x="4264581" y="464785"/>
            <a:ext cx="12629515" cy="1274805"/>
          </a:xfrm>
          <a:prstGeom prst="rect">
            <a:avLst/>
          </a:prstGeom>
        </p:spPr>
        <p:txBody>
          <a:bodyPr/>
          <a:lstStyle/>
          <a:p>
            <a:r>
              <a:rPr lang="pt-BR" sz="4500" b="1" dirty="0">
                <a:solidFill>
                  <a:srgbClr val="FF161F"/>
                </a:solidFill>
                <a:latin typeface="Poppins" pitchFamily="2" charset="77"/>
                <a:cs typeface="Poppins" pitchFamily="2" charset="77"/>
              </a:rPr>
              <a:t>Integração com </a:t>
            </a:r>
            <a:r>
              <a:rPr lang="pt-BR" sz="4500" b="1" dirty="0" err="1">
                <a:solidFill>
                  <a:srgbClr val="FF161F"/>
                </a:solidFill>
                <a:latin typeface="Poppins" pitchFamily="2" charset="77"/>
                <a:cs typeface="Poppins" pitchFamily="2" charset="77"/>
              </a:rPr>
              <a:t>GraphQL</a:t>
            </a:r>
            <a:r>
              <a:rPr lang="pt-BR" sz="4500" b="1" dirty="0">
                <a:solidFill>
                  <a:srgbClr val="FF161F"/>
                </a:solidFill>
                <a:latin typeface="Poppins" pitchFamily="2" charset="77"/>
                <a:cs typeface="Poppins" pitchFamily="2" charset="77"/>
              </a:rPr>
              <a:t> para consultar e manipular dados</a:t>
            </a:r>
          </a:p>
          <a:p>
            <a:pPr lvl="0"/>
            <a:endParaRPr lang="pt-BR" sz="4500" b="1" dirty="0">
              <a:solidFill>
                <a:srgbClr val="FF161F"/>
              </a:solidFill>
              <a:latin typeface="Poppins" pitchFamily="2" charset="77"/>
              <a:cs typeface="Poppins" pitchFamily="2" charset="77"/>
            </a:endParaRPr>
          </a:p>
        </p:txBody>
      </p:sp>
      <p:sp>
        <p:nvSpPr>
          <p:cNvPr id="23" name="Espaço Reservado para Texto 42">
            <a:extLst>
              <a:ext uri="{FF2B5EF4-FFF2-40B4-BE49-F238E27FC236}">
                <a16:creationId xmlns:a16="http://schemas.microsoft.com/office/drawing/2014/main" id="{C4E87343-8ACF-A039-7F3A-B48D771E7E90}"/>
              </a:ext>
            </a:extLst>
          </p:cNvPr>
          <p:cNvSpPr>
            <a:spLocks noGrp="1"/>
          </p:cNvSpPr>
          <p:nvPr>
            <p:ph type="body" sz="quarter" idx="11"/>
          </p:nvPr>
        </p:nvSpPr>
        <p:spPr>
          <a:xfrm>
            <a:off x="676302" y="4659819"/>
            <a:ext cx="3218612" cy="1500973"/>
          </a:xfrm>
          <a:prstGeom prst="rect">
            <a:avLst/>
          </a:prstGeom>
        </p:spPr>
        <p:txBody>
          <a:bodyPr/>
          <a:lstStyle/>
          <a:p>
            <a:pPr lvl="0"/>
            <a:r>
              <a:rPr lang="pt-BR" sz="2000" dirty="0">
                <a:latin typeface="Poppins" pitchFamily="2" charset="77"/>
                <a:cs typeface="Poppins" pitchFamily="2" charset="77"/>
              </a:rPr>
              <a:t>Integração com </a:t>
            </a:r>
            <a:r>
              <a:rPr lang="pt-BR" sz="2000" dirty="0" err="1">
                <a:latin typeface="Poppins" pitchFamily="2" charset="77"/>
                <a:cs typeface="Poppins" pitchFamily="2" charset="77"/>
              </a:rPr>
              <a:t>GraphQL</a:t>
            </a:r>
            <a:r>
              <a:rPr lang="pt-BR" sz="2000" dirty="0">
                <a:latin typeface="Poppins" pitchFamily="2" charset="77"/>
                <a:cs typeface="Poppins" pitchFamily="2" charset="77"/>
              </a:rPr>
              <a:t> para consultar e manipular dados</a:t>
            </a:r>
          </a:p>
        </p:txBody>
      </p:sp>
      <p:sp>
        <p:nvSpPr>
          <p:cNvPr id="24" name="Espaço Reservado para Texto 42">
            <a:extLst>
              <a:ext uri="{FF2B5EF4-FFF2-40B4-BE49-F238E27FC236}">
                <a16:creationId xmlns:a16="http://schemas.microsoft.com/office/drawing/2014/main" id="{754FBC49-FF3C-D0AB-4BD6-A1DDE090B010}"/>
              </a:ext>
            </a:extLst>
          </p:cNvPr>
          <p:cNvSpPr>
            <a:spLocks noGrp="1"/>
          </p:cNvSpPr>
          <p:nvPr>
            <p:ph type="body" sz="quarter" idx="12"/>
          </p:nvPr>
        </p:nvSpPr>
        <p:spPr>
          <a:xfrm>
            <a:off x="1327882" y="6638777"/>
            <a:ext cx="2378590" cy="642937"/>
          </a:xfrm>
          <a:prstGeom prst="rect">
            <a:avLst/>
          </a:prstGeom>
        </p:spPr>
        <p:txBody>
          <a:bodyPr/>
          <a:lstStyle/>
          <a:p>
            <a:pPr lvl="0"/>
            <a:r>
              <a:rPr lang="pt-BR" sz="1800" b="1">
                <a:latin typeface="Poppins" pitchFamily="2" charset="77"/>
                <a:cs typeface="Poppins" pitchFamily="2" charset="77"/>
              </a:rPr>
              <a:t>49 minutos</a:t>
            </a:r>
          </a:p>
        </p:txBody>
      </p:sp>
      <p:pic>
        <p:nvPicPr>
          <p:cNvPr id="5" name="Google Shape;578;p38">
            <a:extLst>
              <a:ext uri="{FF2B5EF4-FFF2-40B4-BE49-F238E27FC236}">
                <a16:creationId xmlns:a16="http://schemas.microsoft.com/office/drawing/2014/main" id="{7CFD7CB9-420C-C2E9-07B0-8064E1590232}"/>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676302" y="6562634"/>
            <a:ext cx="457727" cy="457727"/>
          </a:xfrm>
          <a:prstGeom prst="rect">
            <a:avLst/>
          </a:prstGeom>
          <a:noFill/>
          <a:ln>
            <a:noFill/>
          </a:ln>
        </p:spPr>
      </p:pic>
      <p:sp>
        <p:nvSpPr>
          <p:cNvPr id="7" name="Espaço Reservado para Texto 42">
            <a:extLst>
              <a:ext uri="{FF2B5EF4-FFF2-40B4-BE49-F238E27FC236}">
                <a16:creationId xmlns:a16="http://schemas.microsoft.com/office/drawing/2014/main" id="{DF63B428-E45F-4988-0B3B-47E281BE9D37}"/>
              </a:ext>
            </a:extLst>
          </p:cNvPr>
          <p:cNvSpPr txBox="1">
            <a:spLocks/>
          </p:cNvSpPr>
          <p:nvPr/>
        </p:nvSpPr>
        <p:spPr>
          <a:xfrm>
            <a:off x="1310947" y="7561415"/>
            <a:ext cx="2378590" cy="6429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800" b="1" i="0" u="none" strike="noStrike" kern="0" cap="none" spc="0" normalizeH="0" baseline="0" noProof="0">
                <a:ln>
                  <a:noFill/>
                </a:ln>
                <a:solidFill>
                  <a:srgbClr val="000000"/>
                </a:solidFill>
                <a:effectLst/>
                <a:uLnTx/>
                <a:uFillTx/>
                <a:latin typeface="Poppins" pitchFamily="2" charset="77"/>
                <a:cs typeface="Poppins" pitchFamily="2" charset="77"/>
                <a:sym typeface="Arial"/>
              </a:rPr>
              <a:t>Em </a:t>
            </a:r>
            <a:r>
              <a:rPr lang="pt-BR" sz="1800" b="1">
                <a:latin typeface="Poppins" pitchFamily="2" charset="77"/>
                <a:cs typeface="Poppins" pitchFamily="2" charset="77"/>
              </a:rPr>
              <a:t>dupla</a:t>
            </a:r>
            <a:endParaRPr kumimoji="0" lang="pt-BR" sz="1800" b="1" i="0" u="none" strike="noStrike" kern="0" cap="none" spc="0" normalizeH="0" baseline="0" noProof="0">
              <a:ln>
                <a:noFill/>
              </a:ln>
              <a:solidFill>
                <a:srgbClr val="000000"/>
              </a:solidFill>
              <a:effectLst/>
              <a:uLnTx/>
              <a:uFillTx/>
              <a:latin typeface="Poppins" pitchFamily="2" charset="77"/>
              <a:cs typeface="Poppins" pitchFamily="2" charset="77"/>
              <a:sym typeface="Arial"/>
            </a:endParaRPr>
          </a:p>
        </p:txBody>
      </p:sp>
      <p:pic>
        <p:nvPicPr>
          <p:cNvPr id="8" name="Gráfico 7">
            <a:extLst>
              <a:ext uri="{FF2B5EF4-FFF2-40B4-BE49-F238E27FC236}">
                <a16:creationId xmlns:a16="http://schemas.microsoft.com/office/drawing/2014/main" id="{7D8A2997-13F6-0B4F-73E1-60B3132F1A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7350" y="7526744"/>
            <a:ext cx="504825" cy="457200"/>
          </a:xfrm>
          <a:prstGeom prst="rect">
            <a:avLst/>
          </a:prstGeom>
        </p:spPr>
      </p:pic>
    </p:spTree>
    <p:extLst>
      <p:ext uri="{BB962C8B-B14F-4D97-AF65-F5344CB8AC3E}">
        <p14:creationId xmlns:p14="http://schemas.microsoft.com/office/powerpoint/2010/main" val="1472189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7301898" y="2677278"/>
            <a:ext cx="9531863" cy="1395968"/>
          </a:xfrm>
        </p:spPr>
        <p:txBody>
          <a:bodyPr>
            <a:noAutofit/>
          </a:bodyPr>
          <a:lstStyle/>
          <a:p>
            <a:pPr marL="0" indent="0"/>
            <a:r>
              <a:rPr lang="pt-BR" sz="2400" dirty="0"/>
              <a:t>Aprendemos a criar uma API simples usando </a:t>
            </a:r>
            <a:r>
              <a:rPr lang="pt-BR" sz="2400" dirty="0" err="1"/>
              <a:t>GraphQL</a:t>
            </a:r>
            <a:r>
              <a:rPr lang="pt-BR" sz="2400" dirty="0"/>
              <a:t> e a configurar um servidor básico com Node.js e Express para consultas de dados.</a:t>
            </a:r>
            <a:endParaRPr lang="pt-BR" sz="2400" dirty="0">
              <a:latin typeface="Poppins" pitchFamily="2" charset="77"/>
              <a:cs typeface="Poppins" pitchFamily="2" charset="77"/>
            </a:endParaRP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7301898" y="4491330"/>
            <a:ext cx="10227819" cy="1506432"/>
          </a:xfrm>
        </p:spPr>
        <p:txBody>
          <a:bodyPr>
            <a:noAutofit/>
          </a:bodyPr>
          <a:lstStyle/>
          <a:p>
            <a:pPr marL="0" indent="0"/>
            <a:r>
              <a:rPr lang="pt-BR" sz="2400" dirty="0"/>
              <a:t>Compreendemos como definir um esquema </a:t>
            </a:r>
            <a:r>
              <a:rPr lang="pt-BR" sz="2400" dirty="0" err="1"/>
              <a:t>GraphQL</a:t>
            </a:r>
            <a:r>
              <a:rPr lang="pt-BR" sz="2400" dirty="0"/>
              <a:t>, incluindo tipos, consultas e relacionamentos entre dados, para representar informações como eventos, palestrantes e locais.</a:t>
            </a:r>
            <a:endParaRPr lang="pt-BR" sz="2400" dirty="0">
              <a:latin typeface="Poppins" pitchFamily="2" charset="77"/>
              <a:cs typeface="Poppins" pitchFamily="2" charset="77"/>
            </a:endParaRP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7301898" y="6285220"/>
            <a:ext cx="10049400" cy="1506431"/>
          </a:xfrm>
        </p:spPr>
        <p:txBody>
          <a:bodyPr>
            <a:noAutofit/>
          </a:bodyPr>
          <a:lstStyle/>
          <a:p>
            <a:pPr marL="0" indent="0"/>
            <a:r>
              <a:rPr lang="pt-BR" sz="2400" dirty="0"/>
              <a:t>Entendemos que, com a interface </a:t>
            </a:r>
            <a:r>
              <a:rPr lang="pt-BR" sz="2400" dirty="0" err="1"/>
              <a:t>GraphQL</a:t>
            </a:r>
            <a:r>
              <a:rPr lang="pt-BR" sz="2400" dirty="0"/>
              <a:t>, é possível testar e executar consultas personalizadas em nossa API, recuperando apenas os dados necessários de forma eficiente.</a:t>
            </a:r>
            <a:endParaRPr lang="pt-BR" sz="2400" dirty="0">
              <a:latin typeface="Poppins"/>
              <a:cs typeface="Poppins"/>
            </a:endParaRP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7015381" y="1101032"/>
            <a:ext cx="8160900" cy="842068"/>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548561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A7DCBD77-CF03-242C-0A04-E43124DF9AFE}"/>
              </a:ext>
            </a:extLst>
          </p:cNvPr>
          <p:cNvSpPr>
            <a:spLocks noGrp="1"/>
          </p:cNvSpPr>
          <p:nvPr>
            <p:ph type="body" idx="5"/>
          </p:nvPr>
        </p:nvSpPr>
        <p:spPr>
          <a:xfrm>
            <a:off x="2175792" y="2781300"/>
            <a:ext cx="14796363" cy="4712320"/>
          </a:xfrm>
        </p:spPr>
        <p:txBody>
          <a:bodyPr>
            <a:noAutofit/>
          </a:bodyPr>
          <a:lstStyle/>
          <a:p>
            <a:pPr marL="0" indent="0">
              <a:spcBef>
                <a:spcPts val="0"/>
              </a:spcBef>
              <a:spcAft>
                <a:spcPts val="1800"/>
              </a:spcAft>
            </a:pPr>
            <a:r>
              <a:rPr lang="pt-BR" sz="2400" dirty="0">
                <a:latin typeface="Poppins" panose="00000500000000000000" pitchFamily="2" charset="0"/>
                <a:cs typeface="Poppins" panose="00000500000000000000" pitchFamily="2" charset="0"/>
              </a:rPr>
              <a:t>AQUILES, A. </a:t>
            </a:r>
            <a:r>
              <a:rPr lang="pt-BR" sz="2400" b="1" dirty="0">
                <a:latin typeface="Poppins" panose="00000500000000000000" pitchFamily="2" charset="0"/>
                <a:cs typeface="Poppins" panose="00000500000000000000" pitchFamily="2" charset="0"/>
              </a:rPr>
              <a:t>Todo o poder emana do cliente: explorando uma API </a:t>
            </a:r>
            <a:r>
              <a:rPr lang="pt-BR" sz="2400" b="1" dirty="0" err="1">
                <a:latin typeface="Poppins" panose="00000500000000000000" pitchFamily="2" charset="0"/>
                <a:cs typeface="Poppins" panose="00000500000000000000" pitchFamily="2" charset="0"/>
              </a:rPr>
              <a:t>GraphQL</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Alura</a:t>
            </a:r>
            <a:r>
              <a:rPr lang="pt-BR" sz="2400" dirty="0">
                <a:latin typeface="Poppins" panose="00000500000000000000" pitchFamily="2" charset="0"/>
                <a:cs typeface="Poppins" panose="00000500000000000000" pitchFamily="2" charset="0"/>
              </a:rPr>
              <a:t>, 13 set. 2017.</a:t>
            </a:r>
            <a:r>
              <a:rPr lang="pt-BR" sz="2400" b="1" dirty="0">
                <a:latin typeface="Poppins" panose="00000500000000000000" pitchFamily="2" charset="0"/>
                <a:cs typeface="Poppins" panose="00000500000000000000" pitchFamily="2" charset="0"/>
              </a:rPr>
              <a:t> </a:t>
            </a:r>
            <a:r>
              <a:rPr lang="pt-BR" sz="2400" dirty="0">
                <a:latin typeface="Poppins" panose="00000500000000000000" pitchFamily="2" charset="0"/>
                <a:cs typeface="Poppins" panose="00000500000000000000" pitchFamily="2" charset="0"/>
              </a:rPr>
              <a:t>Disponível em: </a:t>
            </a:r>
            <a:r>
              <a:rPr lang="pt-BR" sz="2400" dirty="0">
                <a:latin typeface="Poppins" panose="00000500000000000000" pitchFamily="2" charset="0"/>
                <a:cs typeface="Poppins" panose="00000500000000000000" pitchFamily="2" charset="0"/>
                <a:hlinkClick r:id="rId3"/>
              </a:rPr>
              <a:t>https://www.alura.com.br/artigos/todo-o-poder-emana-do-cliente-explorando-uma-api-</a:t>
            </a:r>
            <a:r>
              <a:rPr lang="pt-BR" sz="2400" dirty="0" err="1">
                <a:latin typeface="Poppins" panose="00000500000000000000" pitchFamily="2" charset="0"/>
                <a:cs typeface="Poppins" panose="00000500000000000000" pitchFamily="2" charset="0"/>
                <a:hlinkClick r:id="rId3"/>
              </a:rPr>
              <a:t>graphql</a:t>
            </a:r>
            <a:r>
              <a:rPr lang="pt-BR" sz="2400" dirty="0">
                <a:latin typeface="Poppins" panose="00000500000000000000" pitchFamily="2" charset="0"/>
                <a:cs typeface="Poppins" panose="00000500000000000000" pitchFamily="2" charset="0"/>
              </a:rPr>
              <a:t>. Acesso em: 11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GRAPHQL. </a:t>
            </a:r>
            <a:r>
              <a:rPr lang="pt-BR" sz="2400" b="1" dirty="0">
                <a:latin typeface="Poppins" panose="00000500000000000000" pitchFamily="2" charset="0"/>
                <a:cs typeface="Poppins" panose="00000500000000000000" pitchFamily="2" charset="0"/>
              </a:rPr>
              <a:t>Página inicial</a:t>
            </a:r>
            <a:r>
              <a:rPr lang="pt-BR" sz="2400" dirty="0">
                <a:latin typeface="Poppins" panose="00000500000000000000" pitchFamily="2" charset="0"/>
                <a:cs typeface="Poppins" panose="00000500000000000000" pitchFamily="2" charset="0"/>
              </a:rPr>
              <a:t>, [s.d.].</a:t>
            </a:r>
            <a:r>
              <a:rPr lang="pt-BR" sz="2400" b="1" dirty="0">
                <a:latin typeface="Poppins" panose="00000500000000000000" pitchFamily="2" charset="0"/>
                <a:cs typeface="Poppins" panose="00000500000000000000" pitchFamily="2" charset="0"/>
              </a:rPr>
              <a:t> </a:t>
            </a:r>
            <a:r>
              <a:rPr lang="pt-BR" sz="2400" dirty="0">
                <a:latin typeface="Poppins" panose="00000500000000000000" pitchFamily="2" charset="0"/>
                <a:cs typeface="Poppins" panose="00000500000000000000" pitchFamily="2" charset="0"/>
              </a:rPr>
              <a:t>Disponível em: </a:t>
            </a:r>
            <a:r>
              <a:rPr lang="pt-BR" sz="2400" dirty="0">
                <a:latin typeface="Poppins" panose="00000500000000000000" pitchFamily="2" charset="0"/>
                <a:cs typeface="Poppins" panose="00000500000000000000" pitchFamily="2" charset="0"/>
                <a:hlinkClick r:id="rId4"/>
              </a:rPr>
              <a:t>https://</a:t>
            </a:r>
            <a:r>
              <a:rPr lang="pt-BR" sz="2400" dirty="0" err="1">
                <a:latin typeface="Poppins" panose="00000500000000000000" pitchFamily="2" charset="0"/>
                <a:cs typeface="Poppins" panose="00000500000000000000" pitchFamily="2" charset="0"/>
                <a:hlinkClick r:id="rId4"/>
              </a:rPr>
              <a:t>graphql.org</a:t>
            </a:r>
            <a:r>
              <a:rPr lang="pt-BR" sz="2400" dirty="0">
                <a:latin typeface="Poppins" panose="00000500000000000000" pitchFamily="2" charset="0"/>
                <a:cs typeface="Poppins" panose="00000500000000000000" pitchFamily="2" charset="0"/>
                <a:hlinkClick r:id="rId4"/>
              </a:rPr>
              <a:t>/</a:t>
            </a:r>
            <a:r>
              <a:rPr lang="pt-BR" sz="2400" dirty="0">
                <a:latin typeface="Poppins" panose="00000500000000000000" pitchFamily="2" charset="0"/>
                <a:cs typeface="Poppins" panose="00000500000000000000" pitchFamily="2" charset="0"/>
              </a:rPr>
              <a:t>. Acesso em: 11 abr. 2025. </a:t>
            </a:r>
          </a:p>
          <a:p>
            <a:pPr marL="0" indent="0">
              <a:spcBef>
                <a:spcPts val="0"/>
              </a:spcBef>
              <a:spcAft>
                <a:spcPts val="1800"/>
              </a:spcAft>
            </a:pPr>
            <a:r>
              <a:rPr lang="pt-BR" sz="2400" dirty="0">
                <a:latin typeface="Poppins" panose="00000500000000000000" pitchFamily="2" charset="0"/>
                <a:cs typeface="Poppins" panose="00000500000000000000" pitchFamily="2" charset="0"/>
              </a:rPr>
              <a:t>NEVES, V. </a:t>
            </a:r>
            <a:r>
              <a:rPr lang="pt-BR" sz="2400" b="1" dirty="0">
                <a:latin typeface="Poppins" panose="00000500000000000000" pitchFamily="2" charset="0"/>
                <a:cs typeface="Poppins" panose="00000500000000000000" pitchFamily="2" charset="0"/>
              </a:rPr>
              <a:t>Guia essencial do </a:t>
            </a:r>
            <a:r>
              <a:rPr lang="pt-BR" sz="2400" b="1" dirty="0" err="1">
                <a:latin typeface="Poppins" panose="00000500000000000000" pitchFamily="2" charset="0"/>
                <a:cs typeface="Poppins" panose="00000500000000000000" pitchFamily="2" charset="0"/>
              </a:rPr>
              <a:t>GraphQL</a:t>
            </a:r>
            <a:r>
              <a:rPr lang="pt-BR" sz="2400" b="1" dirty="0">
                <a:latin typeface="Poppins" panose="00000500000000000000" pitchFamily="2" charset="0"/>
                <a:cs typeface="Poppins" panose="00000500000000000000" pitchFamily="2" charset="0"/>
              </a:rPr>
              <a:t> para pessoas que desenvolvem </a:t>
            </a:r>
            <a:r>
              <a:rPr lang="pt-BR" sz="2400" b="1" dirty="0" err="1">
                <a:latin typeface="Poppins" panose="00000500000000000000" pitchFamily="2" charset="0"/>
                <a:cs typeface="Poppins" panose="00000500000000000000" pitchFamily="2" charset="0"/>
              </a:rPr>
              <a:t>frontend</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Alura</a:t>
            </a:r>
            <a:r>
              <a:rPr lang="pt-BR" sz="2400" dirty="0">
                <a:latin typeface="Poppins" panose="00000500000000000000" pitchFamily="2" charset="0"/>
                <a:cs typeface="Poppins" panose="00000500000000000000" pitchFamily="2" charset="0"/>
              </a:rPr>
              <a:t>, 19 abr. 2023. Disponível em: </a:t>
            </a:r>
            <a:r>
              <a:rPr lang="pt-BR" sz="2400" dirty="0">
                <a:latin typeface="Poppins" panose="00000500000000000000" pitchFamily="2" charset="0"/>
                <a:cs typeface="Poppins" panose="00000500000000000000" pitchFamily="2" charset="0"/>
                <a:hlinkClick r:id="rId5"/>
              </a:rPr>
              <a:t>https://www.alura.com.br/artigos/guia-</a:t>
            </a:r>
            <a:r>
              <a:rPr lang="pt-BR" sz="2400" dirty="0" err="1">
                <a:latin typeface="Poppins" panose="00000500000000000000" pitchFamily="2" charset="0"/>
                <a:cs typeface="Poppins" panose="00000500000000000000" pitchFamily="2" charset="0"/>
                <a:hlinkClick r:id="rId5"/>
              </a:rPr>
              <a:t>graphql</a:t>
            </a:r>
            <a:r>
              <a:rPr lang="pt-BR" sz="2400" dirty="0">
                <a:latin typeface="Poppins" panose="00000500000000000000" pitchFamily="2" charset="0"/>
                <a:cs typeface="Poppins" panose="00000500000000000000" pitchFamily="2" charset="0"/>
                <a:hlinkClick r:id="rId5"/>
              </a:rPr>
              <a:t>-pessoas-que-desenvolvem-</a:t>
            </a:r>
            <a:r>
              <a:rPr lang="pt-BR" sz="2400" dirty="0" err="1">
                <a:latin typeface="Poppins" panose="00000500000000000000" pitchFamily="2" charset="0"/>
                <a:cs typeface="Poppins" panose="00000500000000000000" pitchFamily="2" charset="0"/>
                <a:hlinkClick r:id="rId5"/>
              </a:rPr>
              <a:t>frontend</a:t>
            </a:r>
            <a:r>
              <a:rPr lang="pt-BR" sz="2400" dirty="0">
                <a:latin typeface="Poppins" panose="00000500000000000000" pitchFamily="2" charset="0"/>
                <a:cs typeface="Poppins" panose="00000500000000000000" pitchFamily="2" charset="0"/>
              </a:rPr>
              <a:t>. Acesso em: 11 abr. 2025. </a:t>
            </a:r>
          </a:p>
          <a:p>
            <a:pPr marL="0" indent="0">
              <a:spcBef>
                <a:spcPts val="0"/>
              </a:spcBef>
              <a:spcAft>
                <a:spcPts val="1800"/>
              </a:spcAft>
            </a:pPr>
            <a:r>
              <a:rPr lang="pt-BR" sz="2400" dirty="0">
                <a:latin typeface="Poppins" panose="00000500000000000000" pitchFamily="2" charset="0"/>
                <a:cs typeface="Poppins" panose="00000500000000000000" pitchFamily="2" charset="0"/>
              </a:rPr>
              <a:t>Identidade visual: imagens © </a:t>
            </a:r>
            <a:r>
              <a:rPr lang="pt-BR" sz="2400" dirty="0" err="1">
                <a:latin typeface="Poppins" panose="00000500000000000000" pitchFamily="2" charset="0"/>
                <a:cs typeface="Poppins" panose="00000500000000000000" pitchFamily="2" charset="0"/>
              </a:rPr>
              <a:t>Getty</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Images</a:t>
            </a:r>
            <a:r>
              <a:rPr lang="pt-BR" sz="2400" dirty="0">
                <a:latin typeface="Poppins" panose="00000500000000000000" pitchFamily="2" charset="0"/>
                <a:cs typeface="Poppins" panose="00000500000000000000" pitchFamily="2" charset="0"/>
              </a:rPr>
              <a:t>.</a:t>
            </a:r>
          </a:p>
          <a:p>
            <a:pPr marL="0" indent="0">
              <a:spcBef>
                <a:spcPts val="0"/>
              </a:spcBef>
              <a:spcAft>
                <a:spcPts val="1800"/>
              </a:spcAft>
            </a:pPr>
            <a:endParaRPr lang="pt-BR" sz="2400" dirty="0">
              <a:latin typeface="Poppins" panose="00000500000000000000" pitchFamily="2" charset="0"/>
              <a:cs typeface="Poppins" panose="00000500000000000000" pitchFamily="2" charset="0"/>
            </a:endParaRPr>
          </a:p>
          <a:p>
            <a:pPr marL="0" indent="0">
              <a:spcBef>
                <a:spcPts val="0"/>
              </a:spcBef>
              <a:spcAft>
                <a:spcPts val="1800"/>
              </a:spcAft>
            </a:pPr>
            <a:endParaRPr lang="pt-BR" sz="2400" dirty="0">
              <a:latin typeface="Poppins" panose="00000500000000000000" pitchFamily="2" charset="0"/>
              <a:cs typeface="Poppins" panose="00000500000000000000" pitchFamily="2" charset="0"/>
            </a:endParaRPr>
          </a:p>
          <a:p>
            <a:pPr marL="0" indent="0">
              <a:spcBef>
                <a:spcPts val="0"/>
              </a:spcBef>
              <a:spcAft>
                <a:spcPts val="1800"/>
              </a:spcAft>
            </a:pPr>
            <a:endParaRPr lang="pt-BR" sz="2400" dirty="0">
              <a:latin typeface="Poppins" panose="00000500000000000000" pitchFamily="2" charset="0"/>
              <a:cs typeface="Poppins" panose="00000500000000000000" pitchFamily="2" charset="0"/>
            </a:endParaRPr>
          </a:p>
          <a:p>
            <a:pPr marL="0" indent="0">
              <a:spcBef>
                <a:spcPts val="0"/>
              </a:spcBef>
              <a:spcAft>
                <a:spcPts val="1800"/>
              </a:spcAft>
            </a:pPr>
            <a:endParaRPr lang="pt-BR" sz="2400" dirty="0">
              <a:latin typeface="Poppins" panose="00000500000000000000" pitchFamily="2" charset="0"/>
              <a:cs typeface="Poppins" panose="00000500000000000000" pitchFamily="2" charset="0"/>
            </a:endParaRPr>
          </a:p>
          <a:p>
            <a:pPr marL="0" indent="0">
              <a:spcBef>
                <a:spcPts val="0"/>
              </a:spcBef>
              <a:spcAft>
                <a:spcPts val="1800"/>
              </a:spcAft>
            </a:pPr>
            <a:endParaRPr lang="pt-BR" sz="2400" dirty="0">
              <a:latin typeface="Poppins" panose="00000500000000000000" pitchFamily="2" charset="0"/>
              <a:cs typeface="Poppins" panose="00000500000000000000" pitchFamily="2" charset="0"/>
            </a:endParaRPr>
          </a:p>
          <a:p>
            <a:pPr marL="0" indent="0">
              <a:spcBef>
                <a:spcPts val="0"/>
              </a:spcBef>
              <a:spcAft>
                <a:spcPts val="1800"/>
              </a:spcAft>
            </a:pPr>
            <a:endParaRPr lang="pt-BR" sz="24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769904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F7D820-59D9-B36F-70F9-9069AA799D71}"/>
            </a:ext>
          </a:extLst>
        </p:cNvPr>
        <p:cNvGrpSpPr/>
        <p:nvPr/>
      </p:nvGrpSpPr>
      <p:grpSpPr>
        <a:xfrm>
          <a:off x="0" y="0"/>
          <a:ext cx="0" cy="0"/>
          <a:chOff x="0" y="0"/>
          <a:chExt cx="0" cy="0"/>
        </a:xfrm>
      </p:grpSpPr>
      <p:sp>
        <p:nvSpPr>
          <p:cNvPr id="2" name="Google Shape;643;p43">
            <a:extLst>
              <a:ext uri="{FF2B5EF4-FFF2-40B4-BE49-F238E27FC236}">
                <a16:creationId xmlns:a16="http://schemas.microsoft.com/office/drawing/2014/main" id="{E707B44A-1813-17B4-62E8-86DF5025AF2A}"/>
              </a:ext>
            </a:extLst>
          </p:cNvPr>
          <p:cNvSpPr txBox="1">
            <a:spLocks/>
          </p:cNvSpPr>
          <p:nvPr/>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Orientações ao professor</a:t>
            </a:r>
          </a:p>
        </p:txBody>
      </p:sp>
    </p:spTree>
    <p:extLst>
      <p:ext uri="{BB962C8B-B14F-4D97-AF65-F5344CB8AC3E}">
        <p14:creationId xmlns:p14="http://schemas.microsoft.com/office/powerpoint/2010/main" val="3983408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F87E70-0101-45B1-29EB-B4A4589CBDAE}"/>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C9A7351C-39E8-52D9-BA79-4EF9DF97A540}"/>
              </a:ext>
            </a:extLst>
          </p:cNvPr>
          <p:cNvCxnSpPr>
            <a:cxnSpLocks/>
          </p:cNvCxnSpPr>
          <p:nvPr/>
        </p:nvCxnSpPr>
        <p:spPr>
          <a:xfrm flipV="1">
            <a:off x="868312" y="1638638"/>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1BFD9390-93D0-8E33-8B3A-71232654B473}"/>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Oval 12">
            <a:extLst>
              <a:ext uri="{FF2B5EF4-FFF2-40B4-BE49-F238E27FC236}">
                <a16:creationId xmlns:a16="http://schemas.microsoft.com/office/drawing/2014/main" id="{F1A7F1DC-E15D-F86D-11A1-C18027BA80F7}"/>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14" name="Google Shape;2216;p100">
            <a:extLst>
              <a:ext uri="{FF2B5EF4-FFF2-40B4-BE49-F238E27FC236}">
                <a16:creationId xmlns:a16="http://schemas.microsoft.com/office/drawing/2014/main" id="{D4BC2CF6-892A-73B2-70B6-CB9BEDEC8E71}"/>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 name="CaixaDeTexto 3">
            <a:extLst>
              <a:ext uri="{FF2B5EF4-FFF2-40B4-BE49-F238E27FC236}">
                <a16:creationId xmlns:a16="http://schemas.microsoft.com/office/drawing/2014/main" id="{5BBB2B34-1D9F-7011-0931-902E5C609A57}"/>
              </a:ext>
            </a:extLst>
          </p:cNvPr>
          <p:cNvSpPr txBox="1"/>
          <p:nvPr/>
        </p:nvSpPr>
        <p:spPr>
          <a:xfrm>
            <a:off x="1478280" y="2146575"/>
            <a:ext cx="15377160" cy="73866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b="1" dirty="0">
                <a:latin typeface="Poppins" panose="00000500000000000000" pitchFamily="2" charset="0"/>
                <a:cs typeface="Poppins" panose="00000500000000000000" pitchFamily="2" charset="0"/>
              </a:rPr>
              <a:t>Orientações: </a:t>
            </a:r>
            <a:r>
              <a:rPr lang="pt-BR" dirty="0">
                <a:latin typeface="Poppins" panose="00000500000000000000" pitchFamily="2" charset="0"/>
                <a:cs typeface="Poppins" panose="00000500000000000000" pitchFamily="2" charset="0"/>
              </a:rPr>
              <a:t>professor, a seção </a:t>
            </a:r>
            <a:r>
              <a:rPr lang="pt-BR" b="1" dirty="0">
                <a:latin typeface="Poppins" panose="00000500000000000000" pitchFamily="2" charset="0"/>
                <a:cs typeface="Poppins" panose="00000500000000000000" pitchFamily="2" charset="0"/>
              </a:rPr>
              <a:t>Colocando em prática</a:t>
            </a:r>
            <a:r>
              <a:rPr lang="pt-BR" dirty="0">
                <a:latin typeface="Poppins" panose="00000500000000000000" pitchFamily="2" charset="0"/>
                <a:cs typeface="Poppins" panose="00000500000000000000" pitchFamily="2" charset="0"/>
              </a:rPr>
              <a:t> tem como objetivo aplicar os conhecimentos construídos durante a aula, incentivando os estudantes a pensar criticamente e de forma prática. </a:t>
            </a:r>
          </a:p>
          <a:p>
            <a:endParaRPr lang="pt-BR" dirty="0"/>
          </a:p>
        </p:txBody>
      </p:sp>
      <p:sp>
        <p:nvSpPr>
          <p:cNvPr id="3" name="CaixaDeTexto 2">
            <a:extLst>
              <a:ext uri="{FF2B5EF4-FFF2-40B4-BE49-F238E27FC236}">
                <a16:creationId xmlns:a16="http://schemas.microsoft.com/office/drawing/2014/main" id="{27B138CE-4085-9BC1-D801-E163C95566CF}"/>
              </a:ext>
            </a:extLst>
          </p:cNvPr>
          <p:cNvSpPr txBox="1"/>
          <p:nvPr/>
        </p:nvSpPr>
        <p:spPr>
          <a:xfrm>
            <a:off x="1478287" y="3158920"/>
            <a:ext cx="15377153" cy="307777"/>
          </a:xfrm>
          <a:prstGeom prst="rect">
            <a:avLst/>
          </a:prstGeom>
          <a:noFill/>
          <a:ln>
            <a:noFill/>
          </a:ln>
        </p:spPr>
        <p:txBody>
          <a:bodyPr wrap="square">
            <a:spAutoFit/>
          </a:bodyPr>
          <a:lstStyle/>
          <a:p>
            <a:r>
              <a:rPr lang="pt-BR" b="1" dirty="0">
                <a:latin typeface="Poppins" panose="00000500000000000000" pitchFamily="2" charset="0"/>
                <a:cs typeface="Poppins" panose="00000500000000000000" pitchFamily="2" charset="0"/>
              </a:rPr>
              <a:t>Tempo</a:t>
            </a:r>
            <a:r>
              <a:rPr lang="pt-BR" b="0" dirty="0">
                <a:latin typeface="Poppins" panose="00000500000000000000" pitchFamily="2" charset="0"/>
                <a:cs typeface="Poppins" panose="00000500000000000000" pitchFamily="2" charset="0"/>
              </a:rPr>
              <a:t>: 49 minutos.</a:t>
            </a:r>
            <a:endParaRPr lang="pt-BR" dirty="0"/>
          </a:p>
        </p:txBody>
      </p:sp>
      <p:sp>
        <p:nvSpPr>
          <p:cNvPr id="2" name="Oval 11">
            <a:extLst>
              <a:ext uri="{FF2B5EF4-FFF2-40B4-BE49-F238E27FC236}">
                <a16:creationId xmlns:a16="http://schemas.microsoft.com/office/drawing/2014/main" id="{970B03D1-570D-C29D-9DB8-37B093B7F8CD}"/>
              </a:ext>
            </a:extLst>
          </p:cNvPr>
          <p:cNvSpPr/>
          <p:nvPr/>
        </p:nvSpPr>
        <p:spPr>
          <a:xfrm>
            <a:off x="594328" y="3043916"/>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4" name="Imagem 3">
            <a:extLst>
              <a:ext uri="{FF2B5EF4-FFF2-40B4-BE49-F238E27FC236}">
                <a16:creationId xmlns:a16="http://schemas.microsoft.com/office/drawing/2014/main" id="{061277C3-65E6-C3EF-D2B8-CB1B325B7368}"/>
              </a:ext>
            </a:extLst>
          </p:cNvPr>
          <p:cNvPicPr>
            <a:picLocks noChangeAspect="1"/>
          </p:cNvPicPr>
          <p:nvPr/>
        </p:nvPicPr>
        <p:blipFill>
          <a:blip r:embed="rId3"/>
          <a:srcRect/>
          <a:stretch/>
        </p:blipFill>
        <p:spPr>
          <a:xfrm>
            <a:off x="769865" y="3188095"/>
            <a:ext cx="235287" cy="282344"/>
          </a:xfrm>
          <a:prstGeom prst="rect">
            <a:avLst/>
          </a:prstGeom>
        </p:spPr>
      </p:pic>
      <p:sp>
        <p:nvSpPr>
          <p:cNvPr id="8" name="CaixaDeTexto 7">
            <a:extLst>
              <a:ext uri="{FF2B5EF4-FFF2-40B4-BE49-F238E27FC236}">
                <a16:creationId xmlns:a16="http://schemas.microsoft.com/office/drawing/2014/main" id="{CA6578C9-FFF6-CEAA-9851-A21342937BA2}"/>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endParaRPr lang="pt-BR" sz="4800" b="1" dirty="0">
              <a:solidFill>
                <a:schemeClr val="bg1"/>
              </a:solidFill>
              <a:latin typeface="Poppins" pitchFamily="2" charset="77"/>
              <a:cs typeface="Poppins" pitchFamily="2" charset="77"/>
            </a:endParaRPr>
          </a:p>
        </p:txBody>
      </p:sp>
      <p:sp>
        <p:nvSpPr>
          <p:cNvPr id="15" name="Oval 8">
            <a:extLst>
              <a:ext uri="{FF2B5EF4-FFF2-40B4-BE49-F238E27FC236}">
                <a16:creationId xmlns:a16="http://schemas.microsoft.com/office/drawing/2014/main" id="{653366DF-3CD8-C64E-9FF6-D2F941C04394}"/>
              </a:ext>
            </a:extLst>
          </p:cNvPr>
          <p:cNvSpPr/>
          <p:nvPr/>
        </p:nvSpPr>
        <p:spPr>
          <a:xfrm>
            <a:off x="589274" y="5914132"/>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6" name="Gráfico 15">
            <a:extLst>
              <a:ext uri="{FF2B5EF4-FFF2-40B4-BE49-F238E27FC236}">
                <a16:creationId xmlns:a16="http://schemas.microsoft.com/office/drawing/2014/main" id="{D5823981-AF93-B5BB-695B-1B35C1D15A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5186" y="5995313"/>
            <a:ext cx="312039" cy="400050"/>
          </a:xfrm>
          <a:prstGeom prst="rect">
            <a:avLst/>
          </a:prstGeom>
        </p:spPr>
      </p:pic>
      <p:sp>
        <p:nvSpPr>
          <p:cNvPr id="21" name="Oval 10">
            <a:extLst>
              <a:ext uri="{FF2B5EF4-FFF2-40B4-BE49-F238E27FC236}">
                <a16:creationId xmlns:a16="http://schemas.microsoft.com/office/drawing/2014/main" id="{30AD6ACB-7855-9E19-DFF2-F00BB9558FBE}"/>
              </a:ext>
            </a:extLst>
          </p:cNvPr>
          <p:cNvSpPr/>
          <p:nvPr/>
        </p:nvSpPr>
        <p:spPr>
          <a:xfrm>
            <a:off x="581660" y="394360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22" name="Google Shape;2223;p100">
            <a:extLst>
              <a:ext uri="{FF2B5EF4-FFF2-40B4-BE49-F238E27FC236}">
                <a16:creationId xmlns:a16="http://schemas.microsoft.com/office/drawing/2014/main" id="{BC500FC0-A34F-324D-656B-AC1DC3F8F9C3}"/>
              </a:ext>
            </a:extLst>
          </p:cNvPr>
          <p:cNvSpPr>
            <a:spLocks/>
          </p:cNvSpPr>
          <p:nvPr/>
        </p:nvSpPr>
        <p:spPr>
          <a:xfrm>
            <a:off x="685177" y="4061246"/>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 name="CaixaDeTexto 23">
            <a:extLst>
              <a:ext uri="{FF2B5EF4-FFF2-40B4-BE49-F238E27FC236}">
                <a16:creationId xmlns:a16="http://schemas.microsoft.com/office/drawing/2014/main" id="{200221DB-372B-3AF8-3577-B00A17C6F354}"/>
              </a:ext>
            </a:extLst>
          </p:cNvPr>
          <p:cNvSpPr txBox="1"/>
          <p:nvPr/>
        </p:nvSpPr>
        <p:spPr>
          <a:xfrm>
            <a:off x="1478279" y="4813550"/>
            <a:ext cx="16228060" cy="738664"/>
          </a:xfrm>
          <a:prstGeom prst="rect">
            <a:avLst/>
          </a:prstGeom>
          <a:noFill/>
          <a:ln>
            <a:noFill/>
          </a:ln>
        </p:spPr>
        <p:txBody>
          <a:bodyPr wrap="square">
            <a:spAutoFit/>
          </a:bodyPr>
          <a:lstStyle/>
          <a:p>
            <a:pPr indent="0">
              <a:buFont typeface="Arial" panose="020B0604020202020204" pitchFamily="34" charset="0"/>
              <a:buNone/>
            </a:pPr>
            <a:r>
              <a:rPr lang="pt-BR" sz="1400" b="1" kern="100" dirty="0">
                <a:effectLst/>
                <a:latin typeface="Poppins" panose="00000500000000000000" pitchFamily="2" charset="0"/>
                <a:ea typeface="Aptos" panose="020B0004020202020204" pitchFamily="34" charset="0"/>
                <a:cs typeface="Poppins" panose="00000500000000000000" pitchFamily="2" charset="0"/>
              </a:rPr>
              <a:t>Condução da dinâmica</a:t>
            </a:r>
            <a:r>
              <a:rPr lang="pt-BR" sz="1400" kern="100" dirty="0">
                <a:effectLst/>
                <a:latin typeface="Poppins" panose="00000500000000000000" pitchFamily="2" charset="0"/>
                <a:ea typeface="Aptos" panose="020B0004020202020204" pitchFamily="34" charset="0"/>
                <a:cs typeface="Poppins" panose="00000500000000000000" pitchFamily="2" charset="0"/>
              </a:rPr>
              <a:t>: incentive os alunos a seguirem o material de apoio, que contém todos os passos para execução do trabalho,  realizando pesquisas para resolver os problemas que poderão aparecer caso falhem em algum passo.</a:t>
            </a:r>
          </a:p>
          <a:p>
            <a:pPr marL="228600" indent="0">
              <a:buFont typeface="Arial" panose="020B0604020202020204" pitchFamily="34" charset="0"/>
              <a:buNone/>
            </a:pPr>
            <a:endParaRPr lang="pt-BR" sz="1400" b="1" dirty="0">
              <a:effectLst/>
              <a:latin typeface="Poppins" panose="00000500000000000000" pitchFamily="2" charset="0"/>
              <a:ea typeface="Aptos" panose="020B0004020202020204" pitchFamily="34" charset="0"/>
              <a:cs typeface="Poppins" panose="00000500000000000000" pitchFamily="2" charset="0"/>
            </a:endParaRPr>
          </a:p>
        </p:txBody>
      </p:sp>
      <p:sp>
        <p:nvSpPr>
          <p:cNvPr id="9" name="CaixaDeTexto 8">
            <a:extLst>
              <a:ext uri="{FF2B5EF4-FFF2-40B4-BE49-F238E27FC236}">
                <a16:creationId xmlns:a16="http://schemas.microsoft.com/office/drawing/2014/main" id="{C1D5F1FA-9B79-D361-444F-946778668B1C}"/>
              </a:ext>
            </a:extLst>
          </p:cNvPr>
          <p:cNvSpPr txBox="1"/>
          <p:nvPr/>
        </p:nvSpPr>
        <p:spPr>
          <a:xfrm>
            <a:off x="1478279" y="6003447"/>
            <a:ext cx="15607937" cy="523220"/>
          </a:xfrm>
          <a:prstGeom prst="rect">
            <a:avLst/>
          </a:prstGeom>
          <a:noFill/>
          <a:ln>
            <a:noFill/>
          </a:ln>
        </p:spPr>
        <p:txBody>
          <a:bodyPr wrap="square">
            <a:spAutoFit/>
          </a:bodyPr>
          <a:lstStyle/>
          <a:p>
            <a:r>
              <a:rPr lang="pt-BR" sz="1400" b="1" dirty="0">
                <a:solidFill>
                  <a:schemeClr val="tx1"/>
                </a:solidFill>
                <a:effectLst/>
                <a:latin typeface="Poppins" panose="00000500000000000000" pitchFamily="2" charset="0"/>
                <a:ea typeface="Aptos" panose="020B0004020202020204" pitchFamily="34" charset="0"/>
                <a:cs typeface="Poppins" panose="00000500000000000000" pitchFamily="2" charset="0"/>
              </a:rPr>
              <a:t>Expectativas de respostas: </a:t>
            </a:r>
            <a:r>
              <a:rPr lang="pt-BR" sz="1400" dirty="0">
                <a:solidFill>
                  <a:schemeClr val="tx1"/>
                </a:solidFill>
                <a:effectLst/>
                <a:latin typeface="Poppins" panose="00000500000000000000" pitchFamily="2" charset="0"/>
                <a:ea typeface="Aptos" panose="020B0004020202020204" pitchFamily="34" charset="0"/>
                <a:cs typeface="Poppins" panose="00000500000000000000" pitchFamily="2" charset="0"/>
              </a:rPr>
              <a:t>s</a:t>
            </a:r>
            <a:r>
              <a:rPr lang="pt-BR" sz="1400" dirty="0">
                <a:solidFill>
                  <a:schemeClr val="tx1"/>
                </a:solidFill>
                <a:effectLst/>
                <a:latin typeface="Poppins" panose="00000500000000000000" pitchFamily="2" charset="0"/>
                <a:ea typeface="Times New Roman" panose="02020603050405020304" pitchFamily="18" charset="0"/>
                <a:cs typeface="Poppins" panose="00000500000000000000" pitchFamily="2" charset="0"/>
              </a:rPr>
              <a:t>e tudo estiver funcionando corretamente, vocês verão os resultados das consultas em JSON na tela do </a:t>
            </a:r>
            <a:r>
              <a:rPr lang="pt-BR" sz="1400" dirty="0" err="1">
                <a:solidFill>
                  <a:schemeClr val="tx1"/>
                </a:solidFill>
                <a:latin typeface="Poppins" panose="00000500000000000000" pitchFamily="2" charset="0"/>
                <a:ea typeface="Times New Roman" panose="02020603050405020304" pitchFamily="18" charset="0"/>
                <a:cs typeface="Poppins" panose="00000500000000000000" pitchFamily="2" charset="0"/>
              </a:rPr>
              <a:t>GraphQL</a:t>
            </a:r>
            <a:r>
              <a:rPr lang="pt-BR" sz="1400" dirty="0">
                <a:solidFill>
                  <a:schemeClr val="tx1"/>
                </a:solidFill>
                <a:effectLst/>
                <a:latin typeface="Poppins" panose="00000500000000000000" pitchFamily="2" charset="0"/>
                <a:ea typeface="Times New Roman" panose="02020603050405020304" pitchFamily="18" charset="0"/>
                <a:cs typeface="Poppins" panose="00000500000000000000" pitchFamily="2" charset="0"/>
              </a:rPr>
              <a:t>. Se houver algum erro, o </a:t>
            </a:r>
            <a:r>
              <a:rPr lang="pt-BR" sz="1400" dirty="0" err="1">
                <a:solidFill>
                  <a:schemeClr val="tx1"/>
                </a:solidFill>
                <a:latin typeface="Poppins" panose="00000500000000000000" pitchFamily="2" charset="0"/>
                <a:ea typeface="Times New Roman" panose="02020603050405020304" pitchFamily="18" charset="0"/>
                <a:cs typeface="Poppins" panose="00000500000000000000" pitchFamily="2" charset="0"/>
              </a:rPr>
              <a:t>GraphQL</a:t>
            </a:r>
            <a:r>
              <a:rPr lang="pt-BR" sz="1400" dirty="0">
                <a:solidFill>
                  <a:schemeClr val="tx1"/>
                </a:solidFill>
                <a:effectLst/>
                <a:latin typeface="Poppins" panose="00000500000000000000" pitchFamily="2" charset="0"/>
                <a:ea typeface="Times New Roman" panose="02020603050405020304" pitchFamily="18" charset="0"/>
                <a:cs typeface="Poppins" panose="00000500000000000000" pitchFamily="2" charset="0"/>
              </a:rPr>
              <a:t> mostrará detalhes úteis para ajudar na correção. Vocês agora têm um servidor </a:t>
            </a:r>
            <a:r>
              <a:rPr lang="pt-BR" sz="1400" dirty="0" err="1">
                <a:solidFill>
                  <a:schemeClr val="tx1"/>
                </a:solidFill>
                <a:effectLst/>
                <a:latin typeface="Poppins" panose="00000500000000000000" pitchFamily="2" charset="0"/>
                <a:ea typeface="Times New Roman" panose="02020603050405020304" pitchFamily="18" charset="0"/>
                <a:cs typeface="Poppins" panose="00000500000000000000" pitchFamily="2" charset="0"/>
              </a:rPr>
              <a:t>GraphQL</a:t>
            </a:r>
            <a:r>
              <a:rPr lang="pt-BR" sz="1400" dirty="0">
                <a:solidFill>
                  <a:schemeClr val="tx1"/>
                </a:solidFill>
                <a:effectLst/>
                <a:latin typeface="Poppins" panose="00000500000000000000" pitchFamily="2" charset="0"/>
                <a:ea typeface="Times New Roman" panose="02020603050405020304" pitchFamily="18" charset="0"/>
                <a:cs typeface="Poppins" panose="00000500000000000000" pitchFamily="2" charset="0"/>
              </a:rPr>
              <a:t> funcional que pode ser consultado e testado no ambiente </a:t>
            </a:r>
            <a:r>
              <a:rPr lang="pt-BR" sz="1400" dirty="0" err="1">
                <a:solidFill>
                  <a:schemeClr val="tx1"/>
                </a:solidFill>
                <a:latin typeface="Poppins" panose="00000500000000000000" pitchFamily="2" charset="0"/>
                <a:ea typeface="Times New Roman" panose="02020603050405020304" pitchFamily="18" charset="0"/>
                <a:cs typeface="Poppins" panose="00000500000000000000" pitchFamily="2" charset="0"/>
              </a:rPr>
              <a:t>GraphQL</a:t>
            </a:r>
            <a:r>
              <a:rPr lang="pt-BR" dirty="0">
                <a:solidFill>
                  <a:schemeClr val="tx1"/>
                </a:solidFill>
                <a:latin typeface="Poppins" panose="00000500000000000000" pitchFamily="2" charset="0"/>
                <a:ea typeface="Times New Roman" panose="02020603050405020304" pitchFamily="18" charset="0"/>
                <a:cs typeface="Poppins" panose="00000500000000000000" pitchFamily="2" charset="0"/>
              </a:rPr>
              <a:t>.</a:t>
            </a:r>
            <a:endParaRPr lang="pt-BR" sz="1400" dirty="0">
              <a:solidFill>
                <a:schemeClr val="tx1"/>
              </a:solidFill>
              <a:effectLst/>
              <a:latin typeface="Poppins" panose="00000500000000000000" pitchFamily="2" charset="0"/>
              <a:ea typeface="Times New Roman" panose="02020603050405020304" pitchFamily="18" charset="0"/>
              <a:cs typeface="Poppins" panose="00000500000000000000" pitchFamily="2" charset="0"/>
            </a:endParaRPr>
          </a:p>
        </p:txBody>
      </p:sp>
      <p:sp>
        <p:nvSpPr>
          <p:cNvPr id="11" name="CaixaDeTexto 10">
            <a:extLst>
              <a:ext uri="{FF2B5EF4-FFF2-40B4-BE49-F238E27FC236}">
                <a16:creationId xmlns:a16="http://schemas.microsoft.com/office/drawing/2014/main" id="{4C8BA586-E08D-D301-CCFB-AACD89E5950A}"/>
              </a:ext>
            </a:extLst>
          </p:cNvPr>
          <p:cNvSpPr txBox="1"/>
          <p:nvPr/>
        </p:nvSpPr>
        <p:spPr>
          <a:xfrm>
            <a:off x="1259226" y="4113127"/>
            <a:ext cx="9144000" cy="313676"/>
          </a:xfrm>
          <a:prstGeom prst="rect">
            <a:avLst/>
          </a:prstGeom>
          <a:noFill/>
          <a:ln>
            <a:noFill/>
          </a:ln>
        </p:spPr>
        <p:txBody>
          <a:bodyPr wrap="square">
            <a:spAutoFit/>
          </a:bodyPr>
          <a:lstStyle/>
          <a:p>
            <a:pPr marL="228600" indent="0">
              <a:lnSpc>
                <a:spcPct val="107000"/>
              </a:lnSpc>
              <a:spcAft>
                <a:spcPts val="800"/>
              </a:spcAft>
              <a:buFont typeface="Arial" panose="020B0604020202020204" pitchFamily="34" charset="0"/>
              <a:buNone/>
            </a:pPr>
            <a:r>
              <a:rPr lang="pt-BR" sz="1400"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sz="1400" kern="100" dirty="0">
                <a:effectLst/>
                <a:latin typeface="Poppins" panose="00000500000000000000" pitchFamily="2" charset="0"/>
                <a:ea typeface="Aptos" panose="020B0004020202020204" pitchFamily="34" charset="0"/>
                <a:cs typeface="Poppins" panose="00000500000000000000" pitchFamily="2" charset="0"/>
              </a:rPr>
              <a:t>: divida os alunos em duplas.</a:t>
            </a:r>
          </a:p>
        </p:txBody>
      </p:sp>
      <p:sp>
        <p:nvSpPr>
          <p:cNvPr id="12" name="Oval 9">
            <a:extLst>
              <a:ext uri="{FF2B5EF4-FFF2-40B4-BE49-F238E27FC236}">
                <a16:creationId xmlns:a16="http://schemas.microsoft.com/office/drawing/2014/main" id="{D9AA35E7-33CF-B42B-D3FA-69F608397AA8}"/>
              </a:ext>
            </a:extLst>
          </p:cNvPr>
          <p:cNvSpPr/>
          <p:nvPr/>
        </p:nvSpPr>
        <p:spPr>
          <a:xfrm>
            <a:off x="600496" y="4664226"/>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7" name="Gráfico 16">
            <a:extLst>
              <a:ext uri="{FF2B5EF4-FFF2-40B4-BE49-F238E27FC236}">
                <a16:creationId xmlns:a16="http://schemas.microsoft.com/office/drawing/2014/main" id="{D778E387-6B56-3399-1DD7-A995D9DB7E0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7195" y="4769907"/>
            <a:ext cx="352944" cy="360965"/>
          </a:xfrm>
          <a:prstGeom prst="rect">
            <a:avLst/>
          </a:prstGeom>
        </p:spPr>
      </p:pic>
    </p:spTree>
    <p:extLst>
      <p:ext uri="{BB962C8B-B14F-4D97-AF65-F5344CB8AC3E}">
        <p14:creationId xmlns:p14="http://schemas.microsoft.com/office/powerpoint/2010/main" val="1842942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3D37679-32DE-F969-70F9-0F68C9DB233C}"/>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60E3CCA-CDCF-4CE2-EE29-3ACDF90F717B}"/>
              </a:ext>
            </a:extLst>
          </p:cNvPr>
          <p:cNvCxnSpPr>
            <a:cxnSpLocks/>
          </p:cNvCxnSpPr>
          <p:nvPr/>
        </p:nvCxnSpPr>
        <p:spPr>
          <a:xfrm flipV="1">
            <a:off x="868312" y="1727848"/>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363A2D61-3A6C-6D61-87E3-641857CA262D}"/>
              </a:ext>
            </a:extLst>
          </p:cNvPr>
          <p:cNvSpPr/>
          <p:nvPr/>
        </p:nvSpPr>
        <p:spPr>
          <a:xfrm>
            <a:off x="601805" y="6980348"/>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0" name="Oval 9">
            <a:extLst>
              <a:ext uri="{FF2B5EF4-FFF2-40B4-BE49-F238E27FC236}">
                <a16:creationId xmlns:a16="http://schemas.microsoft.com/office/drawing/2014/main" id="{095231A5-520B-AFD7-EE2D-B0A88566299C}"/>
              </a:ext>
            </a:extLst>
          </p:cNvPr>
          <p:cNvSpPr/>
          <p:nvPr/>
        </p:nvSpPr>
        <p:spPr>
          <a:xfrm>
            <a:off x="600496" y="4939088"/>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7" name="Gráfico 16">
            <a:extLst>
              <a:ext uri="{FF2B5EF4-FFF2-40B4-BE49-F238E27FC236}">
                <a16:creationId xmlns:a16="http://schemas.microsoft.com/office/drawing/2014/main" id="{59F9D560-4BAB-5A37-970F-A54D79AD13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7195" y="5044769"/>
            <a:ext cx="352944" cy="360965"/>
          </a:xfrm>
          <a:prstGeom prst="rect">
            <a:avLst/>
          </a:prstGeom>
        </p:spPr>
      </p:pic>
      <p:pic>
        <p:nvPicPr>
          <p:cNvPr id="18" name="Gráfico 17">
            <a:extLst>
              <a:ext uri="{FF2B5EF4-FFF2-40B4-BE49-F238E27FC236}">
                <a16:creationId xmlns:a16="http://schemas.microsoft.com/office/drawing/2014/main" id="{33CFBBF1-E601-3D9E-191B-D85282430F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717" y="7061529"/>
            <a:ext cx="312039" cy="400050"/>
          </a:xfrm>
          <a:prstGeom prst="rect">
            <a:avLst/>
          </a:prstGeom>
        </p:spPr>
      </p:pic>
      <p:sp>
        <p:nvSpPr>
          <p:cNvPr id="20" name="CaixaDeTexto 3">
            <a:extLst>
              <a:ext uri="{FF2B5EF4-FFF2-40B4-BE49-F238E27FC236}">
                <a16:creationId xmlns:a16="http://schemas.microsoft.com/office/drawing/2014/main" id="{AB6EFFD2-7EC5-23C3-7E0F-7CC540EA1826}"/>
              </a:ext>
            </a:extLst>
          </p:cNvPr>
          <p:cNvSpPr txBox="1"/>
          <p:nvPr/>
        </p:nvSpPr>
        <p:spPr>
          <a:xfrm>
            <a:off x="1478280" y="2146575"/>
            <a:ext cx="15377160" cy="5519588"/>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Orientaç</a:t>
            </a:r>
            <a:r>
              <a:rPr lang="pt-BR" b="1" kern="100" dirty="0">
                <a:latin typeface="Poppins" panose="00000500000000000000" pitchFamily="2" charset="0"/>
                <a:ea typeface="Aptos" panose="020B0004020202020204" pitchFamily="34" charset="0"/>
                <a:cs typeface="Poppins" panose="00000500000000000000" pitchFamily="2" charset="0"/>
              </a:rPr>
              <a:t>ões: </a:t>
            </a:r>
            <a:r>
              <a:rPr lang="pt-BR" kern="100" dirty="0">
                <a:latin typeface="Poppins" panose="00000500000000000000" pitchFamily="2" charset="0"/>
                <a:ea typeface="Aptos" panose="020B0004020202020204" pitchFamily="34" charset="0"/>
                <a:cs typeface="Poppins" panose="00000500000000000000" pitchFamily="2" charset="0"/>
              </a:rPr>
              <a:t>p</a:t>
            </a:r>
            <a:r>
              <a:rPr lang="pt-BR" kern="100" dirty="0">
                <a:effectLst/>
                <a:latin typeface="Poppins" panose="00000500000000000000" pitchFamily="2" charset="0"/>
                <a:ea typeface="Aptos" panose="020B0004020202020204" pitchFamily="34" charset="0"/>
                <a:cs typeface="Poppins" panose="00000500000000000000" pitchFamily="2" charset="0"/>
              </a:rPr>
              <a:t>rofessor, a seção </a:t>
            </a:r>
            <a:r>
              <a:rPr lang="pt-BR" b="1" kern="100" dirty="0">
                <a:effectLst/>
                <a:latin typeface="Poppins" panose="00000500000000000000" pitchFamily="2" charset="0"/>
                <a:ea typeface="Aptos" panose="020B0004020202020204" pitchFamily="34" charset="0"/>
                <a:cs typeface="Poppins" panose="00000500000000000000" pitchFamily="2" charset="0"/>
              </a:rPr>
              <a:t>O que nós aprendemos hoje?</a:t>
            </a:r>
            <a:r>
              <a:rPr lang="pt-BR" kern="100" dirty="0">
                <a:effectLst/>
                <a:latin typeface="Poppins" panose="00000500000000000000" pitchFamily="2" charset="0"/>
                <a:ea typeface="Aptos" panose="020B0004020202020204" pitchFamily="34" charset="0"/>
                <a:cs typeface="Poppins" panose="00000500000000000000" pitchFamily="2" charset="0"/>
              </a:rPr>
              <a:t> tem o objetivo de reforçar e esclarecer os conceitos principais discutidos na aula. Essa dinâmica pode ser uma ferramenta de avaliação informal do aprendizado dos estudantes, identificando áreas que podem precisar de mais atenção em aulas futuras. </a:t>
            </a:r>
          </a:p>
          <a:p>
            <a:pPr>
              <a:lnSpc>
                <a:spcPct val="107000"/>
              </a:lnSpc>
              <a:spcAft>
                <a:spcPts val="800"/>
              </a:spcAft>
            </a:pPr>
            <a:endParaRPr lang="pt-BR" kern="100" dirty="0">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Tempo:</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1</a:t>
            </a:r>
            <a:r>
              <a:rPr lang="pt-BR" kern="100" dirty="0">
                <a:effectLst/>
                <a:latin typeface="Poppins" panose="00000500000000000000" pitchFamily="2" charset="0"/>
                <a:ea typeface="Aptos" panose="020B0004020202020204" pitchFamily="34" charset="0"/>
                <a:cs typeface="Poppins" panose="00000500000000000000" pitchFamily="2" charset="0"/>
              </a:rPr>
              <a:t> minuto.</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kern="100" dirty="0">
                <a:effectLst/>
                <a:latin typeface="Poppins" panose="00000500000000000000" pitchFamily="2" charset="0"/>
                <a:ea typeface="Aptos" panose="020B0004020202020204" pitchFamily="34" charset="0"/>
                <a:cs typeface="Poppins" panose="00000500000000000000" pitchFamily="2" charset="0"/>
              </a:rPr>
              <a:t>: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Mantenha um tom positivo e construtivo, reforçando o aprendizado em vez de focar correções.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Seja direto e objetivo nas explicações para manter a atividade dentro do tempo estipulado.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Engaje os estudantes rapidamente, pedindo confirmações ou reações breves às definições apresentadas. </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pPr>
            <a:r>
              <a:rPr lang="pt-BR" b="1" kern="100" dirty="0">
                <a:effectLst/>
                <a:latin typeface="Poppins" panose="00000500000000000000" pitchFamily="2" charset="0"/>
                <a:ea typeface="Aptos" panose="020B0004020202020204" pitchFamily="34" charset="0"/>
                <a:cs typeface="Poppins" panose="00000500000000000000" pitchFamily="2" charset="0"/>
              </a:rPr>
              <a:t>Condução da dinâmica</a:t>
            </a:r>
            <a:r>
              <a:rPr lang="pt-BR" kern="100" dirty="0">
                <a:effectLst/>
                <a:latin typeface="Poppins" panose="00000500000000000000" pitchFamily="2" charset="0"/>
                <a:ea typeface="Aptos" panose="020B0004020202020204" pitchFamily="34" charset="0"/>
                <a:cs typeface="Poppins" panose="00000500000000000000" pitchFamily="2" charset="0"/>
              </a:rPr>
              <a:t>: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Explique que esta parte da seção, “Então ficamos assim...”, é um momento de reflexão e esclarecimento sobre os conceitos abordados na aula.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Informe que será uma rápida revisão para assegurar que os entendimentos dos estudantes estão alinhados com as definições corretas dos conceitos.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Destaque se as contribuições dos estudantes estavam alinhadas com o conceito e ofereça esclarecimentos rápidos caso haja discrepâncias ou mal-entendidos.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Finalize resumindo os pontos principais e reiterando a importância de cada conceito e como ele se encaixa no contexto maior da aula.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Reforce a ideia de que essa revisão ajuda a solidificar o entendimento dos estudantes e prepará-los para aplicar esses conceitos em situações práticas.</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Expectativas de respostas</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o</a:t>
            </a:r>
            <a:r>
              <a:rPr lang="pt-BR" kern="100" dirty="0">
                <a:effectLst/>
                <a:latin typeface="Poppins" panose="00000500000000000000" pitchFamily="2" charset="0"/>
                <a:ea typeface="Aptos" panose="020B0004020202020204" pitchFamily="34" charset="0"/>
                <a:cs typeface="Poppins" panose="00000500000000000000" pitchFamily="2" charset="0"/>
              </a:rPr>
              <a:t>s estudantes devem sair da aula com um entendimento claro e preciso dos conceitos principais. A atividade serve como uma verificação rápida do entendimento dos estudantes e uma oportunidade para corrigir quaisquer mal-entendidos.  </a:t>
            </a:r>
            <a:endParaRPr lang="pt-BR" b="1" i="0" dirty="0">
              <a:solidFill>
                <a:srgbClr val="000000"/>
              </a:solidFill>
              <a:effectLst/>
              <a:latin typeface="Poppins" panose="00000500000000000000" pitchFamily="2" charset="0"/>
              <a:cs typeface="Poppins" panose="00000500000000000000" pitchFamily="2" charset="0"/>
            </a:endParaRPr>
          </a:p>
        </p:txBody>
      </p:sp>
      <p:sp>
        <p:nvSpPr>
          <p:cNvPr id="14" name="Oval 10">
            <a:extLst>
              <a:ext uri="{FF2B5EF4-FFF2-40B4-BE49-F238E27FC236}">
                <a16:creationId xmlns:a16="http://schemas.microsoft.com/office/drawing/2014/main" id="{3AF5D6B3-259F-5461-D18A-054C0BEF05C0}"/>
              </a:ext>
            </a:extLst>
          </p:cNvPr>
          <p:cNvSpPr/>
          <p:nvPr/>
        </p:nvSpPr>
        <p:spPr>
          <a:xfrm>
            <a:off x="581660" y="363880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5" name="Google Shape;2223;p100">
            <a:extLst>
              <a:ext uri="{FF2B5EF4-FFF2-40B4-BE49-F238E27FC236}">
                <a16:creationId xmlns:a16="http://schemas.microsoft.com/office/drawing/2014/main" id="{3886C691-F6F9-6B2F-CEAB-577A28D50614}"/>
              </a:ext>
            </a:extLst>
          </p:cNvPr>
          <p:cNvSpPr>
            <a:spLocks/>
          </p:cNvSpPr>
          <p:nvPr/>
        </p:nvSpPr>
        <p:spPr>
          <a:xfrm>
            <a:off x="685177" y="3756446"/>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 name="Oval 12">
            <a:extLst>
              <a:ext uri="{FF2B5EF4-FFF2-40B4-BE49-F238E27FC236}">
                <a16:creationId xmlns:a16="http://schemas.microsoft.com/office/drawing/2014/main" id="{887FD07D-B080-C178-584B-D70C02120D35}"/>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3" name="Google Shape;2216;p100">
            <a:extLst>
              <a:ext uri="{FF2B5EF4-FFF2-40B4-BE49-F238E27FC236}">
                <a16:creationId xmlns:a16="http://schemas.microsoft.com/office/drawing/2014/main" id="{5EC2E14F-E8FF-DF42-D100-4B59A7FF5366}"/>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 name="Oval 11">
            <a:extLst>
              <a:ext uri="{FF2B5EF4-FFF2-40B4-BE49-F238E27FC236}">
                <a16:creationId xmlns:a16="http://schemas.microsoft.com/office/drawing/2014/main" id="{45925A37-FC02-03B8-F880-FABD16724621}"/>
              </a:ext>
            </a:extLst>
          </p:cNvPr>
          <p:cNvSpPr/>
          <p:nvPr/>
        </p:nvSpPr>
        <p:spPr>
          <a:xfrm>
            <a:off x="594328" y="288425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16" name="Imagem 15">
            <a:extLst>
              <a:ext uri="{FF2B5EF4-FFF2-40B4-BE49-F238E27FC236}">
                <a16:creationId xmlns:a16="http://schemas.microsoft.com/office/drawing/2014/main" id="{1072542E-1C3D-C17E-363A-BA969F94BF3F}"/>
              </a:ext>
            </a:extLst>
          </p:cNvPr>
          <p:cNvPicPr>
            <a:picLocks noChangeAspect="1"/>
          </p:cNvPicPr>
          <p:nvPr/>
        </p:nvPicPr>
        <p:blipFill>
          <a:blip r:embed="rId5"/>
          <a:srcRect/>
          <a:stretch/>
        </p:blipFill>
        <p:spPr>
          <a:xfrm>
            <a:off x="769865" y="3028438"/>
            <a:ext cx="235287" cy="282344"/>
          </a:xfrm>
          <a:prstGeom prst="rect">
            <a:avLst/>
          </a:prstGeom>
        </p:spPr>
      </p:pic>
      <p:sp>
        <p:nvSpPr>
          <p:cNvPr id="21" name="Retângulo 20">
            <a:extLst>
              <a:ext uri="{FF2B5EF4-FFF2-40B4-BE49-F238E27FC236}">
                <a16:creationId xmlns:a16="http://schemas.microsoft.com/office/drawing/2014/main" id="{AB979F53-8653-3B72-E0D0-164511A080A6}"/>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CaixaDeTexto 21">
            <a:extLst>
              <a:ext uri="{FF2B5EF4-FFF2-40B4-BE49-F238E27FC236}">
                <a16:creationId xmlns:a16="http://schemas.microsoft.com/office/drawing/2014/main" id="{2C09ED58-3656-363B-FB7F-30F89CA2C369}"/>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3736875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59672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rilha_S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rilhas_Inicia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5.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acb3b2f-5927-4b98-82b1-fea2b4072a87">
      <Terms xmlns="http://schemas.microsoft.com/office/infopath/2007/PartnerControls"/>
    </lcf76f155ced4ddcb4097134ff3c332f>
    <Curso xmlns="aacb3b2f-5927-4b98-82b1-fea2b4072a87" xsi:nil="true"/>
    <Semana xmlns="aacb3b2f-5927-4b98-82b1-fea2b4072a87" xsi:nil="true"/>
    <Ano xmlns="aacb3b2f-5927-4b98-82b1-fea2b4072a8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4B81252851F28942875D89D2C39F1241" ma:contentTypeVersion="18" ma:contentTypeDescription="Crie um novo documento." ma:contentTypeScope="" ma:versionID="4a43562f0951836659c836b04acf3ff5">
  <xsd:schema xmlns:xsd="http://www.w3.org/2001/XMLSchema" xmlns:xs="http://www.w3.org/2001/XMLSchema" xmlns:p="http://schemas.microsoft.com/office/2006/metadata/properties" xmlns:ns2="aacb3b2f-5927-4b98-82b1-fea2b4072a87" xmlns:ns3="a45d3e5f-3e31-4187-b998-c44ee850df36" targetNamespace="http://schemas.microsoft.com/office/2006/metadata/properties" ma:root="true" ma:fieldsID="603b1973da2e891d21f14d8bb65aba69" ns2:_="" ns3:_="">
    <xsd:import namespace="aacb3b2f-5927-4b98-82b1-fea2b4072a87"/>
    <xsd:import namespace="a45d3e5f-3e31-4187-b998-c44ee850df3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Location" minOccurs="0"/>
                <xsd:element ref="ns2:Curso" minOccurs="0"/>
                <xsd:element ref="ns2:Semana" minOccurs="0"/>
                <xsd:element ref="ns2:An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cb3b2f-5927-4b98-82b1-fea2b4072a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Marcações de imagem" ma:readOnly="false" ma:fieldId="{5cf76f15-5ced-4ddc-b409-7134ff3c332f}" ma:taxonomyMulti="true" ma:sspId="a85b3961-dbc6-48b8-bc39-d3804789286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description="" ma:indexed="true" ma:internalName="MediaServiceLocation" ma:readOnly="true">
      <xsd:simpleType>
        <xsd:restriction base="dms:Text"/>
      </xsd:simpleType>
    </xsd:element>
    <xsd:element name="Curso" ma:index="22" nillable="true" ma:displayName="Curso" ma:format="Dropdown" ma:internalName="Curso">
      <xsd:simpleType>
        <xsd:restriction base="dms:Text">
          <xsd:maxLength value="255"/>
        </xsd:restriction>
      </xsd:simpleType>
    </xsd:element>
    <xsd:element name="Semana" ma:index="23" nillable="true" ma:displayName="Semana" ma:format="Dropdown" ma:internalName="Semana">
      <xsd:simpleType>
        <xsd:restriction base="dms:Text">
          <xsd:maxLength value="255"/>
        </xsd:restriction>
      </xsd:simpleType>
    </xsd:element>
    <xsd:element name="Ano" ma:index="24" nillable="true" ma:displayName="Ano" ma:format="Dropdown" ma:internalName="Ano">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45d3e5f-3e31-4187-b998-c44ee850df36" elementFormDefault="qualified">
    <xsd:import namespace="http://schemas.microsoft.com/office/2006/documentManagement/types"/>
    <xsd:import namespace="http://schemas.microsoft.com/office/infopath/2007/PartnerControls"/>
    <xsd:element name="SharedWithUsers" ma:index="11"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661F7A-1649-4A39-91A5-A3893F5678E5}">
  <ds:schemaRefs>
    <ds:schemaRef ds:uri="http://purl.org/dc/dcmitype/"/>
    <ds:schemaRef ds:uri="a45d3e5f-3e31-4187-b998-c44ee850df36"/>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purl.org/dc/terms/"/>
    <ds:schemaRef ds:uri="http://schemas.openxmlformats.org/package/2006/metadata/core-properties"/>
    <ds:schemaRef ds:uri="aacb3b2f-5927-4b98-82b1-fea2b4072a87"/>
    <ds:schemaRef ds:uri="http://www.w3.org/XML/1998/namespace"/>
  </ds:schemaRefs>
</ds:datastoreItem>
</file>

<file path=customXml/itemProps2.xml><?xml version="1.0" encoding="utf-8"?>
<ds:datastoreItem xmlns:ds="http://schemas.openxmlformats.org/officeDocument/2006/customXml" ds:itemID="{827590F2-902A-4FFC-B993-9715B30E05AB}">
  <ds:schemaRefs>
    <ds:schemaRef ds:uri="http://schemas.microsoft.com/sharepoint/v3/contenttype/forms"/>
  </ds:schemaRefs>
</ds:datastoreItem>
</file>

<file path=customXml/itemProps3.xml><?xml version="1.0" encoding="utf-8"?>
<ds:datastoreItem xmlns:ds="http://schemas.openxmlformats.org/officeDocument/2006/customXml" ds:itemID="{DB8F474A-86C9-4A4B-936A-83786E8A9FF7}">
  <ds:schemaRefs>
    <ds:schemaRef ds:uri="a45d3e5f-3e31-4187-b998-c44ee850df36"/>
    <ds:schemaRef ds:uri="aacb3b2f-5927-4b98-82b1-fea2b4072a8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{FEC88D2B-52F4-444E-836C-622E8DFD9A7D}tf10001120</Template>
  <TotalTime>591</TotalTime>
  <Words>870</Words>
  <Application>Microsoft Office PowerPoint</Application>
  <PresentationFormat>Personalizar</PresentationFormat>
  <Paragraphs>95</Paragraphs>
  <Slides>12</Slides>
  <Notes>11</Notes>
  <HiddenSlides>3</HiddenSlides>
  <MMClips>0</MMClips>
  <ScaleCrop>false</ScaleCrop>
  <HeadingPairs>
    <vt:vector size="6" baseType="variant">
      <vt:variant>
        <vt:lpstr>Fontes usadas</vt:lpstr>
      </vt:variant>
      <vt:variant>
        <vt:i4>6</vt:i4>
      </vt:variant>
      <vt:variant>
        <vt:lpstr>Tema</vt:lpstr>
      </vt:variant>
      <vt:variant>
        <vt:i4>4</vt:i4>
      </vt:variant>
      <vt:variant>
        <vt:lpstr>Títulos de slides</vt:lpstr>
      </vt:variant>
      <vt:variant>
        <vt:i4>12</vt:i4>
      </vt:variant>
    </vt:vector>
  </HeadingPairs>
  <TitlesOfParts>
    <vt:vector size="22" baseType="lpstr">
      <vt:lpstr>Poppins Bold</vt:lpstr>
      <vt:lpstr>Arial</vt:lpstr>
      <vt:lpstr>Poppins Light</vt:lpstr>
      <vt:lpstr>Poppins</vt:lpstr>
      <vt:lpstr>Poppins Medium</vt:lpstr>
      <vt:lpstr>Calibri</vt:lpstr>
      <vt:lpstr>Office Theme</vt:lpstr>
      <vt:lpstr>Trilha_SIS</vt:lpstr>
      <vt:lpstr>Trilhas_Iniciais</vt:lpstr>
      <vt:lpstr>2_Office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Marcos Felipe Soares Chagas</cp:lastModifiedBy>
  <cp:revision>45</cp:revision>
  <dcterms:modified xsi:type="dcterms:W3CDTF">2026-09-17T14:59:18Z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0x0101004B81252851F28942875D89D2C39F1241</vt:lpwstr>
  </property>
  <property fmtid="{D5CDD505-2E9C-101B-9397-08002B2CF9AE}" pid="3" name="MediaServiceImageTags">
    <vt:lpwstr/>
  </property>
</Properties>
</file>