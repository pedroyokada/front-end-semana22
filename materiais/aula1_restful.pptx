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slideLayouts/slideLayout47.xml" ContentType="application/vnd.openxmlformats-officedocument.presentationml.slideLayout+xml"/>
  <Override PartName="/ppt/theme/theme3.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9" r:id="rId4"/>
    <p:sldMasterId id="2147483749" r:id="rId5"/>
    <p:sldMasterId id="2147483764" r:id="rId6"/>
    <p:sldMasterId id="2147483766" r:id="rId7"/>
  </p:sldMasterIdLst>
  <p:notesMasterIdLst>
    <p:notesMasterId r:id="rId35"/>
  </p:notesMasterIdLst>
  <p:handoutMasterIdLst>
    <p:handoutMasterId r:id="rId36"/>
  </p:handoutMasterIdLst>
  <p:sldIdLst>
    <p:sldId id="498" r:id="rId8"/>
    <p:sldId id="256" r:id="rId9"/>
    <p:sldId id="982" r:id="rId10"/>
    <p:sldId id="984" r:id="rId11"/>
    <p:sldId id="258" r:id="rId12"/>
    <p:sldId id="262" r:id="rId13"/>
    <p:sldId id="513" r:id="rId14"/>
    <p:sldId id="586" r:id="rId15"/>
    <p:sldId id="989" r:id="rId16"/>
    <p:sldId id="990" r:id="rId17"/>
    <p:sldId id="991" r:id="rId18"/>
    <p:sldId id="992" r:id="rId19"/>
    <p:sldId id="993" r:id="rId20"/>
    <p:sldId id="530" r:id="rId21"/>
    <p:sldId id="529" r:id="rId22"/>
    <p:sldId id="266" r:id="rId23"/>
    <p:sldId id="781" r:id="rId24"/>
    <p:sldId id="783" r:id="rId25"/>
    <p:sldId id="1242" r:id="rId26"/>
    <p:sldId id="830" r:id="rId27"/>
    <p:sldId id="1245" r:id="rId28"/>
    <p:sldId id="920" r:id="rId29"/>
    <p:sldId id="1252" r:id="rId30"/>
    <p:sldId id="1017" r:id="rId31"/>
    <p:sldId id="1253" r:id="rId32"/>
    <p:sldId id="1248" r:id="rId33"/>
    <p:sldId id="980" r:id="rId34"/>
  </p:sldIdLst>
  <p:sldSz cx="18288000" cy="10287000"/>
  <p:notesSz cx="6858000" cy="9144000"/>
  <p:embeddedFontLst>
    <p:embeddedFont>
      <p:font typeface="Poppins" panose="00000500000000000000" pitchFamily="2" charset="0"/>
      <p:regular r:id="rId37"/>
      <p:bold r:id="rId38"/>
      <p:italic r:id="rId39"/>
      <p:boldItalic r:id="rId40"/>
    </p:embeddedFont>
    <p:embeddedFont>
      <p:font typeface="Poppins Bold" panose="00000800000000000000" pitchFamily="2" charset="0"/>
      <p:regular r:id="rId41"/>
      <p:bold r:id="rId42"/>
      <p:italic r:id="rId43"/>
      <p:boldItalic r:id="rId44"/>
    </p:embeddedFont>
    <p:embeddedFont>
      <p:font typeface="Poppins Light" panose="00000400000000000000" pitchFamily="2" charset="0"/>
      <p:regular r:id="rId45"/>
      <p:bold r:id="rId46"/>
      <p:italic r:id="rId47"/>
      <p:boldItalic r:id="rId48"/>
    </p:embeddedFont>
    <p:embeddedFont>
      <p:font typeface="Poppins Medium" panose="00000600000000000000" pitchFamily="2" charset="0"/>
      <p:regular r:id="rId49"/>
      <p:bold r:id="rId50"/>
      <p:italic r:id="rId51"/>
      <p:boldItalic r:id="rId5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A0C091F-4F9F-B823-3F86-61B29C165090}" name="Etna Nobre" initials="EN" userId="536488f0b3312cec" providerId="Windows Live"/>
  <p188:author id="{CA82B621-AF1E-5701-9628-970A2BAC155B}" name="Marcus Vasconcelos de Castro" initials="MV" userId="S::marcus_castro@vanzolini-ead.org.br::f3e0bdc8-d4d6-4b41-86a7-248e0cb99c76" providerId="AD"/>
  <p188:author id="{5D93F123-A5E2-A62B-D9E3-D9303D1BB86B}" name="Gustavo Cruz dos Reis" initials="GC" userId="S::greis@vanzolini-ead.org.br::837664e1-438f-44d7-9e01-7f6012fe004f" providerId="AD"/>
  <p188:author id="{C6975768-E079-2129-EF66-8C7D8D20589C}" name="Usuário Convidado" initials="UC" userId="S::urn:spo:anon#9c1a6640c4cf430e37b8e52984f4ed92aa1896e2c9d3b1637fd5ce4c8fd5c9d5::" providerId="AD"/>
  <p188:author id="{50A82C6A-F915-E440-2676-7ED0B9B624D1}" name="Lilian Machado" initials="LM" userId="4ac3cebf31a33102" providerId="Windows Live"/>
  <p188:author id="{33EFA59C-6EF5-45F6-67CD-3D013F6F2F8C}" name="Utilizador Convidado" initials="UC" userId="S::urn:spo:anon#63788bea611af3497eac4dd2a3129939f1020e159a2aea8745831807f7d31e9a::" providerId="AD"/>
  <p188:author id="{BAEE28E6-BCA2-A58F-B4C5-4E73CE74ED33}" name="MARCUS VASCONCELOS DE CASTRO" initials="MC" userId="S::marcus.castro@fatec.sp.gov.br::dcc98bfb-8b88-4fff-9dd1-69ee0ad30106" providerId="AD"/>
  <p188:author id="{E0388DF7-5B9F-86E5-E6C5-3F344187204B}" name="Eloisa Dalbem" initials="ED" userId="S::eldalbem@vanzolini-ead.org.br::9ae0c03a-8642-493e-97df-c9fd93e6c398"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ariana Rimoli" initials="MR" lastIdx="4" clrIdx="0">
    <p:extLst>
      <p:ext uri="{19B8F6BF-5375-455C-9EA6-DF929625EA0E}">
        <p15:presenceInfo xmlns:p15="http://schemas.microsoft.com/office/powerpoint/2012/main" userId="6cf9166fde090e1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9AC2"/>
    <a:srgbClr val="28566E"/>
    <a:srgbClr val="263B4B"/>
    <a:srgbClr val="D9D9D9"/>
    <a:srgbClr val="D8D2D5"/>
    <a:srgbClr val="EDB1C8"/>
    <a:srgbClr val="000000"/>
    <a:srgbClr val="CAC0C4"/>
    <a:srgbClr val="D0D1D0"/>
    <a:srgbClr val="D99FB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EB044E-8FA9-101B-9177-026ED0C20375}" v="12" dt="2025-04-14T14:16:33.171"/>
    <p1510:client id="{17763A1B-C945-4DE8-AB95-16ADB0AC050C}" v="57" dt="2025-04-14T14:11:59.604"/>
  </p1510:revLst>
</p1510:revInfo>
</file>

<file path=ppt/tableStyles.xml><?xml version="1.0" encoding="utf-8"?>
<a:tblStyleLst xmlns:a="http://schemas.openxmlformats.org/drawingml/2006/main" def="{58B62AC2-CBFF-4FEF-A790-FB120B6FE34D}">
  <a:tblStyle styleId="{58B62AC2-CBFF-4FEF-A790-FB120B6FE34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319" autoAdjust="0"/>
    <p:restoredTop sz="95755" autoAdjust="0"/>
  </p:normalViewPr>
  <p:slideViewPr>
    <p:cSldViewPr snapToGrid="0">
      <p:cViewPr varScale="1">
        <p:scale>
          <a:sx n="72" d="100"/>
          <a:sy n="72" d="100"/>
        </p:scale>
        <p:origin x="708" y="66"/>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font" Target="fonts/font3.fntdata"/><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font" Target="fonts/font14.fntdata"/><Relationship Id="rId55"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3" Type="http://schemas.openxmlformats.org/officeDocument/2006/relationships/commentAuthors" Target="commentAuthors.xml"/><Relationship Id="rId58" Type="http://schemas.microsoft.com/office/2015/10/relationships/revisionInfo" Target="revisionInfo.xml"/><Relationship Id="rId5" Type="http://schemas.openxmlformats.org/officeDocument/2006/relationships/slideMaster" Target="slideMasters/slideMaster2.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notesMaster" Target="notesMasters/notesMaster1.xml"/><Relationship Id="rId43" Type="http://schemas.openxmlformats.org/officeDocument/2006/relationships/font" Target="fonts/font7.fntdata"/><Relationship Id="rId48" Type="http://schemas.openxmlformats.org/officeDocument/2006/relationships/font" Target="fonts/font12.fntdata"/><Relationship Id="rId56" Type="http://schemas.openxmlformats.org/officeDocument/2006/relationships/theme" Target="theme/theme1.xml"/><Relationship Id="rId8" Type="http://schemas.openxmlformats.org/officeDocument/2006/relationships/slide" Target="slides/slide1.xml"/><Relationship Id="rId51" Type="http://schemas.openxmlformats.org/officeDocument/2006/relationships/font" Target="fonts/font15.fntdata"/><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font" Target="fonts/font2.fntdata"/><Relationship Id="rId46" Type="http://schemas.openxmlformats.org/officeDocument/2006/relationships/font" Target="fonts/font10.fntdata"/><Relationship Id="rId59" Type="http://schemas.microsoft.com/office/2018/10/relationships/authors" Target="authors.xml"/><Relationship Id="rId20" Type="http://schemas.openxmlformats.org/officeDocument/2006/relationships/slide" Target="slides/slide13.xml"/><Relationship Id="rId41" Type="http://schemas.openxmlformats.org/officeDocument/2006/relationships/font" Target="fonts/font5.fntdata"/><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handoutMaster" Target="handoutMasters/handoutMaster1.xml"/><Relationship Id="rId49" Type="http://schemas.openxmlformats.org/officeDocument/2006/relationships/font" Target="fonts/font13.fntdata"/><Relationship Id="rId57" Type="http://schemas.openxmlformats.org/officeDocument/2006/relationships/tableStyles" Target="tableStyles.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font" Target="fonts/font8.fntdata"/><Relationship Id="rId52" Type="http://schemas.openxmlformats.org/officeDocument/2006/relationships/font" Target="fonts/font16.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0820016A-23B3-8332-53D6-57FE04C281E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378ABBCA-ED84-8C3A-7D17-F6393BAD02D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BE6816-8789-481E-B2F2-61889E0E8584}" type="datetimeFigureOut">
              <a:rPr lang="pt-BR" smtClean="0"/>
              <a:t>17/09/2026</a:t>
            </a:fld>
            <a:endParaRPr lang="pt-BR"/>
          </a:p>
        </p:txBody>
      </p:sp>
      <p:sp>
        <p:nvSpPr>
          <p:cNvPr id="4" name="Espaço Reservado para Rodapé 3">
            <a:extLst>
              <a:ext uri="{FF2B5EF4-FFF2-40B4-BE49-F238E27FC236}">
                <a16:creationId xmlns:a16="http://schemas.microsoft.com/office/drawing/2014/main" id="{E140203C-C3C0-C509-C3D9-F91275DBAE3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A7A17361-C8A0-CABB-2146-B5B19E39C26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44F6E5-A54A-42CC-B250-9D06C7C52CD8}" type="slidenum">
              <a:rPr lang="pt-BR" smtClean="0"/>
              <a:t>‹nº›</a:t>
            </a:fld>
            <a:endParaRPr lang="pt-BR"/>
          </a:p>
        </p:txBody>
      </p:sp>
    </p:spTree>
    <p:extLst>
      <p:ext uri="{BB962C8B-B14F-4D97-AF65-F5344CB8AC3E}">
        <p14:creationId xmlns:p14="http://schemas.microsoft.com/office/powerpoint/2010/main" val="28184384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		</a:t>
            </a: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0653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1" name="Google Shape;64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8BE604BA-17DA-4B63-8B72-ADA1FAE27E0B}" type="slidenum">
              <a:rPr kumimoji="0" lang="pt-BR" sz="1400" b="0" i="0" u="none" strike="noStrike" kern="0" cap="none" spc="0" normalizeH="0" baseline="0" noProof="0" smtClean="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4</a:t>
            </a:fld>
            <a:endParaRPr kumimoji="0" lang="pt-BR"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4403164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2" name="Google Shape;65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229870" indent="-229870">
              <a:lnSpc>
                <a:spcPct val="107000"/>
              </a:lnSpc>
              <a:spcAft>
                <a:spcPts val="800"/>
              </a:spcAft>
            </a:pPr>
            <a:endParaRPr lang="pt-BR" sz="1800" kern="100" dirty="0">
              <a:effectLst/>
              <a:latin typeface="Poppins" panose="00000500000000000000" pitchFamily="2" charset="0"/>
              <a:ea typeface="Aptos" panose="020B0004020202020204" pitchFamily="34" charset="0"/>
              <a:cs typeface="Poppins" panose="00000500000000000000" pitchFamily="2" charset="0"/>
            </a:endParaRPr>
          </a:p>
          <a:p>
            <a:pPr marL="229870" indent="-229870">
              <a:lnSpc>
                <a:spcPct val="107000"/>
              </a:lnSpc>
              <a:spcAft>
                <a:spcPts val="800"/>
              </a:spcAft>
            </a:pPr>
            <a:r>
              <a:rPr lang="pt-BR" sz="1800" kern="100" dirty="0">
                <a:effectLst/>
                <a:latin typeface="Poppins" panose="00000500000000000000" pitchFamily="2" charset="0"/>
                <a:ea typeface="Aptos" panose="020B0004020202020204" pitchFamily="34" charset="0"/>
                <a:cs typeface="Poppins" panose="00000500000000000000" pitchFamily="2" charset="0"/>
              </a:rPr>
              <a:t>	</a:t>
            </a:r>
          </a:p>
        </p:txBody>
      </p:sp>
      <p:sp>
        <p:nvSpPr>
          <p:cNvPr id="689" name="Google Shape;68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090920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6"/>
        <p:cNvGrpSpPr/>
        <p:nvPr/>
      </p:nvGrpSpPr>
      <p:grpSpPr>
        <a:xfrm>
          <a:off x="0" y="0"/>
          <a:ext cx="0" cy="0"/>
          <a:chOff x="0" y="0"/>
          <a:chExt cx="0" cy="0"/>
        </a:xfrm>
      </p:grpSpPr>
      <p:sp>
        <p:nvSpPr>
          <p:cNvPr id="697" name="Google Shape;697;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endParaRPr lang="pt-BR" dirty="0"/>
          </a:p>
        </p:txBody>
      </p:sp>
      <p:sp>
        <p:nvSpPr>
          <p:cNvPr id="698" name="Google Shape;69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526156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p:cNvGrpSpPr/>
        <p:nvPr/>
      </p:nvGrpSpPr>
      <p:grpSpPr>
        <a:xfrm>
          <a:off x="0" y="0"/>
          <a:ext cx="0" cy="0"/>
          <a:chOff x="0" y="0"/>
          <a:chExt cx="0" cy="0"/>
        </a:xfrm>
      </p:grpSpPr>
      <p:sp>
        <p:nvSpPr>
          <p:cNvPr id="865" name="Google Shape;865;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66" name="Google Shape;866;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624212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23CBF522-2CE8-78CB-3FE2-85F0DD795EB2}"/>
            </a:ext>
          </a:extLst>
        </p:cNvPr>
        <p:cNvGrpSpPr/>
        <p:nvPr/>
      </p:nvGrpSpPr>
      <p:grpSpPr>
        <a:xfrm>
          <a:off x="0" y="0"/>
          <a:ext cx="0" cy="0"/>
          <a:chOff x="0" y="0"/>
          <a:chExt cx="0" cy="0"/>
        </a:xfrm>
      </p:grpSpPr>
      <p:sp>
        <p:nvSpPr>
          <p:cNvPr id="865" name="Google Shape;865;p21:notes">
            <a:extLst>
              <a:ext uri="{FF2B5EF4-FFF2-40B4-BE49-F238E27FC236}">
                <a16:creationId xmlns:a16="http://schemas.microsoft.com/office/drawing/2014/main" id="{AD31A02E-B872-3603-9EAD-867E0637668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66" name="Google Shape;866;p21:notes">
            <a:extLst>
              <a:ext uri="{FF2B5EF4-FFF2-40B4-BE49-F238E27FC236}">
                <a16:creationId xmlns:a16="http://schemas.microsoft.com/office/drawing/2014/main" id="{3A23BD8E-6D6D-6674-06DC-F2CCDA1A675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394203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E791532E-2A8F-09AB-1C5F-063342642E27}"/>
            </a:ext>
          </a:extLst>
        </p:cNvPr>
        <p:cNvGrpSpPr/>
        <p:nvPr/>
      </p:nvGrpSpPr>
      <p:grpSpPr>
        <a:xfrm>
          <a:off x="0" y="0"/>
          <a:ext cx="0" cy="0"/>
          <a:chOff x="0" y="0"/>
          <a:chExt cx="0" cy="0"/>
        </a:xfrm>
      </p:grpSpPr>
      <p:sp>
        <p:nvSpPr>
          <p:cNvPr id="865" name="Google Shape;865;p21:notes">
            <a:extLst>
              <a:ext uri="{FF2B5EF4-FFF2-40B4-BE49-F238E27FC236}">
                <a16:creationId xmlns:a16="http://schemas.microsoft.com/office/drawing/2014/main" id="{A19452FE-2529-C1B6-21B2-F8C091961E7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6" name="Google Shape;866;p21:notes">
            <a:extLst>
              <a:ext uri="{FF2B5EF4-FFF2-40B4-BE49-F238E27FC236}">
                <a16:creationId xmlns:a16="http://schemas.microsoft.com/office/drawing/2014/main" id="{8C70DC41-BBBB-CE6F-9C7F-4DFDA151C6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075271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1DAC2794-4E5C-F0A3-602D-70A81927E154}"/>
            </a:ext>
          </a:extLst>
        </p:cNvPr>
        <p:cNvGrpSpPr/>
        <p:nvPr/>
      </p:nvGrpSpPr>
      <p:grpSpPr>
        <a:xfrm>
          <a:off x="0" y="0"/>
          <a:ext cx="0" cy="0"/>
          <a:chOff x="0" y="0"/>
          <a:chExt cx="0" cy="0"/>
        </a:xfrm>
      </p:grpSpPr>
      <p:sp>
        <p:nvSpPr>
          <p:cNvPr id="865" name="Google Shape;865;p21:notes">
            <a:extLst>
              <a:ext uri="{FF2B5EF4-FFF2-40B4-BE49-F238E27FC236}">
                <a16:creationId xmlns:a16="http://schemas.microsoft.com/office/drawing/2014/main" id="{EB9DC0D5-721C-C40C-0503-C5AC4C993DF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866" name="Google Shape;866;p21:notes">
            <a:extLst>
              <a:ext uri="{FF2B5EF4-FFF2-40B4-BE49-F238E27FC236}">
                <a16:creationId xmlns:a16="http://schemas.microsoft.com/office/drawing/2014/main" id="{B98BAB7D-82A8-9C9C-7D10-3F14405C899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719068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4866F824-0C64-E164-EE94-3BE85F393245}"/>
            </a:ext>
          </a:extLst>
        </p:cNvPr>
        <p:cNvGrpSpPr/>
        <p:nvPr/>
      </p:nvGrpSpPr>
      <p:grpSpPr>
        <a:xfrm>
          <a:off x="0" y="0"/>
          <a:ext cx="0" cy="0"/>
          <a:chOff x="0" y="0"/>
          <a:chExt cx="0" cy="0"/>
        </a:xfrm>
      </p:grpSpPr>
      <p:sp>
        <p:nvSpPr>
          <p:cNvPr id="865" name="Google Shape;865;p21:notes">
            <a:extLst>
              <a:ext uri="{FF2B5EF4-FFF2-40B4-BE49-F238E27FC236}">
                <a16:creationId xmlns:a16="http://schemas.microsoft.com/office/drawing/2014/main" id="{6EA36F22-DF16-E2D4-9EB9-AA376349343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6" name="Google Shape;866;p21:notes">
            <a:extLst>
              <a:ext uri="{FF2B5EF4-FFF2-40B4-BE49-F238E27FC236}">
                <a16:creationId xmlns:a16="http://schemas.microsoft.com/office/drawing/2014/main" id="{FEB558A4-4F25-98E9-6583-50FF11EEA14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763727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4">
          <a:extLst>
            <a:ext uri="{FF2B5EF4-FFF2-40B4-BE49-F238E27FC236}">
              <a16:creationId xmlns:a16="http://schemas.microsoft.com/office/drawing/2014/main" id="{EA9A68F6-39AB-9B69-8E20-546359204802}"/>
            </a:ext>
          </a:extLst>
        </p:cNvPr>
        <p:cNvGrpSpPr/>
        <p:nvPr/>
      </p:nvGrpSpPr>
      <p:grpSpPr>
        <a:xfrm>
          <a:off x="0" y="0"/>
          <a:ext cx="0" cy="0"/>
          <a:chOff x="0" y="0"/>
          <a:chExt cx="0" cy="0"/>
        </a:xfrm>
      </p:grpSpPr>
      <p:sp>
        <p:nvSpPr>
          <p:cNvPr id="865" name="Google Shape;865;p21:notes">
            <a:extLst>
              <a:ext uri="{FF2B5EF4-FFF2-40B4-BE49-F238E27FC236}">
                <a16:creationId xmlns:a16="http://schemas.microsoft.com/office/drawing/2014/main" id="{998646D8-9044-50AC-1AC7-EE5D03AD0B4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pt-BR" dirty="0"/>
          </a:p>
        </p:txBody>
      </p:sp>
      <p:sp>
        <p:nvSpPr>
          <p:cNvPr id="866" name="Google Shape;866;p21:notes">
            <a:extLst>
              <a:ext uri="{FF2B5EF4-FFF2-40B4-BE49-F238E27FC236}">
                <a16:creationId xmlns:a16="http://schemas.microsoft.com/office/drawing/2014/main" id="{2F4969E1-35A1-033F-D19D-D02457A9077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953995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230400">
              <a:lnSpc>
                <a:spcPct val="107000"/>
              </a:lnSpc>
              <a:spcAft>
                <a:spcPts val="800"/>
              </a:spcAft>
            </a:pPr>
            <a:r>
              <a:rPr lang="pt-BR" sz="1800" b="1" kern="100" dirty="0">
                <a:effectLst/>
                <a:latin typeface="Poppins" pitchFamily="2" charset="77"/>
                <a:ea typeface="Aptos" panose="020B0004020202020204" pitchFamily="34" charset="0"/>
                <a:cs typeface="Times New Roman" panose="02020603050405020304" pitchFamily="18" charset="0"/>
              </a:rPr>
              <a:t>	</a:t>
            </a:r>
            <a:endParaRPr lang="pt-BR" dirty="0"/>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673881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dirty="0"/>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476193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19" name="Google Shape;71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321283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a:extLst>
            <a:ext uri="{FF2B5EF4-FFF2-40B4-BE49-F238E27FC236}">
              <a16:creationId xmlns:a16="http://schemas.microsoft.com/office/drawing/2014/main" id="{65F4DAEE-9901-3731-8F08-D283C21594AC}"/>
            </a:ext>
          </a:extLst>
        </p:cNvPr>
        <p:cNvGrpSpPr/>
        <p:nvPr/>
      </p:nvGrpSpPr>
      <p:grpSpPr>
        <a:xfrm>
          <a:off x="0" y="0"/>
          <a:ext cx="0" cy="0"/>
          <a:chOff x="0" y="0"/>
          <a:chExt cx="0" cy="0"/>
        </a:xfrm>
      </p:grpSpPr>
      <p:sp>
        <p:nvSpPr>
          <p:cNvPr id="723" name="Google Shape;723;g1e5198b4dfb_0_1:notes">
            <a:extLst>
              <a:ext uri="{FF2B5EF4-FFF2-40B4-BE49-F238E27FC236}">
                <a16:creationId xmlns:a16="http://schemas.microsoft.com/office/drawing/2014/main" id="{74B7CBA6-3C74-A542-6503-85E3ED027EE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230400">
              <a:lnSpc>
                <a:spcPct val="107000"/>
              </a:lnSpc>
              <a:spcAft>
                <a:spcPts val="800"/>
              </a:spcAft>
            </a:pPr>
            <a:r>
              <a:rPr lang="pt-BR" sz="1200" b="1" kern="100" dirty="0">
                <a:effectLst/>
                <a:latin typeface="Poppins" panose="00000500000000000000" pitchFamily="2" charset="0"/>
                <a:ea typeface="Aptos" panose="020B0004020202020204" pitchFamily="34" charset="0"/>
                <a:cs typeface="Poppins" panose="00000500000000000000" pitchFamily="2" charset="0"/>
              </a:rPr>
              <a:t>	</a:t>
            </a:r>
            <a:endParaRPr lang="pt-BR" dirty="0">
              <a:latin typeface="Poppins" panose="00000500000000000000" pitchFamily="2" charset="0"/>
              <a:cs typeface="Poppins" panose="00000500000000000000" pitchFamily="2" charset="0"/>
            </a:endParaRPr>
          </a:p>
        </p:txBody>
      </p:sp>
      <p:sp>
        <p:nvSpPr>
          <p:cNvPr id="724" name="Google Shape;724;g1e5198b4dfb_0_1:notes">
            <a:extLst>
              <a:ext uri="{FF2B5EF4-FFF2-40B4-BE49-F238E27FC236}">
                <a16:creationId xmlns:a16="http://schemas.microsoft.com/office/drawing/2014/main" id="{D3DB5D40-7473-12E9-B92C-1A646EAD81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161396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667741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E7A64-A70A-C3FA-BC7F-62738BC80AB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F836E8C-BAF5-6CEF-AB5B-4973780B239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EC2BF7F7-8EF1-ED67-95D9-CF3E77C4FAD6}"/>
              </a:ext>
            </a:extLst>
          </p:cNvPr>
          <p:cNvSpPr>
            <a:spLocks noGrp="1"/>
          </p:cNvSpPr>
          <p:nvPr>
            <p:ph type="body" idx="1"/>
          </p:nvPr>
        </p:nvSpPr>
        <p:spPr/>
        <p:txBody>
          <a:bodyPr/>
          <a:lstStyle/>
          <a:p>
            <a:r>
              <a:rPr lang="pt-BR"/>
              <a:t>      </a:t>
            </a:r>
          </a:p>
        </p:txBody>
      </p:sp>
      <p:sp>
        <p:nvSpPr>
          <p:cNvPr id="4" name="Espaço Reservado para Número de Slide 3">
            <a:extLst>
              <a:ext uri="{FF2B5EF4-FFF2-40B4-BE49-F238E27FC236}">
                <a16:creationId xmlns:a16="http://schemas.microsoft.com/office/drawing/2014/main" id="{EF99F2DC-80E3-A38B-8279-F2593E0182BD}"/>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157177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      </a:t>
            </a: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9824943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EDA29-0271-BA86-1142-4D0D30C645D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E700E527-E2A0-63C5-DA2E-2AD9580627F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87CD44BA-5A33-AA05-D204-9EBB0055A229}"/>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D2D56BAD-BBCA-2462-B200-CDE2FB36E357}"/>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895184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01372-69BC-EF81-D448-DDBC380BC594}"/>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6248C2B3-1A20-CE1D-0963-8B52D916C3E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13C593C-70FA-3F17-9BC4-0B06787D8FE8}"/>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AB9C8A68-9A5F-F877-A6E8-05D574DD5795}"/>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95887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9041A-9AF7-F0CB-19B7-3CD9CCF5C16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EAEA47B-2BB2-DB54-4A64-2E7F41156708}"/>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178191EA-FBFF-B979-D334-AA3C0B76A471}"/>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9DC1D218-AE83-BC86-CA18-E773DBC88FEC}"/>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024462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      </a:t>
            </a: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641646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A0C72C-3685-F923-C037-987825335F50}"/>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B22F3C0-F415-3513-7079-D16662D92C6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7AA20C6-A2CC-0A5B-A18B-3EC67DFFBDC3}"/>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184B7CCA-37FB-B1FA-F3A5-ABBF74BE11C9}"/>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9671024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6F72B-ED11-BFB2-3A4A-1F8764DF2566}"/>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6E798C24-B790-6326-179B-659F8B229C44}"/>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CECAB153-9828-C1DD-3E10-311511D008A6}"/>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92EAC40D-F31B-93DC-8D1A-E21BFA572CC3}"/>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785683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9C591D-61CC-D5F4-19B1-B304F6C1C1B7}"/>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0EC300D-D6F9-2C48-223C-DD569BE4B7D0}"/>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4A1CE196-6638-B5EC-0124-E80BF51EFBDF}"/>
              </a:ext>
            </a:extLst>
          </p:cNvPr>
          <p:cNvSpPr>
            <a:spLocks noGrp="1"/>
          </p:cNvSpPr>
          <p:nvPr>
            <p:ph type="body" idx="1"/>
          </p:nvPr>
        </p:nvSpPr>
        <p:spPr/>
        <p:txBody>
          <a:bodyPr/>
          <a:lstStyle/>
          <a:p>
            <a:r>
              <a:rPr lang="pt-BR"/>
              <a:t>		</a:t>
            </a:r>
          </a:p>
        </p:txBody>
      </p:sp>
      <p:sp>
        <p:nvSpPr>
          <p:cNvPr id="4" name="Espaço Reservado para Número de Slide 3">
            <a:extLst>
              <a:ext uri="{FF2B5EF4-FFF2-40B4-BE49-F238E27FC236}">
                <a16:creationId xmlns:a16="http://schemas.microsoft.com/office/drawing/2014/main" id="{7A15B74F-A4BD-BD84-4400-DC61C10899FB}"/>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27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718554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2.xml"/><Relationship Id="rId4" Type="http://schemas.openxmlformats.org/officeDocument/2006/relationships/image" Target="../media/image24.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4.png"/><Relationship Id="rId1" Type="http://schemas.openxmlformats.org/officeDocument/2006/relationships/slideMaster" Target="../slideMasters/slideMaster2.xml"/><Relationship Id="rId4" Type="http://schemas.openxmlformats.org/officeDocument/2006/relationships/image" Target="../media/image22.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slideMaster" Target="../slideMasters/slideMaster2.xml"/><Relationship Id="rId4" Type="http://schemas.openxmlformats.org/officeDocument/2006/relationships/image" Target="../media/image23.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Master" Target="../slideMasters/slideMaster2.xml"/><Relationship Id="rId4" Type="http://schemas.openxmlformats.org/officeDocument/2006/relationships/image" Target="../media/image24.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slideMaster" Target="../slideMasters/slideMaster2.xml"/><Relationship Id="rId4" Type="http://schemas.openxmlformats.org/officeDocument/2006/relationships/image" Target="../media/image23.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2.xml"/><Relationship Id="rId4" Type="http://schemas.openxmlformats.org/officeDocument/2006/relationships/image" Target="../media/image24.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Master" Target="../slideMasters/slideMaster2.xml"/><Relationship Id="rId4" Type="http://schemas.openxmlformats.org/officeDocument/2006/relationships/image" Target="../media/image24.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9.png"/></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svg"/><Relationship Id="rId1" Type="http://schemas.openxmlformats.org/officeDocument/2006/relationships/slideMaster" Target="../slideMasters/slideMaster4.xml"/><Relationship Id="rId5" Type="http://schemas.openxmlformats.org/officeDocument/2006/relationships/image" Target="../media/image28.emf"/><Relationship Id="rId4" Type="http://schemas.openxmlformats.org/officeDocument/2006/relationships/image" Target="../media/image6.png"/></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9.pn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1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1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9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9.png"/><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0.pn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4.xml"/><Relationship Id="rId4" Type="http://schemas.openxmlformats.org/officeDocument/2006/relationships/image" Target="../media/image6.png"/></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1.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Layout Personalizado">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0F2ED3E9-3B0B-E370-C738-4D436A14D453}"/>
              </a:ext>
            </a:extLst>
          </p:cNvPr>
          <p:cNvSpPr/>
          <p:nvPr userDrawn="1"/>
        </p:nvSpPr>
        <p:spPr>
          <a:xfrm>
            <a:off x="0" y="0"/>
            <a:ext cx="18288000" cy="10287000"/>
          </a:xfrm>
          <a:prstGeom prst="rect">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2" name="Imagem 11">
            <a:extLst>
              <a:ext uri="{FF2B5EF4-FFF2-40B4-BE49-F238E27FC236}">
                <a16:creationId xmlns:a16="http://schemas.microsoft.com/office/drawing/2014/main" id="{1715EC10-90E5-6736-A416-80DDA46EE440}"/>
              </a:ext>
            </a:extLst>
          </p:cNvPr>
          <p:cNvPicPr>
            <a:picLocks/>
          </p:cNvPicPr>
          <p:nvPr userDrawn="1"/>
        </p:nvPicPr>
        <p:blipFill>
          <a:blip r:embed="rId2"/>
          <a:stretch>
            <a:fillRect/>
          </a:stretch>
        </p:blipFill>
        <p:spPr>
          <a:xfrm>
            <a:off x="8704814" y="2055603"/>
            <a:ext cx="6307210" cy="4564807"/>
          </a:xfrm>
          <a:prstGeom prst="rect">
            <a:avLst/>
          </a:prstGeom>
        </p:spPr>
      </p:pic>
      <p:pic>
        <p:nvPicPr>
          <p:cNvPr id="9" name="Imagem 8">
            <a:extLst>
              <a:ext uri="{FF2B5EF4-FFF2-40B4-BE49-F238E27FC236}">
                <a16:creationId xmlns:a16="http://schemas.microsoft.com/office/drawing/2014/main" id="{35387AD6-D00D-5168-A60C-B6419BC4C298}"/>
              </a:ext>
            </a:extLst>
          </p:cNvPr>
          <p:cNvPicPr>
            <a:picLocks/>
          </p:cNvPicPr>
          <p:nvPr userDrawn="1"/>
        </p:nvPicPr>
        <p:blipFill>
          <a:blip r:embed="rId2"/>
          <a:stretch>
            <a:fillRect/>
          </a:stretch>
        </p:blipFill>
        <p:spPr>
          <a:xfrm>
            <a:off x="8704814" y="2055603"/>
            <a:ext cx="6307210" cy="4564807"/>
          </a:xfrm>
          <a:prstGeom prst="rect">
            <a:avLst/>
          </a:prstGeom>
        </p:spPr>
      </p:pic>
      <p:sp>
        <p:nvSpPr>
          <p:cNvPr id="7" name="TextBox 4">
            <a:extLst>
              <a:ext uri="{FF2B5EF4-FFF2-40B4-BE49-F238E27FC236}">
                <a16:creationId xmlns:a16="http://schemas.microsoft.com/office/drawing/2014/main" id="{CF524BA5-8A5B-145B-7D69-2189A7ECA0A4}"/>
              </a:ext>
            </a:extLst>
          </p:cNvPr>
          <p:cNvSpPr txBox="1"/>
          <p:nvPr userDrawn="1"/>
        </p:nvSpPr>
        <p:spPr>
          <a:xfrm>
            <a:off x="3224043" y="3598169"/>
            <a:ext cx="5102506" cy="2344928"/>
          </a:xfrm>
          <a:prstGeom prst="rect">
            <a:avLst/>
          </a:prstGeom>
        </p:spPr>
        <p:txBody>
          <a:bodyPr lIns="0" tIns="0" rIns="0" bIns="0" rtlCol="0" anchor="t">
            <a:spAutoFit/>
          </a:bodyPr>
          <a:lstStyle/>
          <a:p>
            <a:pPr algn="r">
              <a:lnSpc>
                <a:spcPts val="6015"/>
              </a:lnSpc>
            </a:pPr>
            <a:r>
              <a:rPr lang="pt-BR" sz="6399" noProof="0">
                <a:solidFill>
                  <a:srgbClr val="000000"/>
                </a:solidFill>
                <a:latin typeface="Poppins Bold"/>
              </a:rPr>
              <a:t>Educação Profissional Paulista</a:t>
            </a:r>
          </a:p>
        </p:txBody>
      </p:sp>
      <p:sp>
        <p:nvSpPr>
          <p:cNvPr id="2" name="TextBox 5">
            <a:extLst>
              <a:ext uri="{FF2B5EF4-FFF2-40B4-BE49-F238E27FC236}">
                <a16:creationId xmlns:a16="http://schemas.microsoft.com/office/drawing/2014/main" id="{6DBC72C7-C710-800A-C379-F6C1DBE65031}"/>
              </a:ext>
            </a:extLst>
          </p:cNvPr>
          <p:cNvSpPr txBox="1"/>
          <p:nvPr userDrawn="1"/>
        </p:nvSpPr>
        <p:spPr>
          <a:xfrm>
            <a:off x="9104402" y="3475910"/>
            <a:ext cx="5367683" cy="846386"/>
          </a:xfrm>
          <a:prstGeom prst="rect">
            <a:avLst/>
          </a:prstGeom>
        </p:spPr>
        <p:txBody>
          <a:bodyPr lIns="0" tIns="0" rIns="0" bIns="0" rtlCol="0" anchor="t">
            <a:spAutoFit/>
          </a:bodyPr>
          <a:lstStyle/>
          <a:p>
            <a:pPr>
              <a:lnSpc>
                <a:spcPts val="6845"/>
              </a:lnSpc>
            </a:pPr>
            <a:r>
              <a:rPr lang="pt-BR" sz="5000" noProof="0">
                <a:solidFill>
                  <a:srgbClr val="FFFFFF"/>
                </a:solidFill>
                <a:latin typeface="Poppins Light"/>
              </a:rPr>
              <a:t>Técnico em </a:t>
            </a:r>
          </a:p>
        </p:txBody>
      </p:sp>
      <p:sp>
        <p:nvSpPr>
          <p:cNvPr id="4" name="TextBox 6">
            <a:extLst>
              <a:ext uri="{FF2B5EF4-FFF2-40B4-BE49-F238E27FC236}">
                <a16:creationId xmlns:a16="http://schemas.microsoft.com/office/drawing/2014/main" id="{6C42670F-F865-673C-461A-99A20C35AD88}"/>
              </a:ext>
            </a:extLst>
          </p:cNvPr>
          <p:cNvSpPr txBox="1"/>
          <p:nvPr userDrawn="1"/>
        </p:nvSpPr>
        <p:spPr>
          <a:xfrm>
            <a:off x="9174600" y="4344718"/>
            <a:ext cx="5510664" cy="1446550"/>
          </a:xfrm>
          <a:prstGeom prst="rect">
            <a:avLst/>
          </a:prstGeom>
        </p:spPr>
        <p:txBody>
          <a:bodyPr wrap="square" lIns="0" tIns="0" rIns="0" bIns="0" rtlCol="0" anchor="t">
            <a:spAutoFit/>
          </a:bodyPr>
          <a:lstStyle/>
          <a:p>
            <a:pPr>
              <a:lnSpc>
                <a:spcPct val="100000"/>
              </a:lnSpc>
            </a:pPr>
            <a:r>
              <a:rPr lang="pt-BR" sz="4700" noProof="0">
                <a:solidFill>
                  <a:srgbClr val="FFFFFF"/>
                </a:solidFill>
                <a:latin typeface="Poppins Bold"/>
              </a:rPr>
              <a:t>Desenvolvimento de Sistemas</a:t>
            </a:r>
          </a:p>
        </p:txBody>
      </p:sp>
      <p:pic>
        <p:nvPicPr>
          <p:cNvPr id="5" name="Imagem 4">
            <a:extLst>
              <a:ext uri="{FF2B5EF4-FFF2-40B4-BE49-F238E27FC236}">
                <a16:creationId xmlns:a16="http://schemas.microsoft.com/office/drawing/2014/main" id="{7D414402-A314-5722-E6ED-06F8419B3C78}"/>
              </a:ext>
            </a:extLst>
          </p:cNvPr>
          <p:cNvPicPr>
            <a:picLocks/>
          </p:cNvPicPr>
          <p:nvPr userDrawn="1"/>
        </p:nvPicPr>
        <p:blipFill>
          <a:blip r:embed="rId3"/>
          <a:stretch>
            <a:fillRect/>
          </a:stretch>
        </p:blipFill>
        <p:spPr>
          <a:xfrm>
            <a:off x="7243211" y="8078412"/>
            <a:ext cx="3805206" cy="1720803"/>
          </a:xfrm>
          <a:prstGeom prst="rect">
            <a:avLst/>
          </a:prstGeom>
        </p:spPr>
      </p:pic>
    </p:spTree>
    <p:extLst>
      <p:ext uri="{BB962C8B-B14F-4D97-AF65-F5344CB8AC3E}">
        <p14:creationId xmlns:p14="http://schemas.microsoft.com/office/powerpoint/2010/main" val="1774967734"/>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Personalizado" userDrawn="1">
  <p:cSld name="Layout Personalizado">
    <p:spTree>
      <p:nvGrpSpPr>
        <p:cNvPr id="1" name="Shape 10"/>
        <p:cNvGrpSpPr/>
        <p:nvPr/>
      </p:nvGrpSpPr>
      <p:grpSpPr>
        <a:xfrm>
          <a:off x="0" y="0"/>
          <a:ext cx="0" cy="0"/>
          <a:chOff x="0" y="0"/>
          <a:chExt cx="0" cy="0"/>
        </a:xfrm>
      </p:grpSpPr>
      <p:pic>
        <p:nvPicPr>
          <p:cNvPr id="3" name="Google Shape;11;p2">
            <a:extLst>
              <a:ext uri="{FF2B5EF4-FFF2-40B4-BE49-F238E27FC236}">
                <a16:creationId xmlns:a16="http://schemas.microsoft.com/office/drawing/2014/main" id="{CD1033A7-228B-1DA2-EB35-B102BEEA1D77}"/>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8288000" cy="10288800"/>
          </a:xfrm>
          <a:prstGeom prst="rect">
            <a:avLst/>
          </a:prstGeom>
          <a:noFill/>
          <a:ln>
            <a:noFill/>
          </a:ln>
        </p:spPr>
      </p:pic>
      <p:pic>
        <p:nvPicPr>
          <p:cNvPr id="10" name="Imagem 9">
            <a:extLst>
              <a:ext uri="{FF2B5EF4-FFF2-40B4-BE49-F238E27FC236}">
                <a16:creationId xmlns:a16="http://schemas.microsoft.com/office/drawing/2014/main" id="{CCEA9041-85FB-0A0E-AE18-9D3B6AC3A8D6}"/>
              </a:ext>
            </a:extLst>
          </p:cNvPr>
          <p:cNvPicPr>
            <a:picLocks/>
          </p:cNvPicPr>
          <p:nvPr userDrawn="1"/>
        </p:nvPicPr>
        <p:blipFill>
          <a:blip r:embed="rId3"/>
          <a:stretch>
            <a:fillRect/>
          </a:stretch>
        </p:blipFill>
        <p:spPr>
          <a:xfrm>
            <a:off x="0" y="0"/>
            <a:ext cx="12848420" cy="8071212"/>
          </a:xfrm>
          <a:prstGeom prst="rect">
            <a:avLst/>
          </a:prstGeom>
        </p:spPr>
      </p:pic>
      <p:pic>
        <p:nvPicPr>
          <p:cNvPr id="12" name="Imagem 11">
            <a:extLst>
              <a:ext uri="{FF2B5EF4-FFF2-40B4-BE49-F238E27FC236}">
                <a16:creationId xmlns:a16="http://schemas.microsoft.com/office/drawing/2014/main" id="{4090D3F8-EAD9-52DE-CA1B-B3E9E3F81CE7}"/>
              </a:ext>
            </a:extLst>
          </p:cNvPr>
          <p:cNvPicPr>
            <a:picLocks/>
          </p:cNvPicPr>
          <p:nvPr userDrawn="1"/>
        </p:nvPicPr>
        <p:blipFill>
          <a:blip r:embed="rId3"/>
          <a:stretch>
            <a:fillRect/>
          </a:stretch>
        </p:blipFill>
        <p:spPr>
          <a:xfrm>
            <a:off x="0" y="0"/>
            <a:ext cx="12848420" cy="8071212"/>
          </a:xfrm>
          <a:prstGeom prst="rect">
            <a:avLst/>
          </a:prstGeom>
        </p:spPr>
      </p:pic>
      <p:sp>
        <p:nvSpPr>
          <p:cNvPr id="5" name="CaixaDeTexto 4">
            <a:extLst>
              <a:ext uri="{FF2B5EF4-FFF2-40B4-BE49-F238E27FC236}">
                <a16:creationId xmlns:a16="http://schemas.microsoft.com/office/drawing/2014/main" id="{8F753BE2-99F0-4892-173B-5CB027D775FC}"/>
              </a:ext>
            </a:extLst>
          </p:cNvPr>
          <p:cNvSpPr txBox="1"/>
          <p:nvPr userDrawn="1"/>
        </p:nvSpPr>
        <p:spPr>
          <a:xfrm>
            <a:off x="19576473" y="292330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Personalizado" preserve="1" userDrawn="1">
  <p:cSld name="2_Layout Personalizado">
    <p:spTree>
      <p:nvGrpSpPr>
        <p:cNvPr id="1" name="Shape 10"/>
        <p:cNvGrpSpPr/>
        <p:nvPr/>
      </p:nvGrpSpPr>
      <p:grpSpPr>
        <a:xfrm>
          <a:off x="0" y="0"/>
          <a:ext cx="0" cy="0"/>
          <a:chOff x="0" y="0"/>
          <a:chExt cx="0" cy="0"/>
        </a:xfrm>
      </p:grpSpPr>
      <p:pic>
        <p:nvPicPr>
          <p:cNvPr id="6" name="Google Shape;11;p2">
            <a:extLst>
              <a:ext uri="{FF2B5EF4-FFF2-40B4-BE49-F238E27FC236}">
                <a16:creationId xmlns:a16="http://schemas.microsoft.com/office/drawing/2014/main" id="{8A610ACC-90D2-5456-1F39-1F02FE18018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8288000" cy="10288800"/>
          </a:xfrm>
          <a:prstGeom prst="rect">
            <a:avLst/>
          </a:prstGeom>
          <a:noFill/>
          <a:ln>
            <a:noFill/>
          </a:ln>
        </p:spPr>
      </p:pic>
      <p:pic>
        <p:nvPicPr>
          <p:cNvPr id="11" name="Imagem 10">
            <a:extLst>
              <a:ext uri="{FF2B5EF4-FFF2-40B4-BE49-F238E27FC236}">
                <a16:creationId xmlns:a16="http://schemas.microsoft.com/office/drawing/2014/main" id="{CD701C0B-5FC6-328B-98C7-B6DD175E25C9}"/>
              </a:ext>
            </a:extLst>
          </p:cNvPr>
          <p:cNvPicPr>
            <a:picLocks/>
          </p:cNvPicPr>
          <p:nvPr userDrawn="1"/>
        </p:nvPicPr>
        <p:blipFill>
          <a:blip r:embed="rId3"/>
          <a:stretch>
            <a:fillRect/>
          </a:stretch>
        </p:blipFill>
        <p:spPr>
          <a:xfrm>
            <a:off x="0" y="0"/>
            <a:ext cx="12848420" cy="8071212"/>
          </a:xfrm>
          <a:prstGeom prst="rect">
            <a:avLst/>
          </a:prstGeom>
        </p:spPr>
      </p:pic>
      <p:pic>
        <p:nvPicPr>
          <p:cNvPr id="14" name="Imagem 13">
            <a:extLst>
              <a:ext uri="{FF2B5EF4-FFF2-40B4-BE49-F238E27FC236}">
                <a16:creationId xmlns:a16="http://schemas.microsoft.com/office/drawing/2014/main" id="{1E945894-0539-3B92-257C-5769BBE04834}"/>
              </a:ext>
            </a:extLst>
          </p:cNvPr>
          <p:cNvPicPr>
            <a:picLocks/>
          </p:cNvPicPr>
          <p:nvPr userDrawn="1"/>
        </p:nvPicPr>
        <p:blipFill>
          <a:blip r:embed="rId3"/>
          <a:stretch>
            <a:fillRect/>
          </a:stretch>
        </p:blipFill>
        <p:spPr>
          <a:xfrm>
            <a:off x="0" y="0"/>
            <a:ext cx="12848420" cy="8071212"/>
          </a:xfrm>
          <a:prstGeom prst="rect">
            <a:avLst/>
          </a:prstGeom>
        </p:spPr>
      </p:pic>
      <p:sp>
        <p:nvSpPr>
          <p:cNvPr id="5" name="CaixaDeTexto 4">
            <a:extLst>
              <a:ext uri="{FF2B5EF4-FFF2-40B4-BE49-F238E27FC236}">
                <a16:creationId xmlns:a16="http://schemas.microsoft.com/office/drawing/2014/main" id="{8F753BE2-99F0-4892-173B-5CB027D775FC}"/>
              </a:ext>
            </a:extLst>
          </p:cNvPr>
          <p:cNvSpPr txBox="1"/>
          <p:nvPr userDrawn="1"/>
        </p:nvSpPr>
        <p:spPr>
          <a:xfrm>
            <a:off x="19576473" y="292330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2" name="Google Shape;643;p43">
            <a:extLst>
              <a:ext uri="{FF2B5EF4-FFF2-40B4-BE49-F238E27FC236}">
                <a16:creationId xmlns:a16="http://schemas.microsoft.com/office/drawing/2014/main" id="{C48BB9E0-E4E1-D9BE-BCF0-CCC4171FA07E}"/>
              </a:ext>
            </a:extLst>
          </p:cNvPr>
          <p:cNvSpPr txBox="1">
            <a:spLocks/>
          </p:cNvSpPr>
          <p:nvPr userDrawn="1"/>
        </p:nvSpPr>
        <p:spPr>
          <a:xfrm>
            <a:off x="937698" y="3829934"/>
            <a:ext cx="10222120" cy="8031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a:solidFill>
                  <a:srgbClr val="FF161F"/>
                </a:solidFill>
              </a:rPr>
              <a:t>Orientações ao Professor</a:t>
            </a:r>
          </a:p>
        </p:txBody>
      </p:sp>
    </p:spTree>
    <p:extLst>
      <p:ext uri="{BB962C8B-B14F-4D97-AF65-F5344CB8AC3E}">
        <p14:creationId xmlns:p14="http://schemas.microsoft.com/office/powerpoint/2010/main" val="4191410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reserve="1" userDrawn="1">
  <p:cSld name="1_Construindo o conceito">
    <p:spTree>
      <p:nvGrpSpPr>
        <p:cNvPr id="1" name="Shape 16"/>
        <p:cNvGrpSpPr/>
        <p:nvPr/>
      </p:nvGrpSpPr>
      <p:grpSpPr>
        <a:xfrm>
          <a:off x="0" y="0"/>
          <a:ext cx="0" cy="0"/>
          <a:chOff x="0" y="0"/>
          <a:chExt cx="0" cy="0"/>
        </a:xfrm>
      </p:grpSpPr>
      <p:pic>
        <p:nvPicPr>
          <p:cNvPr id="6" name="Google Shape;164;p15">
            <a:extLst>
              <a:ext uri="{FF2B5EF4-FFF2-40B4-BE49-F238E27FC236}">
                <a16:creationId xmlns:a16="http://schemas.microsoft.com/office/drawing/2014/main" id="{2A40035A-46AA-DFA0-4141-7C162F3C6DEC}"/>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r="-3854"/>
          <a:stretch/>
        </p:blipFill>
        <p:spPr>
          <a:xfrm>
            <a:off x="0" y="0"/>
            <a:ext cx="8787534" cy="10287000"/>
          </a:xfrm>
          <a:prstGeom prst="rect">
            <a:avLst/>
          </a:prstGeom>
          <a:noFill/>
          <a:ln>
            <a:noFill/>
          </a:ln>
        </p:spPr>
      </p:pic>
      <p:sp>
        <p:nvSpPr>
          <p:cNvPr id="4" name="Retângulo 3">
            <a:extLst>
              <a:ext uri="{FF2B5EF4-FFF2-40B4-BE49-F238E27FC236}">
                <a16:creationId xmlns:a16="http://schemas.microsoft.com/office/drawing/2014/main" id="{569D7266-D0C4-A44D-9827-A0C02D9BAFF7}"/>
              </a:ext>
            </a:extLst>
          </p:cNvPr>
          <p:cNvSpPr/>
          <p:nvPr userDrawn="1"/>
        </p:nvSpPr>
        <p:spPr>
          <a:xfrm>
            <a:off x="8299521" y="-1"/>
            <a:ext cx="10013430" cy="102855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CaixaDeTexto 4">
            <a:extLst>
              <a:ext uri="{FF2B5EF4-FFF2-40B4-BE49-F238E27FC236}">
                <a16:creationId xmlns:a16="http://schemas.microsoft.com/office/drawing/2014/main" id="{94EF9377-0BC9-8D48-6EB4-411B8F209D6B}"/>
              </a:ext>
            </a:extLst>
          </p:cNvPr>
          <p:cNvSpPr txBox="1"/>
          <p:nvPr userDrawn="1"/>
        </p:nvSpPr>
        <p:spPr>
          <a:xfrm>
            <a:off x="-2203554" y="1514007"/>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12" name="Espaço Reservado para Texto 11">
            <a:extLst>
              <a:ext uri="{FF2B5EF4-FFF2-40B4-BE49-F238E27FC236}">
                <a16:creationId xmlns:a16="http://schemas.microsoft.com/office/drawing/2014/main" id="{5324B01E-494B-5E4B-E130-7F8451233889}"/>
              </a:ext>
            </a:extLst>
          </p:cNvPr>
          <p:cNvSpPr>
            <a:spLocks noGrp="1"/>
          </p:cNvSpPr>
          <p:nvPr>
            <p:ph type="body" sz="quarter" idx="10"/>
          </p:nvPr>
        </p:nvSpPr>
        <p:spPr>
          <a:xfrm>
            <a:off x="1035051" y="3822700"/>
            <a:ext cx="4076596" cy="3313113"/>
          </a:xfrm>
          <a:prstGeom prst="rect">
            <a:avLst/>
          </a:prstGeom>
        </p:spPr>
        <p:txBody>
          <a:bodyPr/>
          <a:lstStyle>
            <a:lvl1pPr>
              <a:defRPr sz="1800"/>
            </a:lvl1pPr>
          </a:lstStyle>
          <a:p>
            <a:pPr lvl="0"/>
            <a:endParaRPr lang="pt-BR"/>
          </a:p>
        </p:txBody>
      </p:sp>
      <p:sp>
        <p:nvSpPr>
          <p:cNvPr id="13" name="Espaço Reservado para Texto 11">
            <a:extLst>
              <a:ext uri="{FF2B5EF4-FFF2-40B4-BE49-F238E27FC236}">
                <a16:creationId xmlns:a16="http://schemas.microsoft.com/office/drawing/2014/main" id="{D70461BD-1593-C70D-1057-4FD1447C604E}"/>
              </a:ext>
            </a:extLst>
          </p:cNvPr>
          <p:cNvSpPr>
            <a:spLocks noGrp="1"/>
          </p:cNvSpPr>
          <p:nvPr>
            <p:ph type="body" sz="quarter" idx="11"/>
          </p:nvPr>
        </p:nvSpPr>
        <p:spPr>
          <a:xfrm>
            <a:off x="12997201" y="404944"/>
            <a:ext cx="4076596" cy="1139044"/>
          </a:xfrm>
          <a:prstGeom prst="rect">
            <a:avLst/>
          </a:prstGeom>
        </p:spPr>
        <p:txBody>
          <a:bodyPr/>
          <a:lstStyle>
            <a:lvl1pPr>
              <a:defRPr sz="1800"/>
            </a:lvl1pPr>
          </a:lstStyle>
          <a:p>
            <a:pPr lvl="0"/>
            <a:endParaRPr lang="pt-BR"/>
          </a:p>
        </p:txBody>
      </p:sp>
      <p:sp>
        <p:nvSpPr>
          <p:cNvPr id="14" name="Espaço Reservado para Texto 11">
            <a:extLst>
              <a:ext uri="{FF2B5EF4-FFF2-40B4-BE49-F238E27FC236}">
                <a16:creationId xmlns:a16="http://schemas.microsoft.com/office/drawing/2014/main" id="{78BE3200-A19B-129C-0001-7074E2293354}"/>
              </a:ext>
            </a:extLst>
          </p:cNvPr>
          <p:cNvSpPr>
            <a:spLocks noGrp="1"/>
          </p:cNvSpPr>
          <p:nvPr>
            <p:ph type="body" sz="quarter" idx="12"/>
          </p:nvPr>
        </p:nvSpPr>
        <p:spPr>
          <a:xfrm>
            <a:off x="12997201" y="1888970"/>
            <a:ext cx="4076596" cy="1139044"/>
          </a:xfrm>
          <a:prstGeom prst="rect">
            <a:avLst/>
          </a:prstGeom>
        </p:spPr>
        <p:txBody>
          <a:bodyPr/>
          <a:lstStyle>
            <a:lvl1pPr>
              <a:defRPr sz="1800"/>
            </a:lvl1pPr>
          </a:lstStyle>
          <a:p>
            <a:pPr lvl="0"/>
            <a:endParaRPr lang="pt-BR"/>
          </a:p>
        </p:txBody>
      </p:sp>
      <p:sp>
        <p:nvSpPr>
          <p:cNvPr id="15" name="Espaço Reservado para Texto 11">
            <a:extLst>
              <a:ext uri="{FF2B5EF4-FFF2-40B4-BE49-F238E27FC236}">
                <a16:creationId xmlns:a16="http://schemas.microsoft.com/office/drawing/2014/main" id="{D5B1F210-DB8A-2C19-6DC1-04B1A4E69F9E}"/>
              </a:ext>
            </a:extLst>
          </p:cNvPr>
          <p:cNvSpPr>
            <a:spLocks noGrp="1"/>
          </p:cNvSpPr>
          <p:nvPr>
            <p:ph type="body" sz="quarter" idx="13"/>
          </p:nvPr>
        </p:nvSpPr>
        <p:spPr>
          <a:xfrm>
            <a:off x="12997201" y="3552879"/>
            <a:ext cx="4076596" cy="1139044"/>
          </a:xfrm>
          <a:prstGeom prst="rect">
            <a:avLst/>
          </a:prstGeom>
        </p:spPr>
        <p:txBody>
          <a:bodyPr/>
          <a:lstStyle>
            <a:lvl1pPr>
              <a:defRPr sz="1800"/>
            </a:lvl1pPr>
          </a:lstStyle>
          <a:p>
            <a:pPr lvl="0"/>
            <a:endParaRPr lang="pt-BR"/>
          </a:p>
        </p:txBody>
      </p:sp>
      <p:sp>
        <p:nvSpPr>
          <p:cNvPr id="16" name="Espaço Reservado para Texto 11">
            <a:extLst>
              <a:ext uri="{FF2B5EF4-FFF2-40B4-BE49-F238E27FC236}">
                <a16:creationId xmlns:a16="http://schemas.microsoft.com/office/drawing/2014/main" id="{AEDDDAF3-00C6-4448-54A0-F213582A9D36}"/>
              </a:ext>
            </a:extLst>
          </p:cNvPr>
          <p:cNvSpPr>
            <a:spLocks noGrp="1"/>
          </p:cNvSpPr>
          <p:nvPr>
            <p:ph type="body" sz="quarter" idx="14"/>
          </p:nvPr>
        </p:nvSpPr>
        <p:spPr>
          <a:xfrm>
            <a:off x="12997201" y="5531581"/>
            <a:ext cx="4076596" cy="1139044"/>
          </a:xfrm>
          <a:prstGeom prst="rect">
            <a:avLst/>
          </a:prstGeom>
        </p:spPr>
        <p:txBody>
          <a:bodyPr/>
          <a:lstStyle>
            <a:lvl1pPr>
              <a:defRPr sz="1800"/>
            </a:lvl1pPr>
          </a:lstStyle>
          <a:p>
            <a:pPr lvl="0"/>
            <a:endParaRPr lang="pt-BR"/>
          </a:p>
        </p:txBody>
      </p:sp>
      <p:sp>
        <p:nvSpPr>
          <p:cNvPr id="17" name="Espaço Reservado para Texto 11">
            <a:extLst>
              <a:ext uri="{FF2B5EF4-FFF2-40B4-BE49-F238E27FC236}">
                <a16:creationId xmlns:a16="http://schemas.microsoft.com/office/drawing/2014/main" id="{33351543-E05B-156E-AB33-2E725E3AE564}"/>
              </a:ext>
            </a:extLst>
          </p:cNvPr>
          <p:cNvSpPr>
            <a:spLocks noGrp="1"/>
          </p:cNvSpPr>
          <p:nvPr>
            <p:ph type="body" sz="quarter" idx="15"/>
          </p:nvPr>
        </p:nvSpPr>
        <p:spPr>
          <a:xfrm>
            <a:off x="12997201" y="7120539"/>
            <a:ext cx="4076596" cy="1139044"/>
          </a:xfrm>
          <a:prstGeom prst="rect">
            <a:avLst/>
          </a:prstGeom>
        </p:spPr>
        <p:txBody>
          <a:bodyPr/>
          <a:lstStyle>
            <a:lvl1pPr>
              <a:defRPr sz="1800"/>
            </a:lvl1pPr>
          </a:lstStyle>
          <a:p>
            <a:pPr lvl="0"/>
            <a:endParaRPr lang="pt-BR"/>
          </a:p>
        </p:txBody>
      </p:sp>
      <p:sp>
        <p:nvSpPr>
          <p:cNvPr id="18" name="Espaço Reservado para Texto 11">
            <a:extLst>
              <a:ext uri="{FF2B5EF4-FFF2-40B4-BE49-F238E27FC236}">
                <a16:creationId xmlns:a16="http://schemas.microsoft.com/office/drawing/2014/main" id="{01D8F84B-5F4E-C2A3-883D-5A1C801EF18C}"/>
              </a:ext>
            </a:extLst>
          </p:cNvPr>
          <p:cNvSpPr>
            <a:spLocks noGrp="1"/>
          </p:cNvSpPr>
          <p:nvPr>
            <p:ph type="body" sz="quarter" idx="16"/>
          </p:nvPr>
        </p:nvSpPr>
        <p:spPr>
          <a:xfrm>
            <a:off x="12997201" y="8709496"/>
            <a:ext cx="4076596" cy="1139044"/>
          </a:xfrm>
          <a:prstGeom prst="rect">
            <a:avLst/>
          </a:prstGeom>
        </p:spPr>
        <p:txBody>
          <a:bodyPr/>
          <a:lstStyle>
            <a:lvl1pPr>
              <a:defRPr sz="1800"/>
            </a:lvl1pPr>
          </a:lstStyle>
          <a:p>
            <a:pPr lvl="0"/>
            <a:endParaRPr lang="pt-BR"/>
          </a:p>
        </p:txBody>
      </p:sp>
      <p:sp>
        <p:nvSpPr>
          <p:cNvPr id="20" name="Espaço Reservado para Imagem 19">
            <a:extLst>
              <a:ext uri="{FF2B5EF4-FFF2-40B4-BE49-F238E27FC236}">
                <a16:creationId xmlns:a16="http://schemas.microsoft.com/office/drawing/2014/main" id="{48712A06-262B-D6D3-C983-0170C2A084D1}"/>
              </a:ext>
            </a:extLst>
          </p:cNvPr>
          <p:cNvSpPr>
            <a:spLocks noGrp="1"/>
          </p:cNvSpPr>
          <p:nvPr>
            <p:ph type="pic" sz="quarter" idx="17"/>
          </p:nvPr>
        </p:nvSpPr>
        <p:spPr>
          <a:xfrm>
            <a:off x="8029575" y="438150"/>
            <a:ext cx="3922713" cy="2274888"/>
          </a:xfrm>
          <a:prstGeom prst="rect">
            <a:avLst/>
          </a:prstGeom>
          <a:solidFill>
            <a:schemeClr val="bg1">
              <a:lumMod val="85000"/>
            </a:schemeClr>
          </a:solidFill>
        </p:spPr>
        <p:txBody>
          <a:bodyPr/>
          <a:lstStyle/>
          <a:p>
            <a:endParaRPr lang="pt-BR"/>
          </a:p>
        </p:txBody>
      </p:sp>
      <p:sp>
        <p:nvSpPr>
          <p:cNvPr id="21" name="Espaço Reservado para Imagem 19">
            <a:extLst>
              <a:ext uri="{FF2B5EF4-FFF2-40B4-BE49-F238E27FC236}">
                <a16:creationId xmlns:a16="http://schemas.microsoft.com/office/drawing/2014/main" id="{0A8B1842-36CA-D18C-45E3-9B8BE54F5233}"/>
              </a:ext>
            </a:extLst>
          </p:cNvPr>
          <p:cNvSpPr>
            <a:spLocks noGrp="1"/>
          </p:cNvSpPr>
          <p:nvPr>
            <p:ph type="pic" sz="quarter" idx="18"/>
          </p:nvPr>
        </p:nvSpPr>
        <p:spPr>
          <a:xfrm>
            <a:off x="8029575" y="3361232"/>
            <a:ext cx="3922713" cy="2274888"/>
          </a:xfrm>
          <a:prstGeom prst="rect">
            <a:avLst/>
          </a:prstGeom>
          <a:solidFill>
            <a:schemeClr val="bg1">
              <a:lumMod val="85000"/>
            </a:schemeClr>
          </a:solidFill>
        </p:spPr>
        <p:txBody>
          <a:bodyPr/>
          <a:lstStyle/>
          <a:p>
            <a:endParaRPr lang="pt-BR"/>
          </a:p>
        </p:txBody>
      </p:sp>
      <p:sp>
        <p:nvSpPr>
          <p:cNvPr id="22" name="Espaço Reservado para Imagem 19">
            <a:extLst>
              <a:ext uri="{FF2B5EF4-FFF2-40B4-BE49-F238E27FC236}">
                <a16:creationId xmlns:a16="http://schemas.microsoft.com/office/drawing/2014/main" id="{9E259D35-9872-B049-FD84-CE39C4A5A725}"/>
              </a:ext>
            </a:extLst>
          </p:cNvPr>
          <p:cNvSpPr>
            <a:spLocks noGrp="1"/>
          </p:cNvSpPr>
          <p:nvPr>
            <p:ph type="pic" sz="quarter" idx="19"/>
          </p:nvPr>
        </p:nvSpPr>
        <p:spPr>
          <a:xfrm>
            <a:off x="8029575" y="5999501"/>
            <a:ext cx="3922713" cy="2274888"/>
          </a:xfrm>
          <a:prstGeom prst="rect">
            <a:avLst/>
          </a:prstGeom>
          <a:solidFill>
            <a:schemeClr val="bg1">
              <a:lumMod val="85000"/>
            </a:schemeClr>
          </a:solidFill>
        </p:spPr>
        <p:txBody>
          <a:bodyPr/>
          <a:lstStyle/>
          <a:p>
            <a:endParaRPr lang="pt-BR"/>
          </a:p>
        </p:txBody>
      </p:sp>
      <p:sp>
        <p:nvSpPr>
          <p:cNvPr id="23" name="Espaço Reservado para Texto 11">
            <a:extLst>
              <a:ext uri="{FF2B5EF4-FFF2-40B4-BE49-F238E27FC236}">
                <a16:creationId xmlns:a16="http://schemas.microsoft.com/office/drawing/2014/main" id="{AE1C7992-8AEB-845F-1366-E5FC6ECA3A5A}"/>
              </a:ext>
            </a:extLst>
          </p:cNvPr>
          <p:cNvSpPr>
            <a:spLocks noGrp="1"/>
          </p:cNvSpPr>
          <p:nvPr>
            <p:ph type="body" sz="quarter" idx="20"/>
          </p:nvPr>
        </p:nvSpPr>
        <p:spPr>
          <a:xfrm>
            <a:off x="8020466" y="2848341"/>
            <a:ext cx="4076596" cy="302847"/>
          </a:xfrm>
          <a:prstGeom prst="rect">
            <a:avLst/>
          </a:prstGeom>
        </p:spPr>
        <p:txBody>
          <a:bodyPr/>
          <a:lstStyle>
            <a:lvl1pPr>
              <a:defRPr sz="1800"/>
            </a:lvl1pPr>
          </a:lstStyle>
          <a:p>
            <a:pPr lvl="0"/>
            <a:endParaRPr lang="pt-BR"/>
          </a:p>
        </p:txBody>
      </p:sp>
      <p:sp>
        <p:nvSpPr>
          <p:cNvPr id="24" name="Espaço Reservado para Texto 11">
            <a:extLst>
              <a:ext uri="{FF2B5EF4-FFF2-40B4-BE49-F238E27FC236}">
                <a16:creationId xmlns:a16="http://schemas.microsoft.com/office/drawing/2014/main" id="{2D6CE238-2CC1-38FE-1D64-155E8DDF5FB2}"/>
              </a:ext>
            </a:extLst>
          </p:cNvPr>
          <p:cNvSpPr>
            <a:spLocks noGrp="1"/>
          </p:cNvSpPr>
          <p:nvPr>
            <p:ph type="body" sz="quarter" idx="21"/>
          </p:nvPr>
        </p:nvSpPr>
        <p:spPr>
          <a:xfrm>
            <a:off x="8020466" y="5726452"/>
            <a:ext cx="4076596" cy="302847"/>
          </a:xfrm>
          <a:prstGeom prst="rect">
            <a:avLst/>
          </a:prstGeom>
        </p:spPr>
        <p:txBody>
          <a:bodyPr/>
          <a:lstStyle>
            <a:lvl1pPr>
              <a:defRPr sz="1800"/>
            </a:lvl1pPr>
          </a:lstStyle>
          <a:p>
            <a:pPr lvl="0"/>
            <a:endParaRPr lang="pt-BR"/>
          </a:p>
        </p:txBody>
      </p:sp>
      <p:sp>
        <p:nvSpPr>
          <p:cNvPr id="25" name="Espaço Reservado para Texto 11">
            <a:extLst>
              <a:ext uri="{FF2B5EF4-FFF2-40B4-BE49-F238E27FC236}">
                <a16:creationId xmlns:a16="http://schemas.microsoft.com/office/drawing/2014/main" id="{CCF79652-1EF4-B51F-5A86-90BD5A7FF41E}"/>
              </a:ext>
            </a:extLst>
          </p:cNvPr>
          <p:cNvSpPr>
            <a:spLocks noGrp="1"/>
          </p:cNvSpPr>
          <p:nvPr>
            <p:ph type="body" sz="quarter" idx="22"/>
          </p:nvPr>
        </p:nvSpPr>
        <p:spPr>
          <a:xfrm>
            <a:off x="8020466" y="8364720"/>
            <a:ext cx="4076596" cy="302847"/>
          </a:xfrm>
          <a:prstGeom prst="rect">
            <a:avLst/>
          </a:prstGeom>
        </p:spPr>
        <p:txBody>
          <a:bodyPr/>
          <a:lstStyle>
            <a:lvl1pPr>
              <a:defRPr sz="1800"/>
            </a:lvl1pPr>
          </a:lstStyle>
          <a:p>
            <a:pPr lvl="0"/>
            <a:endParaRPr lang="pt-BR"/>
          </a:p>
        </p:txBody>
      </p:sp>
      <p:cxnSp>
        <p:nvCxnSpPr>
          <p:cNvPr id="29" name="Google Shape;88;p34">
            <a:extLst>
              <a:ext uri="{FF2B5EF4-FFF2-40B4-BE49-F238E27FC236}">
                <a16:creationId xmlns:a16="http://schemas.microsoft.com/office/drawing/2014/main" id="{A2EE80FD-890E-4D7D-AE29-D84D61A7F32E}"/>
              </a:ext>
            </a:extLst>
          </p:cNvPr>
          <p:cNvCxnSpPr/>
          <p:nvPr userDrawn="1"/>
        </p:nvCxnSpPr>
        <p:spPr>
          <a:xfrm>
            <a:off x="11534273" y="42431"/>
            <a:ext cx="0" cy="10287000"/>
          </a:xfrm>
          <a:prstGeom prst="straightConnector1">
            <a:avLst/>
          </a:prstGeom>
          <a:noFill/>
          <a:ln w="28575" cap="flat" cmpd="sng">
            <a:solidFill>
              <a:schemeClr val="dk1"/>
            </a:solidFill>
            <a:prstDash val="dot"/>
            <a:round/>
            <a:headEnd type="none" w="sm" len="sm"/>
            <a:tailEnd type="none" w="sm" len="sm"/>
          </a:ln>
        </p:spPr>
      </p:cxnSp>
      <p:cxnSp>
        <p:nvCxnSpPr>
          <p:cNvPr id="26" name="Google Shape;89;p34">
            <a:extLst>
              <a:ext uri="{FF2B5EF4-FFF2-40B4-BE49-F238E27FC236}">
                <a16:creationId xmlns:a16="http://schemas.microsoft.com/office/drawing/2014/main" id="{E6CB6094-B327-4FE9-85C2-75046C92B43B}"/>
              </a:ext>
            </a:extLst>
          </p:cNvPr>
          <p:cNvCxnSpPr/>
          <p:nvPr userDrawn="1"/>
        </p:nvCxnSpPr>
        <p:spPr>
          <a:xfrm rot="10800000">
            <a:off x="11091472" y="1514148"/>
            <a:ext cx="5800865" cy="0"/>
          </a:xfrm>
          <a:prstGeom prst="straightConnector1">
            <a:avLst/>
          </a:prstGeom>
          <a:noFill/>
          <a:ln w="19050" cap="flat" cmpd="sng">
            <a:solidFill>
              <a:srgbClr val="F4F4F4"/>
            </a:solidFill>
            <a:prstDash val="solid"/>
            <a:round/>
            <a:headEnd type="diamond" w="med" len="med"/>
            <a:tailEnd type="none" w="sm" len="sm"/>
          </a:ln>
        </p:spPr>
      </p:cxnSp>
      <p:cxnSp>
        <p:nvCxnSpPr>
          <p:cNvPr id="27" name="Google Shape;92;p34">
            <a:extLst>
              <a:ext uri="{FF2B5EF4-FFF2-40B4-BE49-F238E27FC236}">
                <a16:creationId xmlns:a16="http://schemas.microsoft.com/office/drawing/2014/main" id="{752A9B77-04F6-2F45-AE2A-463001DA7DFB}"/>
              </a:ext>
            </a:extLst>
          </p:cNvPr>
          <p:cNvCxnSpPr/>
          <p:nvPr userDrawn="1"/>
        </p:nvCxnSpPr>
        <p:spPr>
          <a:xfrm rot="10800000">
            <a:off x="11091472" y="4591077"/>
            <a:ext cx="5800865" cy="0"/>
          </a:xfrm>
          <a:prstGeom prst="straightConnector1">
            <a:avLst/>
          </a:prstGeom>
          <a:noFill/>
          <a:ln w="19050" cap="flat" cmpd="sng">
            <a:solidFill>
              <a:srgbClr val="F4F4F4"/>
            </a:solidFill>
            <a:prstDash val="solid"/>
            <a:round/>
            <a:headEnd type="diamond" w="med" len="med"/>
            <a:tailEnd type="none" w="sm" len="sm"/>
          </a:ln>
        </p:spPr>
      </p:cxnSp>
      <p:cxnSp>
        <p:nvCxnSpPr>
          <p:cNvPr id="28" name="Google Shape;95;p34">
            <a:extLst>
              <a:ext uri="{FF2B5EF4-FFF2-40B4-BE49-F238E27FC236}">
                <a16:creationId xmlns:a16="http://schemas.microsoft.com/office/drawing/2014/main" id="{BEADF656-22C2-5F8B-EF5F-18B5EE22D464}"/>
              </a:ext>
            </a:extLst>
          </p:cNvPr>
          <p:cNvCxnSpPr/>
          <p:nvPr userDrawn="1"/>
        </p:nvCxnSpPr>
        <p:spPr>
          <a:xfrm rot="10800000">
            <a:off x="11091471" y="7642394"/>
            <a:ext cx="5800865" cy="0"/>
          </a:xfrm>
          <a:prstGeom prst="straightConnector1">
            <a:avLst/>
          </a:prstGeom>
          <a:noFill/>
          <a:ln w="19050" cap="flat" cmpd="sng">
            <a:solidFill>
              <a:srgbClr val="F4F4F4"/>
            </a:solidFill>
            <a:prstDash val="solid"/>
            <a:round/>
            <a:headEnd type="diamond" w="med" len="med"/>
            <a:tailEnd type="none" w="sm" len="sm"/>
          </a:ln>
        </p:spPr>
      </p:cxnSp>
      <p:pic>
        <p:nvPicPr>
          <p:cNvPr id="11" name="Imagem 10">
            <a:extLst>
              <a:ext uri="{FF2B5EF4-FFF2-40B4-BE49-F238E27FC236}">
                <a16:creationId xmlns:a16="http://schemas.microsoft.com/office/drawing/2014/main" id="{C139CDBC-0AF0-9C5E-F18A-0780E7A1E940}"/>
              </a:ext>
            </a:extLst>
          </p:cNvPr>
          <p:cNvPicPr>
            <a:picLocks/>
          </p:cNvPicPr>
          <p:nvPr userDrawn="1"/>
        </p:nvPicPr>
        <p:blipFill>
          <a:blip r:embed="rId3"/>
          <a:stretch>
            <a:fillRect/>
          </a:stretch>
        </p:blipFill>
        <p:spPr>
          <a:xfrm>
            <a:off x="381601" y="327600"/>
            <a:ext cx="3434405" cy="2390404"/>
          </a:xfrm>
          <a:prstGeom prst="rect">
            <a:avLst/>
          </a:prstGeom>
        </p:spPr>
      </p:pic>
      <p:sp>
        <p:nvSpPr>
          <p:cNvPr id="7" name="Google Shape;101;p34">
            <a:extLst>
              <a:ext uri="{FF2B5EF4-FFF2-40B4-BE49-F238E27FC236}">
                <a16:creationId xmlns:a16="http://schemas.microsoft.com/office/drawing/2014/main" id="{606FAC63-7E4F-1C04-DB5A-A68FE33CD612}"/>
              </a:ext>
            </a:extLst>
          </p:cNvPr>
          <p:cNvSpPr txBox="1"/>
          <p:nvPr userDrawn="1"/>
        </p:nvSpPr>
        <p:spPr>
          <a:xfrm>
            <a:off x="743543" y="1014222"/>
            <a:ext cx="2720160"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chemeClr val="lt1"/>
                </a:solidFill>
                <a:latin typeface="Poppins Light" pitchFamily="2" charset="77"/>
                <a:ea typeface="Poppins Medium"/>
                <a:cs typeface="Poppins Light" pitchFamily="2" charset="77"/>
                <a:sym typeface="Poppins Medium"/>
              </a:rPr>
              <a:t>Construindo o</a:t>
            </a:r>
            <a:r>
              <a:rPr lang="pt-BR" sz="3500" b="0" i="0" u="none" strike="noStrike" cap="none">
                <a:solidFill>
                  <a:schemeClr val="lt1"/>
                </a:solidFill>
                <a:latin typeface="Poppins Medium"/>
                <a:ea typeface="Poppins Medium"/>
                <a:cs typeface="Poppins Medium"/>
                <a:sym typeface="Poppins Medium"/>
              </a:rPr>
              <a:t> </a:t>
            </a:r>
            <a:r>
              <a:rPr lang="pt-BR" sz="3500" b="1" i="0" u="none" strike="noStrike" cap="none">
                <a:solidFill>
                  <a:schemeClr val="lt1"/>
                </a:solidFill>
                <a:latin typeface="Poppins"/>
                <a:ea typeface="Poppins"/>
                <a:cs typeface="Poppins"/>
                <a:sym typeface="Poppins"/>
              </a:rPr>
              <a:t>conceito</a:t>
            </a:r>
            <a:endParaRPr sz="3500" b="0" i="0" u="none" strike="noStrike" cap="none">
              <a:solidFill>
                <a:schemeClr val="lt1"/>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649BBA63-7482-E6D1-CC24-EC86DF5C161D}"/>
              </a:ext>
            </a:extLst>
          </p:cNvPr>
          <p:cNvSpPr txBox="1"/>
          <p:nvPr userDrawn="1"/>
        </p:nvSpPr>
        <p:spPr>
          <a:xfrm>
            <a:off x="-1135626" y="929148"/>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982718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1. Conteudo" preserve="1" userDrawn="1">
  <p:cSld name="2_1. Conteudo">
    <p:spTree>
      <p:nvGrpSpPr>
        <p:cNvPr id="1" name="Shape 21"/>
        <p:cNvGrpSpPr/>
        <p:nvPr/>
      </p:nvGrpSpPr>
      <p:grpSpPr>
        <a:xfrm>
          <a:off x="0" y="0"/>
          <a:ext cx="0" cy="0"/>
          <a:chOff x="0" y="0"/>
          <a:chExt cx="0" cy="0"/>
        </a:xfrm>
      </p:grpSpPr>
      <p:pic>
        <p:nvPicPr>
          <p:cNvPr id="6" name="Google Shape;142;p13">
            <a:extLst>
              <a:ext uri="{FF2B5EF4-FFF2-40B4-BE49-F238E27FC236}">
                <a16:creationId xmlns:a16="http://schemas.microsoft.com/office/drawing/2014/main" id="{F07B1DA4-0BE0-8D2F-5B14-D586124A95EE}"/>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0" name="Google Shape;143;p13">
            <a:extLst>
              <a:ext uri="{FF2B5EF4-FFF2-40B4-BE49-F238E27FC236}">
                <a16:creationId xmlns:a16="http://schemas.microsoft.com/office/drawing/2014/main" id="{B59D7DFC-8F64-A1D7-B11E-A2CCF7E244A1}"/>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4762"/>
            <a:ext cx="18288000" cy="852451"/>
          </a:xfrm>
          <a:prstGeom prst="rect">
            <a:avLst/>
          </a:prstGeom>
          <a:noFill/>
          <a:ln>
            <a:noFill/>
          </a:ln>
        </p:spPr>
      </p:pic>
      <p:cxnSp>
        <p:nvCxnSpPr>
          <p:cNvPr id="16" name="Conector reto 136">
            <a:extLst>
              <a:ext uri="{FF2B5EF4-FFF2-40B4-BE49-F238E27FC236}">
                <a16:creationId xmlns:a16="http://schemas.microsoft.com/office/drawing/2014/main" id="{28ED8E59-867A-4118-491D-688DDC058D38}"/>
              </a:ext>
            </a:extLst>
          </p:cNvPr>
          <p:cNvCxnSpPr/>
          <p:nvPr userDrawn="1"/>
        </p:nvCxnSpPr>
        <p:spPr>
          <a:xfrm>
            <a:off x="9135066" y="1261373"/>
            <a:ext cx="0" cy="7651573"/>
          </a:xfrm>
          <a:prstGeom prst="line">
            <a:avLst/>
          </a:prstGeom>
          <a:ln w="38100">
            <a:solidFill>
              <a:srgbClr val="BFBFBF"/>
            </a:solidFill>
          </a:ln>
        </p:spPr>
        <p:style>
          <a:lnRef idx="1">
            <a:schemeClr val="accent1"/>
          </a:lnRef>
          <a:fillRef idx="0">
            <a:schemeClr val="accent1"/>
          </a:fillRef>
          <a:effectRef idx="0">
            <a:schemeClr val="accent1"/>
          </a:effectRef>
          <a:fontRef idx="minor">
            <a:schemeClr val="tx1"/>
          </a:fontRef>
        </p:style>
      </p:cxnSp>
      <p:sp>
        <p:nvSpPr>
          <p:cNvPr id="30" name="Google Shape;30;p31">
            <a:extLst>
              <a:ext uri="{FF2B5EF4-FFF2-40B4-BE49-F238E27FC236}">
                <a16:creationId xmlns:a16="http://schemas.microsoft.com/office/drawing/2014/main" id="{FB7070B6-E757-A6E0-8016-A32842AE691E}"/>
              </a:ext>
            </a:extLst>
          </p:cNvPr>
          <p:cNvSpPr txBox="1"/>
          <p:nvPr userDrawn="1"/>
        </p:nvSpPr>
        <p:spPr>
          <a:xfrm>
            <a:off x="2201317" y="1328935"/>
            <a:ext cx="6068031"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Objetivos da aula</a:t>
            </a:r>
            <a:endParaRPr sz="2700" b="1" i="0" u="none" strike="noStrike" cap="none">
              <a:solidFill>
                <a:srgbClr val="000000"/>
              </a:solidFill>
              <a:latin typeface="Poppins"/>
              <a:ea typeface="Poppins"/>
              <a:cs typeface="Poppins"/>
              <a:sym typeface="Poppins"/>
            </a:endParaRPr>
          </a:p>
        </p:txBody>
      </p:sp>
      <p:sp>
        <p:nvSpPr>
          <p:cNvPr id="51" name="Google Shape;29;p31">
            <a:extLst>
              <a:ext uri="{FF2B5EF4-FFF2-40B4-BE49-F238E27FC236}">
                <a16:creationId xmlns:a16="http://schemas.microsoft.com/office/drawing/2014/main" id="{741C94F6-1F01-E259-385F-4E743D12E89E}"/>
              </a:ext>
            </a:extLst>
          </p:cNvPr>
          <p:cNvSpPr txBox="1"/>
          <p:nvPr userDrawn="1"/>
        </p:nvSpPr>
        <p:spPr>
          <a:xfrm>
            <a:off x="11200516" y="1328480"/>
            <a:ext cx="6452345"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Habilidades técnicas</a:t>
            </a:r>
            <a:endParaRPr lang="pt-BR" sz="1400" b="0" i="0" u="none" strike="noStrike" cap="none">
              <a:solidFill>
                <a:srgbClr val="000000"/>
              </a:solidFill>
              <a:latin typeface="Poppins"/>
              <a:ea typeface="Poppins"/>
              <a:cs typeface="Poppins"/>
              <a:sym typeface="Poppins"/>
            </a:endParaRPr>
          </a:p>
        </p:txBody>
      </p:sp>
      <p:sp>
        <p:nvSpPr>
          <p:cNvPr id="52" name="Google Shape;27;p31">
            <a:extLst>
              <a:ext uri="{FF2B5EF4-FFF2-40B4-BE49-F238E27FC236}">
                <a16:creationId xmlns:a16="http://schemas.microsoft.com/office/drawing/2014/main" id="{D3A1B340-B3C1-6E5A-098C-780E2B17C68B}"/>
              </a:ext>
            </a:extLst>
          </p:cNvPr>
          <p:cNvSpPr txBox="1"/>
          <p:nvPr userDrawn="1"/>
        </p:nvSpPr>
        <p:spPr>
          <a:xfrm>
            <a:off x="2149782" y="4366136"/>
            <a:ext cx="5053542"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Recursos didáticos</a:t>
            </a:r>
            <a:endParaRPr sz="1400" b="0" i="0" u="none" strike="noStrike" cap="none">
              <a:solidFill>
                <a:srgbClr val="000000"/>
              </a:solidFill>
              <a:latin typeface="Poppins"/>
              <a:ea typeface="Poppins"/>
              <a:cs typeface="Poppins"/>
              <a:sym typeface="Poppins"/>
            </a:endParaRPr>
          </a:p>
        </p:txBody>
      </p:sp>
      <p:sp>
        <p:nvSpPr>
          <p:cNvPr id="53" name="Google Shape;28;p31">
            <a:extLst>
              <a:ext uri="{FF2B5EF4-FFF2-40B4-BE49-F238E27FC236}">
                <a16:creationId xmlns:a16="http://schemas.microsoft.com/office/drawing/2014/main" id="{5B559A0E-AD04-115A-BF39-7DBA374B9335}"/>
              </a:ext>
            </a:extLst>
          </p:cNvPr>
          <p:cNvSpPr txBox="1"/>
          <p:nvPr userDrawn="1"/>
        </p:nvSpPr>
        <p:spPr>
          <a:xfrm>
            <a:off x="2168198" y="6974477"/>
            <a:ext cx="4900873"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Duração da aula</a:t>
            </a:r>
            <a:endParaRPr sz="1400" b="0" i="0" u="none" strike="noStrike" cap="none">
              <a:solidFill>
                <a:srgbClr val="000000"/>
              </a:solidFill>
              <a:latin typeface="Poppins"/>
              <a:ea typeface="Poppins"/>
              <a:cs typeface="Poppins"/>
              <a:sym typeface="Poppins"/>
            </a:endParaRPr>
          </a:p>
        </p:txBody>
      </p:sp>
      <p:sp>
        <p:nvSpPr>
          <p:cNvPr id="54" name="Google Shape;29;p31">
            <a:extLst>
              <a:ext uri="{FF2B5EF4-FFF2-40B4-BE49-F238E27FC236}">
                <a16:creationId xmlns:a16="http://schemas.microsoft.com/office/drawing/2014/main" id="{EE47DDFB-5B6D-7333-B980-89821CD5C453}"/>
              </a:ext>
            </a:extLst>
          </p:cNvPr>
          <p:cNvSpPr txBox="1"/>
          <p:nvPr userDrawn="1"/>
        </p:nvSpPr>
        <p:spPr>
          <a:xfrm>
            <a:off x="11200516" y="4673913"/>
            <a:ext cx="6571620"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Habilidades socioemocionais</a:t>
            </a:r>
            <a:endParaRPr lang="pt-BR" sz="1400" b="0" i="0" u="none" strike="noStrike" cap="none">
              <a:solidFill>
                <a:srgbClr val="000000"/>
              </a:solidFill>
              <a:latin typeface="Poppins"/>
              <a:ea typeface="Poppins"/>
              <a:cs typeface="Poppins"/>
              <a:sym typeface="Poppins"/>
            </a:endParaRPr>
          </a:p>
        </p:txBody>
      </p:sp>
      <p:sp>
        <p:nvSpPr>
          <p:cNvPr id="55" name="CaixaDeTexto 54">
            <a:extLst>
              <a:ext uri="{FF2B5EF4-FFF2-40B4-BE49-F238E27FC236}">
                <a16:creationId xmlns:a16="http://schemas.microsoft.com/office/drawing/2014/main" id="{40945717-DA64-748C-A1D1-9DD06F304E75}"/>
              </a:ext>
            </a:extLst>
          </p:cNvPr>
          <p:cNvSpPr txBox="1"/>
          <p:nvPr userDrawn="1"/>
        </p:nvSpPr>
        <p:spPr>
          <a:xfrm>
            <a:off x="7076661" y="3366052"/>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6" name="Google Shape;359;p5">
            <a:extLst>
              <a:ext uri="{FF2B5EF4-FFF2-40B4-BE49-F238E27FC236}">
                <a16:creationId xmlns:a16="http://schemas.microsoft.com/office/drawing/2014/main" id="{0B37A977-D54F-7CA4-065E-4F5646195719}"/>
              </a:ext>
            </a:extLst>
          </p:cNvPr>
          <p:cNvSpPr txBox="1"/>
          <p:nvPr userDrawn="1"/>
        </p:nvSpPr>
        <p:spPr>
          <a:xfrm>
            <a:off x="2093342" y="7576950"/>
            <a:ext cx="2585709" cy="400069"/>
          </a:xfrm>
          <a:prstGeom prst="rect">
            <a:avLst/>
          </a:prstGeom>
          <a:solidFill>
            <a:schemeClr val="lt1"/>
          </a:solidFill>
          <a:ln>
            <a:noFill/>
          </a:ln>
        </p:spPr>
        <p:style>
          <a:lnRef idx="0">
            <a:scrgbClr r="0" g="0" b="0"/>
          </a:lnRef>
          <a:fillRef idx="0">
            <a:scrgbClr r="0" g="0" b="0"/>
          </a:fillRef>
          <a:effectRef idx="0">
            <a:scrgbClr r="0" g="0" b="0"/>
          </a:effectRef>
          <a:fontRef idx="major"/>
        </p:style>
        <p:txBody>
          <a:bodyPr spcFirstLastPara="1" wrap="square" lIns="91425" tIns="45700" rIns="91425" bIns="4570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00000"/>
              </a:lnSpc>
              <a:spcBef>
                <a:spcPts val="0"/>
              </a:spcBef>
              <a:spcAft>
                <a:spcPts val="0"/>
              </a:spcAft>
              <a:buClr>
                <a:srgbClr val="000000"/>
              </a:buClr>
              <a:buSzPts val="2400"/>
              <a:buFont typeface="Arial"/>
              <a:buNone/>
            </a:pPr>
            <a:r>
              <a:rPr lang="pt-BR" sz="2000" b="0" i="0" u="none" strike="noStrike" cap="none" dirty="0">
                <a:solidFill>
                  <a:srgbClr val="000000"/>
                </a:solidFill>
                <a:latin typeface="Poppins" panose="00000500000000000000" pitchFamily="2" charset="0"/>
                <a:ea typeface="Arial"/>
                <a:cs typeface="Poppins" panose="00000500000000000000" pitchFamily="2" charset="0"/>
                <a:sym typeface="Arial"/>
              </a:rPr>
              <a:t>50 minutos.</a:t>
            </a:r>
          </a:p>
        </p:txBody>
      </p:sp>
      <p:sp>
        <p:nvSpPr>
          <p:cNvPr id="57" name="Espaço Reservado para Texto 7">
            <a:extLst>
              <a:ext uri="{FF2B5EF4-FFF2-40B4-BE49-F238E27FC236}">
                <a16:creationId xmlns:a16="http://schemas.microsoft.com/office/drawing/2014/main" id="{9D3B3D7B-3AB2-D2E0-42C8-BEE1A273FFA1}"/>
              </a:ext>
            </a:extLst>
          </p:cNvPr>
          <p:cNvSpPr>
            <a:spLocks noGrp="1"/>
          </p:cNvSpPr>
          <p:nvPr>
            <p:ph type="body" sz="quarter" idx="10"/>
          </p:nvPr>
        </p:nvSpPr>
        <p:spPr>
          <a:xfrm>
            <a:off x="2201863" y="2085975"/>
            <a:ext cx="6067478" cy="2096544"/>
          </a:xfrm>
          <a:prstGeom prst="rect">
            <a:avLst/>
          </a:prstGeom>
        </p:spPr>
        <p:txBody>
          <a:bodyPr/>
          <a:lstStyle>
            <a:lvl1pPr marL="342900" indent="-342900">
              <a:buClr>
                <a:schemeClr val="tx1"/>
              </a:buClr>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58" name="Espaço Reservado para Texto 7">
            <a:extLst>
              <a:ext uri="{FF2B5EF4-FFF2-40B4-BE49-F238E27FC236}">
                <a16:creationId xmlns:a16="http://schemas.microsoft.com/office/drawing/2014/main" id="{2B4474D7-F7C1-8A04-F7F3-06AE90E020C9}"/>
              </a:ext>
            </a:extLst>
          </p:cNvPr>
          <p:cNvSpPr>
            <a:spLocks noGrp="1"/>
          </p:cNvSpPr>
          <p:nvPr>
            <p:ph type="body" sz="quarter" idx="11"/>
          </p:nvPr>
        </p:nvSpPr>
        <p:spPr>
          <a:xfrm>
            <a:off x="11201062" y="2033198"/>
            <a:ext cx="6067478" cy="2332938"/>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59" name="Espaço Reservado para Texto 7">
            <a:extLst>
              <a:ext uri="{FF2B5EF4-FFF2-40B4-BE49-F238E27FC236}">
                <a16:creationId xmlns:a16="http://schemas.microsoft.com/office/drawing/2014/main" id="{750A0485-F79D-BB58-9F3F-FA9A8926590E}"/>
              </a:ext>
            </a:extLst>
          </p:cNvPr>
          <p:cNvSpPr>
            <a:spLocks noGrp="1"/>
          </p:cNvSpPr>
          <p:nvPr>
            <p:ph type="body" sz="quarter" idx="12"/>
          </p:nvPr>
        </p:nvSpPr>
        <p:spPr>
          <a:xfrm>
            <a:off x="11201062" y="5473994"/>
            <a:ext cx="6067478" cy="2385257"/>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60" name="Espaço Reservado para Texto 7">
            <a:extLst>
              <a:ext uri="{FF2B5EF4-FFF2-40B4-BE49-F238E27FC236}">
                <a16:creationId xmlns:a16="http://schemas.microsoft.com/office/drawing/2014/main" id="{E690A38C-21A5-1DD3-8FD9-05A05F954A38}"/>
              </a:ext>
            </a:extLst>
          </p:cNvPr>
          <p:cNvSpPr>
            <a:spLocks noGrp="1"/>
          </p:cNvSpPr>
          <p:nvPr>
            <p:ph type="body" sz="quarter" idx="13"/>
          </p:nvPr>
        </p:nvSpPr>
        <p:spPr>
          <a:xfrm>
            <a:off x="2165273" y="5234349"/>
            <a:ext cx="6067478" cy="1568360"/>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61" name="Google Shape;26;p31">
            <a:extLst>
              <a:ext uri="{FF2B5EF4-FFF2-40B4-BE49-F238E27FC236}">
                <a16:creationId xmlns:a16="http://schemas.microsoft.com/office/drawing/2014/main" id="{94671E74-5053-0B75-2554-2EC14FBC543F}"/>
              </a:ext>
            </a:extLst>
          </p:cNvPr>
          <p:cNvSpPr/>
          <p:nvPr userDrawn="1"/>
        </p:nvSpPr>
        <p:spPr>
          <a:xfrm>
            <a:off x="807426" y="1440121"/>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62" name="Google Shape;34;p31">
            <a:extLst>
              <a:ext uri="{FF2B5EF4-FFF2-40B4-BE49-F238E27FC236}">
                <a16:creationId xmlns:a16="http://schemas.microsoft.com/office/drawing/2014/main" id="{094CE120-6DC2-B836-C78B-958857E32918}"/>
              </a:ext>
            </a:extLst>
          </p:cNvPr>
          <p:cNvGrpSpPr/>
          <p:nvPr userDrawn="1"/>
        </p:nvGrpSpPr>
        <p:grpSpPr>
          <a:xfrm>
            <a:off x="984626" y="1586920"/>
            <a:ext cx="642753" cy="642752"/>
            <a:chOff x="9358184" y="2764785"/>
            <a:chExt cx="495514" cy="495513"/>
          </a:xfrm>
        </p:grpSpPr>
        <p:grpSp>
          <p:nvGrpSpPr>
            <p:cNvPr id="63" name="Google Shape;35;p31">
              <a:extLst>
                <a:ext uri="{FF2B5EF4-FFF2-40B4-BE49-F238E27FC236}">
                  <a16:creationId xmlns:a16="http://schemas.microsoft.com/office/drawing/2014/main" id="{E46B2FE3-266B-CF02-D8D2-75497E399F1B}"/>
                </a:ext>
              </a:extLst>
            </p:cNvPr>
            <p:cNvGrpSpPr/>
            <p:nvPr/>
          </p:nvGrpSpPr>
          <p:grpSpPr>
            <a:xfrm>
              <a:off x="9358184" y="2802389"/>
              <a:ext cx="457909" cy="457909"/>
              <a:chOff x="9358184" y="2802389"/>
              <a:chExt cx="457909" cy="457909"/>
            </a:xfrm>
          </p:grpSpPr>
          <p:sp>
            <p:nvSpPr>
              <p:cNvPr id="66" name="Google Shape;36;p31">
                <a:extLst>
                  <a:ext uri="{FF2B5EF4-FFF2-40B4-BE49-F238E27FC236}">
                    <a16:creationId xmlns:a16="http://schemas.microsoft.com/office/drawing/2014/main" id="{E21811E9-DB1E-1BA0-75E9-117F29646F68}"/>
                  </a:ext>
                </a:extLst>
              </p:cNvPr>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7" name="Google Shape;37;p31">
                <a:extLst>
                  <a:ext uri="{FF2B5EF4-FFF2-40B4-BE49-F238E27FC236}">
                    <a16:creationId xmlns:a16="http://schemas.microsoft.com/office/drawing/2014/main" id="{A2F25380-A4F9-BF9A-F39B-9E7A4E5B43A3}"/>
                  </a:ext>
                </a:extLst>
              </p:cNvPr>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8" name="Google Shape;38;p31">
                <a:extLst>
                  <a:ext uri="{FF2B5EF4-FFF2-40B4-BE49-F238E27FC236}">
                    <a16:creationId xmlns:a16="http://schemas.microsoft.com/office/drawing/2014/main" id="{6A2B401C-3625-8C2F-E46D-458CF073E15D}"/>
                  </a:ext>
                </a:extLst>
              </p:cNvPr>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64" name="Google Shape;39;p31">
              <a:extLst>
                <a:ext uri="{FF2B5EF4-FFF2-40B4-BE49-F238E27FC236}">
                  <a16:creationId xmlns:a16="http://schemas.microsoft.com/office/drawing/2014/main" id="{8F00A6C3-B77A-F07E-05FF-EF372511D07A}"/>
                </a:ext>
              </a:extLst>
            </p:cNvPr>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5" name="Google Shape;40;p31">
              <a:extLst>
                <a:ext uri="{FF2B5EF4-FFF2-40B4-BE49-F238E27FC236}">
                  <a16:creationId xmlns:a16="http://schemas.microsoft.com/office/drawing/2014/main" id="{C568D4FE-9F66-CAB7-A0D0-1D65DBFCBB6A}"/>
                </a:ext>
              </a:extLst>
            </p:cNvPr>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69" name="Google Shape;42;p31">
            <a:extLst>
              <a:ext uri="{FF2B5EF4-FFF2-40B4-BE49-F238E27FC236}">
                <a16:creationId xmlns:a16="http://schemas.microsoft.com/office/drawing/2014/main" id="{9872EE60-7A4F-1BA5-6C65-F74323570E69}"/>
              </a:ext>
            </a:extLst>
          </p:cNvPr>
          <p:cNvSpPr/>
          <p:nvPr userDrawn="1"/>
        </p:nvSpPr>
        <p:spPr>
          <a:xfrm>
            <a:off x="771809" y="4448751"/>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70" name="Google Shape;44;p31">
            <a:extLst>
              <a:ext uri="{FF2B5EF4-FFF2-40B4-BE49-F238E27FC236}">
                <a16:creationId xmlns:a16="http://schemas.microsoft.com/office/drawing/2014/main" id="{E7AF0D48-4EAB-4341-56B9-E5180E18D687}"/>
              </a:ext>
            </a:extLst>
          </p:cNvPr>
          <p:cNvGrpSpPr/>
          <p:nvPr userDrawn="1"/>
        </p:nvGrpSpPr>
        <p:grpSpPr>
          <a:xfrm>
            <a:off x="949009" y="4644751"/>
            <a:ext cx="729196" cy="721749"/>
            <a:chOff x="8278989" y="8660413"/>
            <a:chExt cx="568927" cy="563118"/>
          </a:xfrm>
        </p:grpSpPr>
        <p:grpSp>
          <p:nvGrpSpPr>
            <p:cNvPr id="71" name="Google Shape;45;p31">
              <a:extLst>
                <a:ext uri="{FF2B5EF4-FFF2-40B4-BE49-F238E27FC236}">
                  <a16:creationId xmlns:a16="http://schemas.microsoft.com/office/drawing/2014/main" id="{25EE43B4-55D5-638C-B8E0-7683EE07DEFE}"/>
                </a:ext>
              </a:extLst>
            </p:cNvPr>
            <p:cNvGrpSpPr/>
            <p:nvPr/>
          </p:nvGrpSpPr>
          <p:grpSpPr>
            <a:xfrm>
              <a:off x="8278989" y="8852628"/>
              <a:ext cx="265651" cy="370903"/>
              <a:chOff x="8278989" y="8852628"/>
              <a:chExt cx="265651" cy="370903"/>
            </a:xfrm>
          </p:grpSpPr>
          <p:sp>
            <p:nvSpPr>
              <p:cNvPr id="75" name="Google Shape;46;p31">
                <a:extLst>
                  <a:ext uri="{FF2B5EF4-FFF2-40B4-BE49-F238E27FC236}">
                    <a16:creationId xmlns:a16="http://schemas.microsoft.com/office/drawing/2014/main" id="{D06AC268-D753-3703-84A7-70B8CEE1953D}"/>
                  </a:ext>
                </a:extLst>
              </p:cNvPr>
              <p:cNvSpPr/>
              <p:nvPr/>
            </p:nvSpPr>
            <p:spPr>
              <a:xfrm>
                <a:off x="8358808" y="8932770"/>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6" name="Google Shape;47;p31">
                <a:extLst>
                  <a:ext uri="{FF2B5EF4-FFF2-40B4-BE49-F238E27FC236}">
                    <a16:creationId xmlns:a16="http://schemas.microsoft.com/office/drawing/2014/main" id="{3CA9B3D1-6574-F459-2D19-20757E9DA548}"/>
                  </a:ext>
                </a:extLst>
              </p:cNvPr>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72" name="Google Shape;48;p31">
              <a:extLst>
                <a:ext uri="{FF2B5EF4-FFF2-40B4-BE49-F238E27FC236}">
                  <a16:creationId xmlns:a16="http://schemas.microsoft.com/office/drawing/2014/main" id="{9C48133A-5E44-59D4-D07A-9F4DA1DB4FB6}"/>
                </a:ext>
              </a:extLst>
            </p:cNvPr>
            <p:cNvSpPr/>
            <p:nvPr/>
          </p:nvSpPr>
          <p:spPr>
            <a:xfrm>
              <a:off x="8397765" y="8660413"/>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3" name="Google Shape;49;p31">
              <a:extLst>
                <a:ext uri="{FF2B5EF4-FFF2-40B4-BE49-F238E27FC236}">
                  <a16:creationId xmlns:a16="http://schemas.microsoft.com/office/drawing/2014/main" id="{52692079-AC69-2A35-9041-6474957E1B76}"/>
                </a:ext>
              </a:extLst>
            </p:cNvPr>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4" name="Google Shape;50;p31">
              <a:extLst>
                <a:ext uri="{FF2B5EF4-FFF2-40B4-BE49-F238E27FC236}">
                  <a16:creationId xmlns:a16="http://schemas.microsoft.com/office/drawing/2014/main" id="{DF1F27D0-EFFF-7207-95F6-31380C6AD755}"/>
                </a:ext>
              </a:extLst>
            </p:cNvPr>
            <p:cNvSpPr/>
            <p:nvPr/>
          </p:nvSpPr>
          <p:spPr>
            <a:xfrm>
              <a:off x="8533211" y="8750044"/>
              <a:ext cx="314705" cy="225171"/>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77" name="Google Shape;43;p31">
            <a:extLst>
              <a:ext uri="{FF2B5EF4-FFF2-40B4-BE49-F238E27FC236}">
                <a16:creationId xmlns:a16="http://schemas.microsoft.com/office/drawing/2014/main" id="{6105EC4C-2897-6550-3658-7F87FDA2E46D}"/>
              </a:ext>
            </a:extLst>
          </p:cNvPr>
          <p:cNvSpPr/>
          <p:nvPr userDrawn="1"/>
        </p:nvSpPr>
        <p:spPr>
          <a:xfrm>
            <a:off x="774307" y="7050150"/>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8" name="Google Shape;51;p31">
            <a:extLst>
              <a:ext uri="{FF2B5EF4-FFF2-40B4-BE49-F238E27FC236}">
                <a16:creationId xmlns:a16="http://schemas.microsoft.com/office/drawing/2014/main" id="{73A799AF-B157-40EC-DCBE-B8FCFBE7F3C5}"/>
              </a:ext>
            </a:extLst>
          </p:cNvPr>
          <p:cNvPicPr preferRelativeResize="0"/>
          <p:nvPr userDrawn="1"/>
        </p:nvPicPr>
        <p:blipFill rotWithShape="1">
          <a:blip r:embed="rId4" cstate="hqprint">
            <a:alphaModFix/>
            <a:extLst>
              <a:ext uri="{28A0092B-C50C-407E-A947-70E740481C1C}">
                <a14:useLocalDpi xmlns:a14="http://schemas.microsoft.com/office/drawing/2010/main"/>
              </a:ext>
            </a:extLst>
          </a:blip>
          <a:srcRect/>
          <a:stretch/>
        </p:blipFill>
        <p:spPr>
          <a:xfrm>
            <a:off x="988375" y="7287873"/>
            <a:ext cx="571378" cy="571378"/>
          </a:xfrm>
          <a:prstGeom prst="rect">
            <a:avLst/>
          </a:prstGeom>
          <a:noFill/>
          <a:ln>
            <a:noFill/>
          </a:ln>
        </p:spPr>
      </p:pic>
      <p:sp>
        <p:nvSpPr>
          <p:cNvPr id="79" name="Google Shape;41;p31">
            <a:extLst>
              <a:ext uri="{FF2B5EF4-FFF2-40B4-BE49-F238E27FC236}">
                <a16:creationId xmlns:a16="http://schemas.microsoft.com/office/drawing/2014/main" id="{B3B56EED-70D4-931C-A420-FE71A037A5B3}"/>
              </a:ext>
            </a:extLst>
          </p:cNvPr>
          <p:cNvSpPr/>
          <p:nvPr userDrawn="1"/>
        </p:nvSpPr>
        <p:spPr>
          <a:xfrm>
            <a:off x="9806625" y="1462223"/>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80" name="Google Shape;52;p31">
            <a:extLst>
              <a:ext uri="{FF2B5EF4-FFF2-40B4-BE49-F238E27FC236}">
                <a16:creationId xmlns:a16="http://schemas.microsoft.com/office/drawing/2014/main" id="{150405F6-AD92-3E93-A0F2-62123F63C231}"/>
              </a:ext>
            </a:extLst>
          </p:cNvPr>
          <p:cNvGrpSpPr/>
          <p:nvPr userDrawn="1"/>
        </p:nvGrpSpPr>
        <p:grpSpPr>
          <a:xfrm>
            <a:off x="9964992" y="1615822"/>
            <a:ext cx="709176" cy="652866"/>
            <a:chOff x="8560697" y="2808577"/>
            <a:chExt cx="496370" cy="456957"/>
          </a:xfrm>
        </p:grpSpPr>
        <p:sp>
          <p:nvSpPr>
            <p:cNvPr id="81" name="Google Shape;53;p31">
              <a:extLst>
                <a:ext uri="{FF2B5EF4-FFF2-40B4-BE49-F238E27FC236}">
                  <a16:creationId xmlns:a16="http://schemas.microsoft.com/office/drawing/2014/main" id="{E89D22AA-CDF5-F8EF-533A-455BBF7ED376}"/>
                </a:ext>
              </a:extLst>
            </p:cNvPr>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82" name="Google Shape;54;p31">
              <a:extLst>
                <a:ext uri="{FF2B5EF4-FFF2-40B4-BE49-F238E27FC236}">
                  <a16:creationId xmlns:a16="http://schemas.microsoft.com/office/drawing/2014/main" id="{34CAB52C-B8E8-A6A1-22C9-58CFDA6BF939}"/>
                </a:ext>
              </a:extLst>
            </p:cNvPr>
            <p:cNvGrpSpPr/>
            <p:nvPr/>
          </p:nvGrpSpPr>
          <p:grpSpPr>
            <a:xfrm>
              <a:off x="8560697" y="2875026"/>
              <a:ext cx="496370" cy="324059"/>
              <a:chOff x="8560697" y="2875026"/>
              <a:chExt cx="496370" cy="324059"/>
            </a:xfrm>
          </p:grpSpPr>
          <p:sp>
            <p:nvSpPr>
              <p:cNvPr id="83" name="Google Shape;55;p31">
                <a:extLst>
                  <a:ext uri="{FF2B5EF4-FFF2-40B4-BE49-F238E27FC236}">
                    <a16:creationId xmlns:a16="http://schemas.microsoft.com/office/drawing/2014/main" id="{0380A354-0C36-FBBD-5A99-BEB6A92922F2}"/>
                  </a:ext>
                </a:extLst>
              </p:cNvPr>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4" name="Google Shape;56;p31">
                <a:extLst>
                  <a:ext uri="{FF2B5EF4-FFF2-40B4-BE49-F238E27FC236}">
                    <a16:creationId xmlns:a16="http://schemas.microsoft.com/office/drawing/2014/main" id="{B3EF03DC-1D7C-1510-0CD0-0F69395B797F}"/>
                  </a:ext>
                </a:extLst>
              </p:cNvPr>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5" name="Google Shape;57;p31">
                <a:extLst>
                  <a:ext uri="{FF2B5EF4-FFF2-40B4-BE49-F238E27FC236}">
                    <a16:creationId xmlns:a16="http://schemas.microsoft.com/office/drawing/2014/main" id="{42F9CEE5-E68B-076C-BB6F-7A025F686840}"/>
                  </a:ext>
                </a:extLst>
              </p:cNvPr>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6" name="Google Shape;58;p31">
                <a:extLst>
                  <a:ext uri="{FF2B5EF4-FFF2-40B4-BE49-F238E27FC236}">
                    <a16:creationId xmlns:a16="http://schemas.microsoft.com/office/drawing/2014/main" id="{99B7DFE5-0CDE-9C9C-3FD3-49285C4CFB39}"/>
                  </a:ext>
                </a:extLst>
              </p:cNvPr>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7" name="Google Shape;59;p31">
                <a:extLst>
                  <a:ext uri="{FF2B5EF4-FFF2-40B4-BE49-F238E27FC236}">
                    <a16:creationId xmlns:a16="http://schemas.microsoft.com/office/drawing/2014/main" id="{0F963431-0407-0C32-190B-BA13628B3689}"/>
                  </a:ext>
                </a:extLst>
              </p:cNvPr>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8" name="Google Shape;60;p31">
                <a:extLst>
                  <a:ext uri="{FF2B5EF4-FFF2-40B4-BE49-F238E27FC236}">
                    <a16:creationId xmlns:a16="http://schemas.microsoft.com/office/drawing/2014/main" id="{F439FC39-5565-97D2-9A14-46058DB5EF62}"/>
                  </a:ext>
                </a:extLst>
              </p:cNvPr>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sp>
        <p:nvSpPr>
          <p:cNvPr id="89" name="Google Shape;41;p31">
            <a:extLst>
              <a:ext uri="{FF2B5EF4-FFF2-40B4-BE49-F238E27FC236}">
                <a16:creationId xmlns:a16="http://schemas.microsoft.com/office/drawing/2014/main" id="{4FB79224-C783-AB92-7785-7C018D12A249}"/>
              </a:ext>
            </a:extLst>
          </p:cNvPr>
          <p:cNvSpPr/>
          <p:nvPr userDrawn="1"/>
        </p:nvSpPr>
        <p:spPr>
          <a:xfrm>
            <a:off x="9806625" y="4717036"/>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0" name="Google Shape;2215;p100">
            <a:extLst>
              <a:ext uri="{FF2B5EF4-FFF2-40B4-BE49-F238E27FC236}">
                <a16:creationId xmlns:a16="http://schemas.microsoft.com/office/drawing/2014/main" id="{0E0D728E-3A33-4EF4-5212-177932EB7D37}"/>
              </a:ext>
            </a:extLst>
          </p:cNvPr>
          <p:cNvSpPr/>
          <p:nvPr userDrawn="1"/>
        </p:nvSpPr>
        <p:spPr>
          <a:xfrm>
            <a:off x="9956978" y="4878913"/>
            <a:ext cx="687995" cy="687841"/>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 name="CaixaDeTexto 7">
            <a:extLst>
              <a:ext uri="{FF2B5EF4-FFF2-40B4-BE49-F238E27FC236}">
                <a16:creationId xmlns:a16="http://schemas.microsoft.com/office/drawing/2014/main" id="{758C464C-51C2-DB3D-4C1D-F67CB5B688F7}"/>
              </a:ext>
            </a:extLst>
          </p:cNvPr>
          <p:cNvSpPr txBox="1"/>
          <p:nvPr userDrawn="1"/>
        </p:nvSpPr>
        <p:spPr>
          <a:xfrm>
            <a:off x="19782692" y="7086600"/>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CaixaDeTexto 4">
            <a:extLst>
              <a:ext uri="{FF2B5EF4-FFF2-40B4-BE49-F238E27FC236}">
                <a16:creationId xmlns:a16="http://schemas.microsoft.com/office/drawing/2014/main" id="{104D0029-2A90-CBAF-53E9-DD1D730BADAB}"/>
              </a:ext>
            </a:extLst>
          </p:cNvPr>
          <p:cNvSpPr txBox="1"/>
          <p:nvPr userDrawn="1"/>
        </p:nvSpPr>
        <p:spPr>
          <a:xfrm>
            <a:off x="-707923" y="-88490"/>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333627844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 Conteudo" preserve="1" userDrawn="1">
  <p:cSld name="2_1. Conteudo">
    <p:spTree>
      <p:nvGrpSpPr>
        <p:cNvPr id="1" name="Shape 78"/>
        <p:cNvGrpSpPr/>
        <p:nvPr/>
      </p:nvGrpSpPr>
      <p:grpSpPr>
        <a:xfrm>
          <a:off x="0" y="0"/>
          <a:ext cx="0" cy="0"/>
          <a:chOff x="0" y="0"/>
          <a:chExt cx="0" cy="0"/>
        </a:xfrm>
      </p:grpSpPr>
      <p:pic>
        <p:nvPicPr>
          <p:cNvPr id="7" name="Imagem 6">
            <a:extLst>
              <a:ext uri="{FF2B5EF4-FFF2-40B4-BE49-F238E27FC236}">
                <a16:creationId xmlns:a16="http://schemas.microsoft.com/office/drawing/2014/main" id="{C049B448-47CA-2176-A60D-2B78815F945E}"/>
              </a:ext>
            </a:extLst>
          </p:cNvPr>
          <p:cNvPicPr>
            <a:picLocks/>
          </p:cNvPicPr>
          <p:nvPr userDrawn="1"/>
        </p:nvPicPr>
        <p:blipFill>
          <a:blip r:embed="rId2"/>
          <a:stretch>
            <a:fillRect/>
          </a:stretch>
        </p:blipFill>
        <p:spPr>
          <a:xfrm>
            <a:off x="298800" y="691201"/>
            <a:ext cx="3434405" cy="2390404"/>
          </a:xfrm>
          <a:prstGeom prst="rect">
            <a:avLst/>
          </a:prstGeom>
        </p:spPr>
      </p:pic>
      <p:sp>
        <p:nvSpPr>
          <p:cNvPr id="10" name="Google Shape;69;p32">
            <a:extLst>
              <a:ext uri="{FF2B5EF4-FFF2-40B4-BE49-F238E27FC236}">
                <a16:creationId xmlns:a16="http://schemas.microsoft.com/office/drawing/2014/main" id="{4A47350A-59ED-4380-8C9D-33FB53D2A25D}"/>
              </a:ext>
            </a:extLst>
          </p:cNvPr>
          <p:cNvSpPr txBox="1"/>
          <p:nvPr/>
        </p:nvSpPr>
        <p:spPr>
          <a:xfrm>
            <a:off x="1050819" y="1514972"/>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4" name="Espaço Reservado para Texto 7">
            <a:extLst>
              <a:ext uri="{FF2B5EF4-FFF2-40B4-BE49-F238E27FC236}">
                <a16:creationId xmlns:a16="http://schemas.microsoft.com/office/drawing/2014/main" id="{1010BB96-2C5C-93CB-0DE4-6ADDB142D01A}"/>
              </a:ext>
            </a:extLst>
          </p:cNvPr>
          <p:cNvSpPr>
            <a:spLocks noGrp="1"/>
          </p:cNvSpPr>
          <p:nvPr>
            <p:ph type="body" sz="quarter" idx="11"/>
          </p:nvPr>
        </p:nvSpPr>
        <p:spPr>
          <a:xfrm>
            <a:off x="5627757" y="32553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11" name="Espaço Reservado para Texto 7">
            <a:extLst>
              <a:ext uri="{FF2B5EF4-FFF2-40B4-BE49-F238E27FC236}">
                <a16:creationId xmlns:a16="http://schemas.microsoft.com/office/drawing/2014/main" id="{9550BDCE-8C17-2808-26AD-19DADB9A406A}"/>
              </a:ext>
            </a:extLst>
          </p:cNvPr>
          <p:cNvSpPr>
            <a:spLocks noGrp="1"/>
          </p:cNvSpPr>
          <p:nvPr>
            <p:ph type="body" sz="quarter" idx="12"/>
          </p:nvPr>
        </p:nvSpPr>
        <p:spPr>
          <a:xfrm>
            <a:off x="5627757" y="468414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16" name="Espaço Reservado para Texto 7">
            <a:extLst>
              <a:ext uri="{FF2B5EF4-FFF2-40B4-BE49-F238E27FC236}">
                <a16:creationId xmlns:a16="http://schemas.microsoft.com/office/drawing/2014/main" id="{24714A58-2E0F-BD3B-F270-0F26F9E6CD6C}"/>
              </a:ext>
            </a:extLst>
          </p:cNvPr>
          <p:cNvSpPr>
            <a:spLocks noGrp="1"/>
          </p:cNvSpPr>
          <p:nvPr>
            <p:ph type="body" sz="quarter" idx="13"/>
          </p:nvPr>
        </p:nvSpPr>
        <p:spPr>
          <a:xfrm>
            <a:off x="5627757" y="60747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20" name="Espaço Reservado para Texto 7">
            <a:extLst>
              <a:ext uri="{FF2B5EF4-FFF2-40B4-BE49-F238E27FC236}">
                <a16:creationId xmlns:a16="http://schemas.microsoft.com/office/drawing/2014/main" id="{5E0069F1-0137-2FAA-27B5-5B98A6D199E5}"/>
              </a:ext>
            </a:extLst>
          </p:cNvPr>
          <p:cNvSpPr>
            <a:spLocks noGrp="1"/>
          </p:cNvSpPr>
          <p:nvPr>
            <p:ph type="body" sz="quarter" idx="14"/>
          </p:nvPr>
        </p:nvSpPr>
        <p:spPr>
          <a:xfrm>
            <a:off x="5627757" y="74844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21" name="Espaço Reservado para Texto 19">
            <a:extLst>
              <a:ext uri="{FF2B5EF4-FFF2-40B4-BE49-F238E27FC236}">
                <a16:creationId xmlns:a16="http://schemas.microsoft.com/office/drawing/2014/main" id="{C140BF74-0D8B-686D-7192-D2693E320B14}"/>
              </a:ext>
            </a:extLst>
          </p:cNvPr>
          <p:cNvSpPr>
            <a:spLocks noGrp="1"/>
          </p:cNvSpPr>
          <p:nvPr>
            <p:ph type="body" sz="quarter" idx="15"/>
          </p:nvPr>
        </p:nvSpPr>
        <p:spPr>
          <a:xfrm>
            <a:off x="5272088" y="838807"/>
            <a:ext cx="10812462" cy="1890940"/>
          </a:xfrm>
          <a:prstGeom prst="rect">
            <a:avLst/>
          </a:prstGeom>
        </p:spPr>
        <p:txBody>
          <a:bodyPr/>
          <a:lstStyle>
            <a:lvl1pPr>
              <a:defRPr sz="20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162549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D6CDD641-8D49-E70A-469D-74FDC42F972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7BE40818-DA62-7D38-D7DE-1D7E34EE7D39}"/>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Google Shape;69;p32">
            <a:extLst>
              <a:ext uri="{FF2B5EF4-FFF2-40B4-BE49-F238E27FC236}">
                <a16:creationId xmlns:a16="http://schemas.microsoft.com/office/drawing/2014/main" id="{07D774CC-AEE0-AAA5-E348-DAFD716E0666}"/>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0" name="Espaço Reservado para Texto 9">
            <a:extLst>
              <a:ext uri="{FF2B5EF4-FFF2-40B4-BE49-F238E27FC236}">
                <a16:creationId xmlns:a16="http://schemas.microsoft.com/office/drawing/2014/main" id="{2B528574-1FD1-7B70-2B2F-0F4F07E103CA}"/>
              </a:ext>
            </a:extLst>
          </p:cNvPr>
          <p:cNvSpPr>
            <a:spLocks noGrp="1"/>
          </p:cNvSpPr>
          <p:nvPr>
            <p:ph type="body" sz="quarter" idx="10"/>
          </p:nvPr>
        </p:nvSpPr>
        <p:spPr>
          <a:xfrm>
            <a:off x="5560902" y="962025"/>
            <a:ext cx="11049093" cy="2598738"/>
          </a:xfrm>
          <a:prstGeom prst="rect">
            <a:avLst/>
          </a:prstGeom>
        </p:spPr>
        <p:txBody>
          <a:bodyPr/>
          <a:lstStyle>
            <a:lvl1pPr>
              <a:defRPr sz="2400" b="0" i="0">
                <a:latin typeface="Poppins" pitchFamily="2" charset="77"/>
                <a:cs typeface="Poppins" pitchFamily="2" charset="77"/>
              </a:defRPr>
            </a:lvl1pPr>
            <a:lvl2pPr>
              <a:defRPr sz="2400" b="0" i="0">
                <a:latin typeface="Poppins" pitchFamily="2" charset="77"/>
                <a:cs typeface="Poppins" pitchFamily="2" charset="77"/>
              </a:defRPr>
            </a:lvl2pPr>
            <a:lvl3pPr>
              <a:defRPr sz="2400" b="0" i="0">
                <a:latin typeface="Poppins" pitchFamily="2" charset="77"/>
                <a:cs typeface="Poppins" pitchFamily="2" charset="77"/>
              </a:defRPr>
            </a:lvl3pPr>
            <a:lvl4pPr>
              <a:defRPr sz="2400" b="0" i="0">
                <a:latin typeface="Poppins" pitchFamily="2" charset="77"/>
                <a:cs typeface="Poppins" pitchFamily="2" charset="77"/>
              </a:defRPr>
            </a:lvl4pPr>
            <a:lvl5pPr>
              <a:defRPr sz="2400" b="0" i="0">
                <a:latin typeface="Poppins" pitchFamily="2" charset="77"/>
                <a:cs typeface="Poppins" pitchFamily="2" charset="77"/>
              </a:defRPr>
            </a:lvl5pPr>
          </a:lstStyle>
          <a:p>
            <a:pPr lvl="0"/>
            <a:endParaRPr lang="pt-BR"/>
          </a:p>
        </p:txBody>
      </p:sp>
      <p:sp>
        <p:nvSpPr>
          <p:cNvPr id="11" name="Espaço Reservado para Texto 9">
            <a:extLst>
              <a:ext uri="{FF2B5EF4-FFF2-40B4-BE49-F238E27FC236}">
                <a16:creationId xmlns:a16="http://schemas.microsoft.com/office/drawing/2014/main" id="{ACFD55BC-1BD9-04E3-9059-B617F5BF54E7}"/>
              </a:ext>
            </a:extLst>
          </p:cNvPr>
          <p:cNvSpPr>
            <a:spLocks noGrp="1"/>
          </p:cNvSpPr>
          <p:nvPr>
            <p:ph type="body" sz="quarter" idx="11"/>
          </p:nvPr>
        </p:nvSpPr>
        <p:spPr>
          <a:xfrm>
            <a:off x="6643035" y="3810156"/>
            <a:ext cx="9966960" cy="5229726"/>
          </a:xfrm>
          <a:prstGeom prst="rect">
            <a:avLst/>
          </a:prstGeom>
        </p:spPr>
        <p:txBody>
          <a:bodyPr/>
          <a:lstStyle>
            <a:lvl1pPr>
              <a:defRPr sz="2400" b="0" i="0">
                <a:latin typeface="Poppins" pitchFamily="2" charset="77"/>
                <a:cs typeface="Poppins" pitchFamily="2" charset="77"/>
              </a:defRPr>
            </a:lvl1pPr>
            <a:lvl2pPr>
              <a:defRPr sz="2400" b="0" i="0">
                <a:latin typeface="Poppins" pitchFamily="2" charset="77"/>
                <a:cs typeface="Poppins" pitchFamily="2" charset="77"/>
              </a:defRPr>
            </a:lvl2pPr>
            <a:lvl3pPr>
              <a:defRPr sz="2400" b="0" i="0">
                <a:latin typeface="Poppins" pitchFamily="2" charset="77"/>
                <a:cs typeface="Poppins" pitchFamily="2" charset="77"/>
              </a:defRPr>
            </a:lvl3pPr>
            <a:lvl4pPr>
              <a:defRPr sz="2400" b="0" i="0">
                <a:latin typeface="Poppins" pitchFamily="2" charset="77"/>
                <a:cs typeface="Poppins" pitchFamily="2" charset="77"/>
              </a:defRPr>
            </a:lvl4pPr>
            <a:lvl5pPr>
              <a:defRPr sz="2400" b="0" i="0">
                <a:latin typeface="Poppins" pitchFamily="2" charset="77"/>
                <a:cs typeface="Poppins" pitchFamily="2" charset="77"/>
              </a:defRPr>
            </a:lvl5pPr>
          </a:lstStyle>
          <a:p>
            <a:pPr lvl="0"/>
            <a:endParaRPr lang="pt-BR"/>
          </a:p>
        </p:txBody>
      </p:sp>
    </p:spTree>
    <p:extLst>
      <p:ext uri="{BB962C8B-B14F-4D97-AF65-F5344CB8AC3E}">
        <p14:creationId xmlns:p14="http://schemas.microsoft.com/office/powerpoint/2010/main" val="2293429439"/>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C06DD873-35AF-F358-AF2A-2DF2E1112D5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6" name="Imagem 5">
            <a:extLst>
              <a:ext uri="{FF2B5EF4-FFF2-40B4-BE49-F238E27FC236}">
                <a16:creationId xmlns:a16="http://schemas.microsoft.com/office/drawing/2014/main" id="{806CFAA2-E05F-6F21-825A-1E92445B77E4}"/>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10" name="Google Shape;69;p32">
            <a:extLst>
              <a:ext uri="{FF2B5EF4-FFF2-40B4-BE49-F238E27FC236}">
                <a16:creationId xmlns:a16="http://schemas.microsoft.com/office/drawing/2014/main" id="{795FD3B7-2662-CA2C-E60B-37DD4AC3C5E2}"/>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2" name="Espaço Reservado para Texto 11">
            <a:extLst>
              <a:ext uri="{FF2B5EF4-FFF2-40B4-BE49-F238E27FC236}">
                <a16:creationId xmlns:a16="http://schemas.microsoft.com/office/drawing/2014/main" id="{54B02D53-E743-F37B-BC9A-24214A83B763}"/>
              </a:ext>
            </a:extLst>
          </p:cNvPr>
          <p:cNvSpPr>
            <a:spLocks noGrp="1"/>
          </p:cNvSpPr>
          <p:nvPr>
            <p:ph type="body" sz="quarter" idx="10"/>
          </p:nvPr>
        </p:nvSpPr>
        <p:spPr>
          <a:xfrm>
            <a:off x="5397615" y="950913"/>
            <a:ext cx="12079173" cy="1743075"/>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3" name="Espaço Reservado para Texto 11">
            <a:extLst>
              <a:ext uri="{FF2B5EF4-FFF2-40B4-BE49-F238E27FC236}">
                <a16:creationId xmlns:a16="http://schemas.microsoft.com/office/drawing/2014/main" id="{498470DA-9F77-2314-5148-BE7D0A21C8B5}"/>
              </a:ext>
            </a:extLst>
          </p:cNvPr>
          <p:cNvSpPr>
            <a:spLocks noGrp="1"/>
          </p:cNvSpPr>
          <p:nvPr>
            <p:ph type="body" sz="quarter" idx="11"/>
          </p:nvPr>
        </p:nvSpPr>
        <p:spPr>
          <a:xfrm>
            <a:off x="9561402" y="3559201"/>
            <a:ext cx="7915386" cy="5358724"/>
          </a:xfrm>
          <a:prstGeom prst="rect">
            <a:avLst/>
          </a:prstGeom>
        </p:spPr>
        <p:txBody>
          <a:bodyPr/>
          <a:lstStyle>
            <a:lvl1pPr>
              <a:defRPr sz="2000" b="0" i="0">
                <a:latin typeface="Poppins" pitchFamily="2" charset="77"/>
                <a:cs typeface="Poppins" pitchFamily="2" charset="77"/>
              </a:defRPr>
            </a:lvl1pPr>
          </a:lstStyle>
          <a:p>
            <a:pPr lvl="0"/>
            <a:endParaRPr lang="pt-BR"/>
          </a:p>
        </p:txBody>
      </p:sp>
      <p:sp>
        <p:nvSpPr>
          <p:cNvPr id="14" name="Espaço Reservado para Texto 11">
            <a:extLst>
              <a:ext uri="{FF2B5EF4-FFF2-40B4-BE49-F238E27FC236}">
                <a16:creationId xmlns:a16="http://schemas.microsoft.com/office/drawing/2014/main" id="{7DB9C7F3-F00D-DC50-70C9-8A4151886218}"/>
              </a:ext>
            </a:extLst>
          </p:cNvPr>
          <p:cNvSpPr>
            <a:spLocks noGrp="1"/>
          </p:cNvSpPr>
          <p:nvPr>
            <p:ph type="body" sz="quarter" idx="12"/>
          </p:nvPr>
        </p:nvSpPr>
        <p:spPr>
          <a:xfrm>
            <a:off x="5394135" y="8553645"/>
            <a:ext cx="3746383" cy="364279"/>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16" name="Espaço Reservado para Imagem 15">
            <a:extLst>
              <a:ext uri="{FF2B5EF4-FFF2-40B4-BE49-F238E27FC236}">
                <a16:creationId xmlns:a16="http://schemas.microsoft.com/office/drawing/2014/main" id="{788A7CCB-CA65-CA3D-8095-5D379F504D08}"/>
              </a:ext>
            </a:extLst>
          </p:cNvPr>
          <p:cNvSpPr>
            <a:spLocks noGrp="1"/>
          </p:cNvSpPr>
          <p:nvPr>
            <p:ph type="pic" sz="quarter" idx="13"/>
          </p:nvPr>
        </p:nvSpPr>
        <p:spPr>
          <a:xfrm>
            <a:off x="5394136" y="3546475"/>
            <a:ext cx="3746690" cy="4824413"/>
          </a:xfrm>
          <a:prstGeom prst="rect">
            <a:avLst/>
          </a:prstGeom>
          <a:solidFill>
            <a:srgbClr val="D9D9D9"/>
          </a:solidFill>
        </p:spPr>
        <p:txBody>
          <a:bodyPr/>
          <a:lstStyle>
            <a:lvl1pPr>
              <a:defRPr sz="1800" b="0" i="0">
                <a:latin typeface="Poppins" pitchFamily="2" charset="77"/>
                <a:cs typeface="Poppins" pitchFamily="2" charset="77"/>
              </a:defRPr>
            </a:lvl1pPr>
          </a:lstStyle>
          <a:p>
            <a:endParaRPr lang="pt-BR"/>
          </a:p>
        </p:txBody>
      </p:sp>
    </p:spTree>
    <p:extLst>
      <p:ext uri="{BB962C8B-B14F-4D97-AF65-F5344CB8AC3E}">
        <p14:creationId xmlns:p14="http://schemas.microsoft.com/office/powerpoint/2010/main" val="3010264346"/>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1C75F0AC-ED14-F43B-FEDB-D40371225B4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8E67BEF1-C715-1F48-18C8-CB6DBB9CD7E9}"/>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Google Shape;69;p32">
            <a:extLst>
              <a:ext uri="{FF2B5EF4-FFF2-40B4-BE49-F238E27FC236}">
                <a16:creationId xmlns:a16="http://schemas.microsoft.com/office/drawing/2014/main" id="{F1039184-47E3-FA3C-DC62-77911A625287}"/>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2" name="Espaço Reservado para Texto 11">
            <a:extLst>
              <a:ext uri="{FF2B5EF4-FFF2-40B4-BE49-F238E27FC236}">
                <a16:creationId xmlns:a16="http://schemas.microsoft.com/office/drawing/2014/main" id="{E8F0484C-01B8-1892-690C-5B5AC00E36D4}"/>
              </a:ext>
            </a:extLst>
          </p:cNvPr>
          <p:cNvSpPr>
            <a:spLocks noGrp="1"/>
          </p:cNvSpPr>
          <p:nvPr>
            <p:ph type="body" sz="quarter" idx="10"/>
          </p:nvPr>
        </p:nvSpPr>
        <p:spPr>
          <a:xfrm>
            <a:off x="5397614" y="928688"/>
            <a:ext cx="12079174" cy="1784350"/>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3" name="Espaço Reservado para Texto 11">
            <a:extLst>
              <a:ext uri="{FF2B5EF4-FFF2-40B4-BE49-F238E27FC236}">
                <a16:creationId xmlns:a16="http://schemas.microsoft.com/office/drawing/2014/main" id="{0340D95F-EA14-0DD7-406F-7EB73CFBF52D}"/>
              </a:ext>
            </a:extLst>
          </p:cNvPr>
          <p:cNvSpPr>
            <a:spLocks noGrp="1"/>
          </p:cNvSpPr>
          <p:nvPr>
            <p:ph type="body" sz="quarter" idx="11"/>
          </p:nvPr>
        </p:nvSpPr>
        <p:spPr>
          <a:xfrm>
            <a:off x="5397614" y="8790287"/>
            <a:ext cx="12079074" cy="443472"/>
          </a:xfrm>
          <a:prstGeom prst="rect">
            <a:avLst/>
          </a:prstGeom>
        </p:spPr>
        <p:txBody>
          <a:bodyPr/>
          <a:lstStyle>
            <a:lvl1pPr>
              <a:defRPr sz="1800" b="0" i="0">
                <a:latin typeface="Poppins" pitchFamily="2" charset="77"/>
                <a:cs typeface="Poppins" pitchFamily="2" charset="77"/>
              </a:defRPr>
            </a:lvl1pPr>
          </a:lstStyle>
          <a:p>
            <a:pPr lvl="0"/>
            <a:endParaRPr lang="pt-BR"/>
          </a:p>
        </p:txBody>
      </p:sp>
      <p:sp>
        <p:nvSpPr>
          <p:cNvPr id="14" name="CaixaDeTexto 13">
            <a:extLst>
              <a:ext uri="{FF2B5EF4-FFF2-40B4-BE49-F238E27FC236}">
                <a16:creationId xmlns:a16="http://schemas.microsoft.com/office/drawing/2014/main" id="{F0401573-FB28-43CB-7EDE-CAF562F5894E}"/>
              </a:ext>
            </a:extLst>
          </p:cNvPr>
          <p:cNvSpPr txBox="1"/>
          <p:nvPr userDrawn="1"/>
        </p:nvSpPr>
        <p:spPr>
          <a:xfrm>
            <a:off x="18048157" y="867930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16" name="Espaço Reservado para Texto 11">
            <a:extLst>
              <a:ext uri="{FF2B5EF4-FFF2-40B4-BE49-F238E27FC236}">
                <a16:creationId xmlns:a16="http://schemas.microsoft.com/office/drawing/2014/main" id="{3641E8C7-8963-3BA2-52E9-AD936766A664}"/>
              </a:ext>
            </a:extLst>
          </p:cNvPr>
          <p:cNvSpPr>
            <a:spLocks noGrp="1"/>
          </p:cNvSpPr>
          <p:nvPr>
            <p:ph type="body" sz="quarter" idx="12"/>
          </p:nvPr>
        </p:nvSpPr>
        <p:spPr>
          <a:xfrm>
            <a:off x="5397614" y="3019074"/>
            <a:ext cx="12079074" cy="5604226"/>
          </a:xfrm>
          <a:prstGeom prst="rect">
            <a:avLst/>
          </a:prstGeom>
        </p:spPr>
        <p:txBody>
          <a:bodyPr/>
          <a:lstStyle>
            <a:lvl1pPr>
              <a:defRPr sz="18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2846968342"/>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319116EA-081B-D3E0-ABB2-5593DC7A2024}"/>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11903B3D-0256-119D-3C84-A16EE6E1FCB5}"/>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Espaço Reservado para Imagem 4">
            <a:extLst>
              <a:ext uri="{FF2B5EF4-FFF2-40B4-BE49-F238E27FC236}">
                <a16:creationId xmlns:a16="http://schemas.microsoft.com/office/drawing/2014/main" id="{3CA1D1C2-A504-78F2-B5D1-B96B35BDDB02}"/>
              </a:ext>
            </a:extLst>
          </p:cNvPr>
          <p:cNvSpPr>
            <a:spLocks noGrp="1"/>
          </p:cNvSpPr>
          <p:nvPr>
            <p:ph type="pic" sz="quarter" idx="4294967295"/>
          </p:nvPr>
        </p:nvSpPr>
        <p:spPr>
          <a:xfrm>
            <a:off x="5397611" y="3041018"/>
            <a:ext cx="12079075" cy="5549698"/>
          </a:xfrm>
          <a:prstGeom prst="rect">
            <a:avLst/>
          </a:prstGeom>
          <a:solidFill>
            <a:schemeClr val="bg1">
              <a:lumMod val="85000"/>
            </a:schemeClr>
          </a:solidFill>
        </p:spPr>
        <p:txBody>
          <a:bodyPr/>
          <a:lstStyle>
            <a:lvl1pPr>
              <a:defRPr sz="1800">
                <a:latin typeface="Poppins" pitchFamily="2" charset="77"/>
                <a:cs typeface="Poppins" pitchFamily="2" charset="77"/>
              </a:defRPr>
            </a:lvl1pPr>
          </a:lstStyle>
          <a:p>
            <a:endParaRPr lang="pt-BR"/>
          </a:p>
        </p:txBody>
      </p:sp>
      <p:sp>
        <p:nvSpPr>
          <p:cNvPr id="9" name="Google Shape;69;p32">
            <a:extLst>
              <a:ext uri="{FF2B5EF4-FFF2-40B4-BE49-F238E27FC236}">
                <a16:creationId xmlns:a16="http://schemas.microsoft.com/office/drawing/2014/main" id="{DE14EB72-1A65-A5DB-A2E7-252C0E2F6F47}"/>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1" name="Espaço Reservado para Texto 10">
            <a:extLst>
              <a:ext uri="{FF2B5EF4-FFF2-40B4-BE49-F238E27FC236}">
                <a16:creationId xmlns:a16="http://schemas.microsoft.com/office/drawing/2014/main" id="{69EF6828-47A5-8129-5988-5EC45D078756}"/>
              </a:ext>
            </a:extLst>
          </p:cNvPr>
          <p:cNvSpPr>
            <a:spLocks noGrp="1"/>
          </p:cNvSpPr>
          <p:nvPr>
            <p:ph type="body" sz="quarter" idx="10"/>
          </p:nvPr>
        </p:nvSpPr>
        <p:spPr>
          <a:xfrm>
            <a:off x="5397611" y="950913"/>
            <a:ext cx="12079177" cy="1743075"/>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2" name="Espaço Reservado para Texto 10">
            <a:extLst>
              <a:ext uri="{FF2B5EF4-FFF2-40B4-BE49-F238E27FC236}">
                <a16:creationId xmlns:a16="http://schemas.microsoft.com/office/drawing/2014/main" id="{388D1399-8328-B730-C092-B8697982ADB5}"/>
              </a:ext>
            </a:extLst>
          </p:cNvPr>
          <p:cNvSpPr>
            <a:spLocks noGrp="1"/>
          </p:cNvSpPr>
          <p:nvPr>
            <p:ph type="body" sz="quarter" idx="11"/>
          </p:nvPr>
        </p:nvSpPr>
        <p:spPr>
          <a:xfrm>
            <a:off x="5397611" y="8764236"/>
            <a:ext cx="12079177" cy="465463"/>
          </a:xfrm>
          <a:prstGeom prst="rect">
            <a:avLst/>
          </a:prstGeom>
        </p:spPr>
        <p:txBody>
          <a:bodyPr/>
          <a:lstStyle>
            <a:lvl1pPr>
              <a:defRPr sz="18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2827352174"/>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87FCC07C-4BE2-37BE-B92C-3F0C1F9F9F0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8" name="Imagem 7">
            <a:extLst>
              <a:ext uri="{FF2B5EF4-FFF2-40B4-BE49-F238E27FC236}">
                <a16:creationId xmlns:a16="http://schemas.microsoft.com/office/drawing/2014/main" id="{BA76FC99-54EA-6550-7815-BA405503CFBA}"/>
              </a:ext>
            </a:extLst>
          </p:cNvPr>
          <p:cNvPicPr>
            <a:picLocks/>
          </p:cNvPicPr>
          <p:nvPr userDrawn="1"/>
        </p:nvPicPr>
        <p:blipFill>
          <a:blip r:embed="rId3"/>
          <a:stretch>
            <a:fillRect/>
          </a:stretch>
        </p:blipFill>
        <p:spPr>
          <a:xfrm>
            <a:off x="298800" y="439201"/>
            <a:ext cx="3434405" cy="2390404"/>
          </a:xfrm>
          <a:prstGeom prst="rect">
            <a:avLst/>
          </a:prstGeom>
        </p:spPr>
      </p:pic>
      <p:sp>
        <p:nvSpPr>
          <p:cNvPr id="18" name="Google Shape;82;p33">
            <a:extLst>
              <a:ext uri="{FF2B5EF4-FFF2-40B4-BE49-F238E27FC236}">
                <a16:creationId xmlns:a16="http://schemas.microsoft.com/office/drawing/2014/main" id="{BA9FF48C-E6ED-8BE9-735C-1F6F208016AF}"/>
              </a:ext>
            </a:extLst>
          </p:cNvPr>
          <p:cNvSpPr txBox="1"/>
          <p:nvPr userDrawn="1"/>
        </p:nvSpPr>
        <p:spPr>
          <a:xfrm>
            <a:off x="1090502" y="1123988"/>
            <a:ext cx="1970750"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chemeClr val="lt1"/>
                </a:solidFill>
                <a:latin typeface="Poppins Light" pitchFamily="2" charset="77"/>
                <a:ea typeface="Poppins Medium"/>
                <a:cs typeface="Poppins Light" pitchFamily="2" charset="77"/>
                <a:sym typeface="Poppins Medium"/>
              </a:rPr>
              <a:t>Ponto</a:t>
            </a:r>
            <a:r>
              <a:rPr lang="pt-BR" sz="3500" b="0" i="0" u="none" strike="noStrike" cap="none">
                <a:solidFill>
                  <a:schemeClr val="lt1"/>
                </a:solidFill>
                <a:latin typeface="Poppins Medium"/>
                <a:ea typeface="Poppins Medium"/>
                <a:cs typeface="Poppins Medium"/>
                <a:sym typeface="Poppins Medium"/>
              </a:rPr>
              <a:t> </a:t>
            </a:r>
            <a:r>
              <a:rPr lang="pt-BR" sz="3500" b="0" i="0" u="none" strike="noStrike" cap="none">
                <a:solidFill>
                  <a:schemeClr val="lt1"/>
                </a:solidFill>
                <a:latin typeface="Poppins Light" pitchFamily="2" charset="77"/>
                <a:ea typeface="Poppins Medium"/>
                <a:cs typeface="Poppins Light" pitchFamily="2" charset="77"/>
                <a:sym typeface="Poppins Medium"/>
              </a:rPr>
              <a:t>de</a:t>
            </a:r>
            <a:r>
              <a:rPr lang="pt-BR" sz="3500" b="0" i="0" u="none" strike="noStrike" cap="none">
                <a:solidFill>
                  <a:schemeClr val="lt1"/>
                </a:solidFill>
                <a:latin typeface="Poppins Medium"/>
                <a:ea typeface="Poppins Medium"/>
                <a:cs typeface="Poppins Medium"/>
                <a:sym typeface="Poppins Medium"/>
              </a:rPr>
              <a:t> </a:t>
            </a:r>
            <a:r>
              <a:rPr lang="pt-BR" sz="3500" b="1" i="0" u="none" strike="noStrike" cap="none">
                <a:solidFill>
                  <a:schemeClr val="lt1"/>
                </a:solidFill>
                <a:latin typeface="Poppins"/>
                <a:ea typeface="Poppins"/>
                <a:cs typeface="Poppins"/>
                <a:sym typeface="Poppins"/>
              </a:rPr>
              <a:t>partida</a:t>
            </a:r>
            <a:endParaRPr sz="3500" b="0" i="0" u="none" strike="noStrike" cap="none">
              <a:solidFill>
                <a:schemeClr val="lt1"/>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Espaço Reservado para Texto 3">
            <a:extLst>
              <a:ext uri="{FF2B5EF4-FFF2-40B4-BE49-F238E27FC236}">
                <a16:creationId xmlns:a16="http://schemas.microsoft.com/office/drawing/2014/main" id="{4065A3E7-CBB3-DD59-24FC-B5AAEBB7F498}"/>
              </a:ext>
            </a:extLst>
          </p:cNvPr>
          <p:cNvSpPr>
            <a:spLocks noGrp="1"/>
          </p:cNvSpPr>
          <p:nvPr>
            <p:ph type="body" idx="4294967295"/>
          </p:nvPr>
        </p:nvSpPr>
        <p:spPr>
          <a:xfrm>
            <a:off x="5397614" y="950279"/>
            <a:ext cx="5705815" cy="8197519"/>
          </a:xfrm>
          <a:prstGeom prst="rect">
            <a:avLst/>
          </a:prstGeom>
        </p:spPr>
        <p:txBody>
          <a:bodyPr>
            <a:normAutofit/>
          </a:bodyPr>
          <a:lstStyle/>
          <a:p>
            <a:endParaRPr lang="pt-BR" sz="2400">
              <a:latin typeface="Poppins" pitchFamily="2" charset="77"/>
              <a:cs typeface="Poppins" pitchFamily="2" charset="77"/>
            </a:endParaRPr>
          </a:p>
        </p:txBody>
      </p:sp>
      <p:sp>
        <p:nvSpPr>
          <p:cNvPr id="7" name="Espaço Reservado para Texto 9">
            <a:extLst>
              <a:ext uri="{FF2B5EF4-FFF2-40B4-BE49-F238E27FC236}">
                <a16:creationId xmlns:a16="http://schemas.microsoft.com/office/drawing/2014/main" id="{F4FE14C4-C438-D68E-A10E-2CC8A26ACD09}"/>
              </a:ext>
            </a:extLst>
          </p:cNvPr>
          <p:cNvSpPr>
            <a:spLocks noGrp="1"/>
          </p:cNvSpPr>
          <p:nvPr>
            <p:ph type="body" idx="4294967295"/>
          </p:nvPr>
        </p:nvSpPr>
        <p:spPr>
          <a:xfrm>
            <a:off x="11651455" y="946480"/>
            <a:ext cx="5705815" cy="8197519"/>
          </a:xfrm>
          <a:prstGeom prst="rect">
            <a:avLst/>
          </a:prstGeom>
        </p:spPr>
        <p:txBody>
          <a:bodyPr>
            <a:normAutofit/>
          </a:bodyPr>
          <a:lstStyle/>
          <a:p>
            <a:endParaRPr lang="pt-BR" sz="2400">
              <a:latin typeface="Poppins" pitchFamily="2" charset="77"/>
              <a:cs typeface="Poppins" pitchFamily="2" charset="77"/>
            </a:endParaRPr>
          </a:p>
        </p:txBody>
      </p:sp>
    </p:spTree>
    <p:extLst>
      <p:ext uri="{BB962C8B-B14F-4D97-AF65-F5344CB8AC3E}">
        <p14:creationId xmlns:p14="http://schemas.microsoft.com/office/powerpoint/2010/main" val="4196146794"/>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AE0DC479-3E72-CDCB-DBFF-155CA6D6AB6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A6CE722E-1079-770D-2EEA-0FAFFCDD7A66}"/>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Google Shape;69;p32">
            <a:extLst>
              <a:ext uri="{FF2B5EF4-FFF2-40B4-BE49-F238E27FC236}">
                <a16:creationId xmlns:a16="http://schemas.microsoft.com/office/drawing/2014/main" id="{1A04F5B2-68B0-2193-1467-BC61C52DF55C}"/>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9" name="Espaço Reservado para Texto 3">
            <a:extLst>
              <a:ext uri="{FF2B5EF4-FFF2-40B4-BE49-F238E27FC236}">
                <a16:creationId xmlns:a16="http://schemas.microsoft.com/office/drawing/2014/main" id="{73C6FE8A-0E62-070F-4EFF-7956D56EAEB7}"/>
              </a:ext>
            </a:extLst>
          </p:cNvPr>
          <p:cNvSpPr>
            <a:spLocks noGrp="1"/>
          </p:cNvSpPr>
          <p:nvPr>
            <p:ph type="body" idx="4294967295"/>
          </p:nvPr>
        </p:nvSpPr>
        <p:spPr>
          <a:xfrm>
            <a:off x="5397614" y="950279"/>
            <a:ext cx="5705815" cy="8197519"/>
          </a:xfrm>
          <a:prstGeom prst="rect">
            <a:avLst/>
          </a:prstGeom>
        </p:spPr>
        <p:txBody>
          <a:bodyPr>
            <a:normAutofit/>
          </a:bodyPr>
          <a:lstStyle/>
          <a:p>
            <a:endParaRPr lang="pt-BR" sz="2400">
              <a:latin typeface="Poppins" pitchFamily="2" charset="77"/>
              <a:cs typeface="Poppins" pitchFamily="2" charset="77"/>
            </a:endParaRPr>
          </a:p>
        </p:txBody>
      </p:sp>
      <p:sp>
        <p:nvSpPr>
          <p:cNvPr id="10" name="Espaço Reservado para Texto 9">
            <a:extLst>
              <a:ext uri="{FF2B5EF4-FFF2-40B4-BE49-F238E27FC236}">
                <a16:creationId xmlns:a16="http://schemas.microsoft.com/office/drawing/2014/main" id="{D9108072-6283-1E2A-3D04-EE1896CEE3F4}"/>
              </a:ext>
            </a:extLst>
          </p:cNvPr>
          <p:cNvSpPr>
            <a:spLocks noGrp="1"/>
          </p:cNvSpPr>
          <p:nvPr>
            <p:ph type="body" idx="4294967295"/>
          </p:nvPr>
        </p:nvSpPr>
        <p:spPr>
          <a:xfrm>
            <a:off x="11651455" y="946480"/>
            <a:ext cx="5705815" cy="8197519"/>
          </a:xfrm>
          <a:prstGeom prst="rect">
            <a:avLst/>
          </a:prstGeom>
        </p:spPr>
        <p:txBody>
          <a:bodyPr>
            <a:normAutofit/>
          </a:bodyPr>
          <a:lstStyle/>
          <a:p>
            <a:endParaRPr lang="pt-BR" sz="2400">
              <a:latin typeface="Poppins" pitchFamily="2" charset="77"/>
              <a:cs typeface="Poppins" pitchFamily="2" charset="77"/>
            </a:endParaRPr>
          </a:p>
        </p:txBody>
      </p:sp>
    </p:spTree>
    <p:extLst>
      <p:ext uri="{BB962C8B-B14F-4D97-AF65-F5344CB8AC3E}">
        <p14:creationId xmlns:p14="http://schemas.microsoft.com/office/powerpoint/2010/main" val="1188993371"/>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2_Linha do Tempo1" preserve="1" userDrawn="1">
  <p:cSld name="3_Linha do Tempo1">
    <p:spTree>
      <p:nvGrpSpPr>
        <p:cNvPr id="1" name="Shape 178"/>
        <p:cNvGrpSpPr/>
        <p:nvPr/>
      </p:nvGrpSpPr>
      <p:grpSpPr>
        <a:xfrm>
          <a:off x="0" y="0"/>
          <a:ext cx="0" cy="0"/>
          <a:chOff x="0" y="0"/>
          <a:chExt cx="0" cy="0"/>
        </a:xfrm>
      </p:grpSpPr>
      <p:cxnSp>
        <p:nvCxnSpPr>
          <p:cNvPr id="181" name="Google Shape;181;p15"/>
          <p:cNvCxnSpPr>
            <a:cxnSpLocks/>
          </p:cNvCxnSpPr>
          <p:nvPr/>
        </p:nvCxnSpPr>
        <p:spPr>
          <a:xfrm flipH="1">
            <a:off x="7496197" y="3927724"/>
            <a:ext cx="9026798" cy="0"/>
          </a:xfrm>
          <a:prstGeom prst="straightConnector1">
            <a:avLst/>
          </a:prstGeom>
          <a:noFill/>
          <a:ln w="19050" cap="flat" cmpd="sng">
            <a:solidFill>
              <a:srgbClr val="F4F4F4"/>
            </a:solidFill>
            <a:prstDash val="solid"/>
            <a:round/>
            <a:headEnd type="diamond" w="med" len="med"/>
            <a:tailEnd type="none" w="sm" len="sm"/>
          </a:ln>
        </p:spPr>
      </p:cxnSp>
      <p:sp>
        <p:nvSpPr>
          <p:cNvPr id="182" name="Google Shape;182;p15"/>
          <p:cNvSpPr>
            <a:spLocks noGrp="1"/>
          </p:cNvSpPr>
          <p:nvPr>
            <p:ph type="pic" idx="2"/>
          </p:nvPr>
        </p:nvSpPr>
        <p:spPr>
          <a:xfrm>
            <a:off x="3306485" y="3414557"/>
            <a:ext cx="4189710" cy="2516188"/>
          </a:xfrm>
          <a:prstGeom prst="rect">
            <a:avLst/>
          </a:prstGeom>
          <a:solidFill>
            <a:srgbClr val="D8D8D8"/>
          </a:solidFill>
          <a:ln>
            <a:noFill/>
          </a:ln>
        </p:spPr>
      </p:sp>
      <p:sp>
        <p:nvSpPr>
          <p:cNvPr id="183" name="Google Shape;183;p15"/>
          <p:cNvSpPr txBox="1">
            <a:spLocks noGrp="1"/>
          </p:cNvSpPr>
          <p:nvPr>
            <p:ph type="body" idx="1"/>
          </p:nvPr>
        </p:nvSpPr>
        <p:spPr>
          <a:xfrm>
            <a:off x="8358411" y="4229807"/>
            <a:ext cx="8164583" cy="169611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2100"/>
              <a:buFont typeface="Poppins"/>
              <a:buNone/>
              <a:defRPr sz="21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cxnSp>
        <p:nvCxnSpPr>
          <p:cNvPr id="184" name="Google Shape;184;p15"/>
          <p:cNvCxnSpPr>
            <a:cxnSpLocks/>
          </p:cNvCxnSpPr>
          <p:nvPr/>
        </p:nvCxnSpPr>
        <p:spPr>
          <a:xfrm flipH="1">
            <a:off x="7496197" y="7004653"/>
            <a:ext cx="8941738" cy="0"/>
          </a:xfrm>
          <a:prstGeom prst="straightConnector1">
            <a:avLst/>
          </a:prstGeom>
          <a:noFill/>
          <a:ln w="19050" cap="flat" cmpd="sng">
            <a:solidFill>
              <a:srgbClr val="F4F4F4"/>
            </a:solidFill>
            <a:prstDash val="solid"/>
            <a:round/>
            <a:headEnd type="diamond" w="med" len="med"/>
            <a:tailEnd type="none" w="sm" len="sm"/>
          </a:ln>
        </p:spPr>
      </p:cxnSp>
      <p:sp>
        <p:nvSpPr>
          <p:cNvPr id="185" name="Google Shape;185;p15"/>
          <p:cNvSpPr>
            <a:spLocks noGrp="1"/>
          </p:cNvSpPr>
          <p:nvPr>
            <p:ph type="pic" idx="3"/>
          </p:nvPr>
        </p:nvSpPr>
        <p:spPr>
          <a:xfrm>
            <a:off x="3306485" y="6491486"/>
            <a:ext cx="4189710" cy="2516188"/>
          </a:xfrm>
          <a:prstGeom prst="rect">
            <a:avLst/>
          </a:prstGeom>
          <a:solidFill>
            <a:srgbClr val="D8D8D8"/>
          </a:solidFill>
          <a:ln>
            <a:noFill/>
          </a:ln>
        </p:spPr>
      </p:sp>
      <p:sp>
        <p:nvSpPr>
          <p:cNvPr id="186" name="Google Shape;186;p15"/>
          <p:cNvSpPr txBox="1">
            <a:spLocks noGrp="1"/>
          </p:cNvSpPr>
          <p:nvPr>
            <p:ph type="body" idx="4"/>
          </p:nvPr>
        </p:nvSpPr>
        <p:spPr>
          <a:xfrm>
            <a:off x="8358411" y="7306737"/>
            <a:ext cx="8164579" cy="169611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2100"/>
              <a:buFont typeface="Poppins"/>
              <a:buNone/>
              <a:defRPr sz="21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
        <p:nvSpPr>
          <p:cNvPr id="190" name="Google Shape;190;p15"/>
          <p:cNvSpPr txBox="1">
            <a:spLocks noGrp="1"/>
          </p:cNvSpPr>
          <p:nvPr>
            <p:ph type="body" idx="7"/>
          </p:nvPr>
        </p:nvSpPr>
        <p:spPr>
          <a:xfrm>
            <a:off x="3306485" y="2226787"/>
            <a:ext cx="13216509" cy="924288"/>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rgbClr val="000000"/>
              </a:buClr>
              <a:buSzPts val="2200"/>
              <a:buFont typeface="Poppins"/>
              <a:buNone/>
              <a:defRPr sz="22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
        <p:nvSpPr>
          <p:cNvPr id="191" name="Google Shape;191;p15"/>
          <p:cNvSpPr txBox="1">
            <a:spLocks noGrp="1"/>
          </p:cNvSpPr>
          <p:nvPr>
            <p:ph type="body" idx="8"/>
          </p:nvPr>
        </p:nvSpPr>
        <p:spPr>
          <a:xfrm>
            <a:off x="3306484" y="681247"/>
            <a:ext cx="13216507" cy="1243457"/>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rgbClr val="000000"/>
              </a:buClr>
              <a:buSzPts val="3500"/>
              <a:buFont typeface="Poppins"/>
              <a:buNone/>
              <a:defRPr sz="3500"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196734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2_Linha do Tempo1" preserve="1" userDrawn="1">
  <p:cSld name="3_Linha do Tempo1">
    <p:spTree>
      <p:nvGrpSpPr>
        <p:cNvPr id="1" name="Shape 178"/>
        <p:cNvGrpSpPr/>
        <p:nvPr/>
      </p:nvGrpSpPr>
      <p:grpSpPr>
        <a:xfrm>
          <a:off x="0" y="0"/>
          <a:ext cx="0" cy="0"/>
          <a:chOff x="0" y="0"/>
          <a:chExt cx="0" cy="0"/>
        </a:xfrm>
      </p:grpSpPr>
      <p:pic>
        <p:nvPicPr>
          <p:cNvPr id="8" name="Google Shape;142;p13">
            <a:extLst>
              <a:ext uri="{FF2B5EF4-FFF2-40B4-BE49-F238E27FC236}">
                <a16:creationId xmlns:a16="http://schemas.microsoft.com/office/drawing/2014/main" id="{C1899201-5DAF-E974-F58A-A1AEAB93C16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7" name="Google Shape;143;p13">
            <a:extLst>
              <a:ext uri="{FF2B5EF4-FFF2-40B4-BE49-F238E27FC236}">
                <a16:creationId xmlns:a16="http://schemas.microsoft.com/office/drawing/2014/main" id="{33DC5791-7C7E-1A35-F1B9-7D904EC4D10F}"/>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2" name="CaixaDeTexto 1">
            <a:extLst>
              <a:ext uri="{FF2B5EF4-FFF2-40B4-BE49-F238E27FC236}">
                <a16:creationId xmlns:a16="http://schemas.microsoft.com/office/drawing/2014/main" id="{A002D0E8-22C3-90CC-B114-9B35A1342FE0}"/>
              </a:ext>
            </a:extLst>
          </p:cNvPr>
          <p:cNvSpPr txBox="1"/>
          <p:nvPr userDrawn="1"/>
        </p:nvSpPr>
        <p:spPr>
          <a:xfrm>
            <a:off x="4359965" y="28227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Espaço Reservado para Texto 3">
            <a:extLst>
              <a:ext uri="{FF2B5EF4-FFF2-40B4-BE49-F238E27FC236}">
                <a16:creationId xmlns:a16="http://schemas.microsoft.com/office/drawing/2014/main" id="{7BC2819B-91AA-1651-F5F9-7B0D1509AE13}"/>
              </a:ext>
            </a:extLst>
          </p:cNvPr>
          <p:cNvSpPr>
            <a:spLocks noGrp="1"/>
          </p:cNvSpPr>
          <p:nvPr>
            <p:ph type="body" sz="quarter" idx="10"/>
          </p:nvPr>
        </p:nvSpPr>
        <p:spPr>
          <a:xfrm>
            <a:off x="4914900" y="1782261"/>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5" name="Espaço Reservado para Texto 3">
            <a:extLst>
              <a:ext uri="{FF2B5EF4-FFF2-40B4-BE49-F238E27FC236}">
                <a16:creationId xmlns:a16="http://schemas.microsoft.com/office/drawing/2014/main" id="{481EC73E-B5CF-9DF6-2B18-5F201BFD1BC9}"/>
              </a:ext>
            </a:extLst>
          </p:cNvPr>
          <p:cNvSpPr>
            <a:spLocks noGrp="1"/>
          </p:cNvSpPr>
          <p:nvPr>
            <p:ph type="body" sz="quarter" idx="11"/>
          </p:nvPr>
        </p:nvSpPr>
        <p:spPr>
          <a:xfrm>
            <a:off x="4914900" y="2712074"/>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6" name="Espaço Reservado para Texto 3">
            <a:extLst>
              <a:ext uri="{FF2B5EF4-FFF2-40B4-BE49-F238E27FC236}">
                <a16:creationId xmlns:a16="http://schemas.microsoft.com/office/drawing/2014/main" id="{E22F0728-FF89-57C8-564C-0F3FB75D68BE}"/>
              </a:ext>
            </a:extLst>
          </p:cNvPr>
          <p:cNvSpPr>
            <a:spLocks noGrp="1"/>
          </p:cNvSpPr>
          <p:nvPr>
            <p:ph type="body" sz="quarter" idx="12"/>
          </p:nvPr>
        </p:nvSpPr>
        <p:spPr>
          <a:xfrm>
            <a:off x="4914900" y="3663317"/>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7" name="Espaço Reservado para Texto 3">
            <a:extLst>
              <a:ext uri="{FF2B5EF4-FFF2-40B4-BE49-F238E27FC236}">
                <a16:creationId xmlns:a16="http://schemas.microsoft.com/office/drawing/2014/main" id="{08173B0E-FC6F-4B79-645E-F7C05C5165D3}"/>
              </a:ext>
            </a:extLst>
          </p:cNvPr>
          <p:cNvSpPr>
            <a:spLocks noGrp="1"/>
          </p:cNvSpPr>
          <p:nvPr>
            <p:ph type="body" sz="quarter" idx="13"/>
          </p:nvPr>
        </p:nvSpPr>
        <p:spPr>
          <a:xfrm>
            <a:off x="4914900" y="4663285"/>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9" name="Espaço Reservado para Texto 3">
            <a:extLst>
              <a:ext uri="{FF2B5EF4-FFF2-40B4-BE49-F238E27FC236}">
                <a16:creationId xmlns:a16="http://schemas.microsoft.com/office/drawing/2014/main" id="{777D4752-A3A8-E6ED-FF9C-9D9D8F16B077}"/>
              </a:ext>
            </a:extLst>
          </p:cNvPr>
          <p:cNvSpPr>
            <a:spLocks noGrp="1"/>
          </p:cNvSpPr>
          <p:nvPr>
            <p:ph type="body" sz="quarter" idx="14"/>
          </p:nvPr>
        </p:nvSpPr>
        <p:spPr>
          <a:xfrm>
            <a:off x="4914900" y="5708314"/>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10" name="Espaço Reservado para Texto 3">
            <a:extLst>
              <a:ext uri="{FF2B5EF4-FFF2-40B4-BE49-F238E27FC236}">
                <a16:creationId xmlns:a16="http://schemas.microsoft.com/office/drawing/2014/main" id="{CD27E91A-725C-6108-065B-301FEE078C62}"/>
              </a:ext>
            </a:extLst>
          </p:cNvPr>
          <p:cNvSpPr>
            <a:spLocks noGrp="1"/>
          </p:cNvSpPr>
          <p:nvPr>
            <p:ph type="body" sz="quarter" idx="15"/>
          </p:nvPr>
        </p:nvSpPr>
        <p:spPr>
          <a:xfrm>
            <a:off x="4914900" y="6769671"/>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pic>
        <p:nvPicPr>
          <p:cNvPr id="16" name="Imagem 15">
            <a:extLst>
              <a:ext uri="{FF2B5EF4-FFF2-40B4-BE49-F238E27FC236}">
                <a16:creationId xmlns:a16="http://schemas.microsoft.com/office/drawing/2014/main" id="{A15B6A28-99B7-3BE7-DCF9-C08BB5187BC4}"/>
              </a:ext>
            </a:extLst>
          </p:cNvPr>
          <p:cNvPicPr>
            <a:picLocks/>
          </p:cNvPicPr>
          <p:nvPr userDrawn="1"/>
        </p:nvPicPr>
        <p:blipFill>
          <a:blip r:embed="rId4"/>
          <a:stretch>
            <a:fillRect/>
          </a:stretch>
        </p:blipFill>
        <p:spPr>
          <a:xfrm>
            <a:off x="381601" y="327600"/>
            <a:ext cx="3434405" cy="2390404"/>
          </a:xfrm>
          <a:prstGeom prst="rect">
            <a:avLst/>
          </a:prstGeom>
        </p:spPr>
      </p:pic>
      <p:sp>
        <p:nvSpPr>
          <p:cNvPr id="12" name="Google Shape;101;p34">
            <a:extLst>
              <a:ext uri="{FF2B5EF4-FFF2-40B4-BE49-F238E27FC236}">
                <a16:creationId xmlns:a16="http://schemas.microsoft.com/office/drawing/2014/main" id="{B642C3FE-A5A7-DE40-B0EC-693188905B79}"/>
              </a:ext>
            </a:extLst>
          </p:cNvPr>
          <p:cNvSpPr txBox="1"/>
          <p:nvPr userDrawn="1"/>
        </p:nvSpPr>
        <p:spPr>
          <a:xfrm>
            <a:off x="710238" y="1045716"/>
            <a:ext cx="2744693"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chemeClr val="lt1"/>
                </a:solidFill>
                <a:latin typeface="Poppins Light" pitchFamily="2" charset="77"/>
                <a:ea typeface="Poppins Medium"/>
                <a:cs typeface="Poppins Light" pitchFamily="2" charset="77"/>
                <a:sym typeface="Poppins Medium"/>
              </a:rPr>
              <a:t>Construindo o</a:t>
            </a:r>
            <a:r>
              <a:rPr lang="pt-BR" sz="3500" b="0" i="0" u="none" strike="noStrike" cap="none">
                <a:solidFill>
                  <a:schemeClr val="lt1"/>
                </a:solidFill>
                <a:latin typeface="Poppins Medium"/>
                <a:ea typeface="Poppins Medium"/>
                <a:cs typeface="Poppins Medium"/>
                <a:sym typeface="Poppins Medium"/>
              </a:rPr>
              <a:t> </a:t>
            </a:r>
            <a:r>
              <a:rPr lang="pt-BR" sz="3500" b="1" i="0" u="none" strike="noStrike" cap="none">
                <a:solidFill>
                  <a:schemeClr val="lt1"/>
                </a:solidFill>
                <a:latin typeface="Poppins" pitchFamily="2" charset="77"/>
                <a:ea typeface="Poppins"/>
                <a:cs typeface="Poppins" pitchFamily="2" charset="77"/>
                <a:sym typeface="Poppins"/>
              </a:rPr>
              <a:t>conceito</a:t>
            </a:r>
            <a:endParaRPr sz="3500" b="1" i="0" u="none" strike="noStrike" cap="none">
              <a:solidFill>
                <a:schemeClr val="lt1"/>
              </a:solidFill>
              <a:latin typeface="Poppins" pitchFamily="2" charset="77"/>
              <a:ea typeface="Poppins Light"/>
              <a:cs typeface="Poppins" pitchFamily="2" charset="77"/>
              <a:sym typeface="Poppins Light"/>
            </a:endParaRPr>
          </a:p>
        </p:txBody>
      </p:sp>
    </p:spTree>
    <p:extLst>
      <p:ext uri="{BB962C8B-B14F-4D97-AF65-F5344CB8AC3E}">
        <p14:creationId xmlns:p14="http://schemas.microsoft.com/office/powerpoint/2010/main" val="42712842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Atividade" preserve="1" userDrawn="1">
  <p:cSld name="3_Atividade">
    <p:spTree>
      <p:nvGrpSpPr>
        <p:cNvPr id="1" name="Shape 227"/>
        <p:cNvGrpSpPr/>
        <p:nvPr/>
      </p:nvGrpSpPr>
      <p:grpSpPr>
        <a:xfrm>
          <a:off x="0" y="0"/>
          <a:ext cx="0" cy="0"/>
          <a:chOff x="0" y="0"/>
          <a:chExt cx="0" cy="0"/>
        </a:xfrm>
      </p:grpSpPr>
      <p:sp>
        <p:nvSpPr>
          <p:cNvPr id="2" name="Retângulo 1">
            <a:extLst>
              <a:ext uri="{FF2B5EF4-FFF2-40B4-BE49-F238E27FC236}">
                <a16:creationId xmlns:a16="http://schemas.microsoft.com/office/drawing/2014/main" id="{20D52867-BD12-53CB-FAEF-C79A88197553}"/>
              </a:ext>
            </a:extLst>
          </p:cNvPr>
          <p:cNvSpPr/>
          <p:nvPr userDrawn="1"/>
        </p:nvSpPr>
        <p:spPr>
          <a:xfrm>
            <a:off x="0" y="0"/>
            <a:ext cx="18288000" cy="10287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9543989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Atividade" preserve="1" userDrawn="1">
  <p:cSld name="3_Atividade">
    <p:spTree>
      <p:nvGrpSpPr>
        <p:cNvPr id="1" name="Shape 227"/>
        <p:cNvGrpSpPr/>
        <p:nvPr/>
      </p:nvGrpSpPr>
      <p:grpSpPr>
        <a:xfrm>
          <a:off x="0" y="0"/>
          <a:ext cx="0" cy="0"/>
          <a:chOff x="0" y="0"/>
          <a:chExt cx="0" cy="0"/>
        </a:xfrm>
      </p:grpSpPr>
      <p:pic>
        <p:nvPicPr>
          <p:cNvPr id="4" name="Google Shape;190;p17">
            <a:extLst>
              <a:ext uri="{FF2B5EF4-FFF2-40B4-BE49-F238E27FC236}">
                <a16:creationId xmlns:a16="http://schemas.microsoft.com/office/drawing/2014/main" id="{A0810382-A324-7F5F-6D72-CCF68117DDE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6" name="Imagem 5">
            <a:extLst>
              <a:ext uri="{FF2B5EF4-FFF2-40B4-BE49-F238E27FC236}">
                <a16:creationId xmlns:a16="http://schemas.microsoft.com/office/drawing/2014/main" id="{599073E4-FDC5-39A5-A802-384D863FF2E4}"/>
              </a:ext>
            </a:extLst>
          </p:cNvPr>
          <p:cNvPicPr>
            <a:picLocks/>
          </p:cNvPicPr>
          <p:nvPr userDrawn="1"/>
        </p:nvPicPr>
        <p:blipFill>
          <a:blip r:embed="rId3"/>
          <a:stretch>
            <a:fillRect/>
          </a:stretch>
        </p:blipFill>
        <p:spPr>
          <a:xfrm>
            <a:off x="298800" y="691201"/>
            <a:ext cx="3434405" cy="2390404"/>
          </a:xfrm>
          <a:prstGeom prst="rect">
            <a:avLst/>
          </a:prstGeom>
        </p:spPr>
      </p:pic>
      <p:sp>
        <p:nvSpPr>
          <p:cNvPr id="231" name="Google Shape;231;p21"/>
          <p:cNvSpPr txBox="1"/>
          <p:nvPr userDrawn="1"/>
        </p:nvSpPr>
        <p:spPr>
          <a:xfrm>
            <a:off x="1210701" y="1160039"/>
            <a:ext cx="1967095"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rgbClr val="FFFFFF"/>
                </a:solidFill>
                <a:latin typeface="Poppins Light" pitchFamily="2" charset="77"/>
                <a:ea typeface="Poppins Light"/>
                <a:cs typeface="Poppins Light" pitchFamily="2" charset="77"/>
                <a:sym typeface="Poppins Light"/>
              </a:rPr>
              <a:t>Vamos fazer um</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rgbClr val="FFFFFF"/>
                </a:solidFill>
                <a:latin typeface="Poppins"/>
                <a:ea typeface="Poppins"/>
                <a:cs typeface="Poppins"/>
                <a:sym typeface="Poppins"/>
              </a:rPr>
              <a:t>quiz</a:t>
            </a:r>
            <a:endParaRPr lang="pt-BR" sz="3500" b="0" i="0" u="none" strike="noStrike" cap="none" noProof="0">
              <a:solidFill>
                <a:srgbClr val="FFFFFF"/>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78E9625F-D19E-624E-A52E-3E35C3F742DF}"/>
              </a:ext>
            </a:extLst>
          </p:cNvPr>
          <p:cNvSpPr txBox="1"/>
          <p:nvPr userDrawn="1"/>
        </p:nvSpPr>
        <p:spPr>
          <a:xfrm>
            <a:off x="3765176" y="-8785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8" name="Espaço Reservado para Texto 10">
            <a:extLst>
              <a:ext uri="{FF2B5EF4-FFF2-40B4-BE49-F238E27FC236}">
                <a16:creationId xmlns:a16="http://schemas.microsoft.com/office/drawing/2014/main" id="{E3EABF6E-626A-0802-C919-B97335045E73}"/>
              </a:ext>
            </a:extLst>
          </p:cNvPr>
          <p:cNvSpPr>
            <a:spLocks noGrp="1"/>
          </p:cNvSpPr>
          <p:nvPr>
            <p:ph type="body" sz="quarter" idx="10"/>
          </p:nvPr>
        </p:nvSpPr>
        <p:spPr>
          <a:xfrm>
            <a:off x="4539582" y="2093913"/>
            <a:ext cx="10660731" cy="773112"/>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endParaRPr lang="pt-BR"/>
          </a:p>
        </p:txBody>
      </p:sp>
      <p:sp>
        <p:nvSpPr>
          <p:cNvPr id="10" name="Espaço Reservado para Texto 10">
            <a:extLst>
              <a:ext uri="{FF2B5EF4-FFF2-40B4-BE49-F238E27FC236}">
                <a16:creationId xmlns:a16="http://schemas.microsoft.com/office/drawing/2014/main" id="{24C57C54-2E58-E7B5-ECF5-2C905E340D3C}"/>
              </a:ext>
            </a:extLst>
          </p:cNvPr>
          <p:cNvSpPr>
            <a:spLocks noGrp="1"/>
          </p:cNvSpPr>
          <p:nvPr>
            <p:ph type="body" sz="quarter" idx="11"/>
          </p:nvPr>
        </p:nvSpPr>
        <p:spPr>
          <a:xfrm>
            <a:off x="4539583" y="3113243"/>
            <a:ext cx="10660730" cy="1098879"/>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2200" b="0" i="0">
                <a:solidFill>
                  <a:schemeClr val="bg1"/>
                </a:solidFill>
                <a:latin typeface="Poppins" pitchFamily="2" charset="77"/>
                <a:cs typeface="Poppins" pitchFamily="2" charset="77"/>
              </a:defRPr>
            </a:lvl5pPr>
          </a:lstStyle>
          <a:p>
            <a:pPr lvl="4"/>
            <a:endParaRPr lang="pt-BR"/>
          </a:p>
        </p:txBody>
      </p:sp>
    </p:spTree>
    <p:extLst>
      <p:ext uri="{BB962C8B-B14F-4D97-AF65-F5344CB8AC3E}">
        <p14:creationId xmlns:p14="http://schemas.microsoft.com/office/powerpoint/2010/main" val="13741301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Atividade" preserve="1" userDrawn="1">
  <p:cSld name="1_Atividade">
    <p:spTree>
      <p:nvGrpSpPr>
        <p:cNvPr id="1" name="Shape 227"/>
        <p:cNvGrpSpPr/>
        <p:nvPr/>
      </p:nvGrpSpPr>
      <p:grpSpPr>
        <a:xfrm>
          <a:off x="0" y="0"/>
          <a:ext cx="0" cy="0"/>
          <a:chOff x="0" y="0"/>
          <a:chExt cx="0" cy="0"/>
        </a:xfrm>
      </p:grpSpPr>
      <p:pic>
        <p:nvPicPr>
          <p:cNvPr id="6" name="Google Shape;190;p17">
            <a:extLst>
              <a:ext uri="{FF2B5EF4-FFF2-40B4-BE49-F238E27FC236}">
                <a16:creationId xmlns:a16="http://schemas.microsoft.com/office/drawing/2014/main" id="{F9357E3A-0A47-5C6A-4624-2811914CCED8}"/>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8" name="Imagem 7">
            <a:extLst>
              <a:ext uri="{FF2B5EF4-FFF2-40B4-BE49-F238E27FC236}">
                <a16:creationId xmlns:a16="http://schemas.microsoft.com/office/drawing/2014/main" id="{3234E8EC-E647-BA49-1575-D5845EF6584C}"/>
              </a:ext>
            </a:extLst>
          </p:cNvPr>
          <p:cNvPicPr>
            <a:picLocks/>
          </p:cNvPicPr>
          <p:nvPr userDrawn="1"/>
        </p:nvPicPr>
        <p:blipFill>
          <a:blip r:embed="rId3"/>
          <a:stretch>
            <a:fillRect/>
          </a:stretch>
        </p:blipFill>
        <p:spPr>
          <a:xfrm>
            <a:off x="298800" y="691201"/>
            <a:ext cx="3434405" cy="2390404"/>
          </a:xfrm>
          <a:prstGeom prst="rect">
            <a:avLst/>
          </a:prstGeom>
        </p:spPr>
      </p:pic>
      <p:sp>
        <p:nvSpPr>
          <p:cNvPr id="2" name="CaixaDeTexto 1">
            <a:extLst>
              <a:ext uri="{FF2B5EF4-FFF2-40B4-BE49-F238E27FC236}">
                <a16:creationId xmlns:a16="http://schemas.microsoft.com/office/drawing/2014/main" id="{78E9625F-D19E-624E-A52E-3E35C3F742DF}"/>
              </a:ext>
            </a:extLst>
          </p:cNvPr>
          <p:cNvSpPr txBox="1"/>
          <p:nvPr userDrawn="1"/>
        </p:nvSpPr>
        <p:spPr>
          <a:xfrm>
            <a:off x="3765176" y="-8785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Google Shape;231;p21">
            <a:extLst>
              <a:ext uri="{FF2B5EF4-FFF2-40B4-BE49-F238E27FC236}">
                <a16:creationId xmlns:a16="http://schemas.microsoft.com/office/drawing/2014/main" id="{76C6D641-729D-5478-E0FD-4482BC0110EA}"/>
              </a:ext>
            </a:extLst>
          </p:cNvPr>
          <p:cNvSpPr txBox="1"/>
          <p:nvPr userDrawn="1"/>
        </p:nvSpPr>
        <p:spPr>
          <a:xfrm>
            <a:off x="943708" y="1324162"/>
            <a:ext cx="2292704"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rgbClr val="FFFFFF"/>
                </a:solidFill>
                <a:latin typeface="Poppins Light" pitchFamily="2" charset="77"/>
                <a:ea typeface="Poppins Light"/>
                <a:cs typeface="Poppins Light" pitchFamily="2" charset="77"/>
                <a:sym typeface="Poppins Light"/>
              </a:rPr>
              <a:t>Pause e</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rgbClr val="FFFFFF"/>
                </a:solidFill>
                <a:latin typeface="Poppins"/>
                <a:ea typeface="Poppins Light"/>
                <a:cs typeface="Poppins"/>
                <a:sym typeface="Poppins"/>
              </a:rPr>
              <a:t>responda</a:t>
            </a:r>
            <a:endParaRPr lang="pt-BR" sz="3500" b="0" i="0" u="none" strike="noStrike" cap="none" noProof="0">
              <a:solidFill>
                <a:srgbClr val="FFFFFF"/>
              </a:solidFill>
              <a:latin typeface="Poppins Light"/>
              <a:ea typeface="Poppins Light"/>
              <a:cs typeface="Poppins Light"/>
              <a:sym typeface="Poppins Light"/>
            </a:endParaRPr>
          </a:p>
        </p:txBody>
      </p:sp>
      <p:sp>
        <p:nvSpPr>
          <p:cNvPr id="11" name="Espaço Reservado para Texto 10">
            <a:extLst>
              <a:ext uri="{FF2B5EF4-FFF2-40B4-BE49-F238E27FC236}">
                <a16:creationId xmlns:a16="http://schemas.microsoft.com/office/drawing/2014/main" id="{195C8DE1-D92C-0520-6827-BF4E2122A3E1}"/>
              </a:ext>
            </a:extLst>
          </p:cNvPr>
          <p:cNvSpPr>
            <a:spLocks noGrp="1"/>
          </p:cNvSpPr>
          <p:nvPr>
            <p:ph type="body" sz="quarter" idx="10"/>
          </p:nvPr>
        </p:nvSpPr>
        <p:spPr>
          <a:xfrm>
            <a:off x="4539582" y="2093913"/>
            <a:ext cx="10660731" cy="773112"/>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endParaRPr lang="pt-BR"/>
          </a:p>
        </p:txBody>
      </p:sp>
      <p:sp>
        <p:nvSpPr>
          <p:cNvPr id="12" name="Espaço Reservado para Texto 10">
            <a:extLst>
              <a:ext uri="{FF2B5EF4-FFF2-40B4-BE49-F238E27FC236}">
                <a16:creationId xmlns:a16="http://schemas.microsoft.com/office/drawing/2014/main" id="{D96DF696-0CE9-222F-9539-CCDCDE3B62F4}"/>
              </a:ext>
            </a:extLst>
          </p:cNvPr>
          <p:cNvSpPr>
            <a:spLocks noGrp="1"/>
          </p:cNvSpPr>
          <p:nvPr>
            <p:ph type="body" sz="quarter" idx="11"/>
          </p:nvPr>
        </p:nvSpPr>
        <p:spPr>
          <a:xfrm>
            <a:off x="4539583" y="3113243"/>
            <a:ext cx="10660730" cy="1098879"/>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2200" b="0" i="0">
                <a:solidFill>
                  <a:schemeClr val="bg1"/>
                </a:solidFill>
                <a:latin typeface="Poppins" pitchFamily="2" charset="77"/>
                <a:cs typeface="Poppins" pitchFamily="2" charset="77"/>
              </a:defRPr>
            </a:lvl5pPr>
          </a:lstStyle>
          <a:p>
            <a:pPr lvl="4"/>
            <a:endParaRPr lang="pt-BR"/>
          </a:p>
        </p:txBody>
      </p:sp>
    </p:spTree>
    <p:extLst>
      <p:ext uri="{BB962C8B-B14F-4D97-AF65-F5344CB8AC3E}">
        <p14:creationId xmlns:p14="http://schemas.microsoft.com/office/powerpoint/2010/main" val="20368292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Layout Personalizado">
    <p:spTree>
      <p:nvGrpSpPr>
        <p:cNvPr id="1" name=""/>
        <p:cNvGrpSpPr/>
        <p:nvPr/>
      </p:nvGrpSpPr>
      <p:grpSpPr>
        <a:xfrm>
          <a:off x="0" y="0"/>
          <a:ext cx="0" cy="0"/>
          <a:chOff x="0" y="0"/>
          <a:chExt cx="0" cy="0"/>
        </a:xfrm>
      </p:grpSpPr>
      <p:pic>
        <p:nvPicPr>
          <p:cNvPr id="5" name="Google Shape;190;p17">
            <a:extLst>
              <a:ext uri="{FF2B5EF4-FFF2-40B4-BE49-F238E27FC236}">
                <a16:creationId xmlns:a16="http://schemas.microsoft.com/office/drawing/2014/main" id="{DF08B642-629D-10BC-758C-D4D28C96BC5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12" name="Imagem 11">
            <a:extLst>
              <a:ext uri="{FF2B5EF4-FFF2-40B4-BE49-F238E27FC236}">
                <a16:creationId xmlns:a16="http://schemas.microsoft.com/office/drawing/2014/main" id="{11BCC935-40A1-88B2-FEF6-D9B8E2497452}"/>
              </a:ext>
            </a:extLst>
          </p:cNvPr>
          <p:cNvPicPr>
            <a:picLocks/>
          </p:cNvPicPr>
          <p:nvPr userDrawn="1"/>
        </p:nvPicPr>
        <p:blipFill>
          <a:blip r:embed="rId3"/>
          <a:stretch>
            <a:fillRect/>
          </a:stretch>
        </p:blipFill>
        <p:spPr>
          <a:xfrm>
            <a:off x="0" y="0"/>
            <a:ext cx="12848420" cy="8071212"/>
          </a:xfrm>
          <a:prstGeom prst="rect">
            <a:avLst/>
          </a:prstGeom>
        </p:spPr>
      </p:pic>
      <p:pic>
        <p:nvPicPr>
          <p:cNvPr id="10" name="Imagem 9">
            <a:extLst>
              <a:ext uri="{FF2B5EF4-FFF2-40B4-BE49-F238E27FC236}">
                <a16:creationId xmlns:a16="http://schemas.microsoft.com/office/drawing/2014/main" id="{968F924F-9A79-84CE-10CC-E0E2F5743F4B}"/>
              </a:ext>
            </a:extLst>
          </p:cNvPr>
          <p:cNvPicPr>
            <a:picLocks/>
          </p:cNvPicPr>
          <p:nvPr userDrawn="1"/>
        </p:nvPicPr>
        <p:blipFill>
          <a:blip r:embed="rId3"/>
          <a:stretch>
            <a:fillRect/>
          </a:stretch>
        </p:blipFill>
        <p:spPr>
          <a:xfrm>
            <a:off x="0" y="0"/>
            <a:ext cx="12848420" cy="8071212"/>
          </a:xfrm>
          <a:prstGeom prst="rect">
            <a:avLst/>
          </a:prstGeom>
        </p:spPr>
      </p:pic>
      <p:sp>
        <p:nvSpPr>
          <p:cNvPr id="6" name="Espaço Reservado para Texto 17">
            <a:extLst>
              <a:ext uri="{FF2B5EF4-FFF2-40B4-BE49-F238E27FC236}">
                <a16:creationId xmlns:a16="http://schemas.microsoft.com/office/drawing/2014/main" id="{99B3C895-9A6A-3A70-111A-A4701F153597}"/>
              </a:ext>
            </a:extLst>
          </p:cNvPr>
          <p:cNvSpPr>
            <a:spLocks noGrp="1"/>
          </p:cNvSpPr>
          <p:nvPr>
            <p:ph type="body" sz="quarter" idx="11" hasCustomPrompt="1"/>
          </p:nvPr>
        </p:nvSpPr>
        <p:spPr>
          <a:xfrm>
            <a:off x="3657194" y="1498708"/>
            <a:ext cx="6254750" cy="4692650"/>
          </a:xfrm>
          <a:prstGeom prst="rect">
            <a:avLst/>
          </a:prstGeom>
        </p:spPr>
        <p:txBody>
          <a:bodyPr/>
          <a:lstStyle>
            <a:lvl1pPr>
              <a:defRPr sz="2400">
                <a:latin typeface="Poppins" panose="00000500000000000000" pitchFamily="2" charset="0"/>
                <a:cs typeface="Poppins" panose="00000500000000000000" pitchFamily="2" charset="0"/>
              </a:defRPr>
            </a:lvl1pPr>
            <a:lvl2pPr>
              <a:defRPr sz="1600"/>
            </a:lvl2pPr>
            <a:lvl3pPr>
              <a:defRPr sz="1600"/>
            </a:lvl3pPr>
            <a:lvl4pPr>
              <a:defRPr sz="1600"/>
            </a:lvl4pPr>
            <a:lvl5pPr>
              <a:defRPr sz="1600"/>
            </a:lvl5pPr>
          </a:lstStyle>
          <a:p>
            <a:pPr lvl="0"/>
            <a:r>
              <a:rPr lang="pt-BR" noProof="0"/>
              <a:t>Escreva a citação nesta área </a:t>
            </a:r>
            <a:r>
              <a:rPr lang="en-US"/>
              <a:t>do layout. Lorem Ipsum has been the industry's standard dummy text ever since the 1500s . Lorem Ipsum has been the industry's standard dummy text ever since the 1500s. Lorem Ipsum has been the industry's standard dummy text ever since the 1500s. Lorem Ipsum has been the industry's standard dummy text ever since the 1500s. Lorem Ipsum has been the industry's standard dummy text ever since the 1500s.”</a:t>
            </a:r>
          </a:p>
        </p:txBody>
      </p:sp>
      <p:sp>
        <p:nvSpPr>
          <p:cNvPr id="7" name="Espaço Reservado para Texto 19">
            <a:extLst>
              <a:ext uri="{FF2B5EF4-FFF2-40B4-BE49-F238E27FC236}">
                <a16:creationId xmlns:a16="http://schemas.microsoft.com/office/drawing/2014/main" id="{015A9257-63A1-16A0-C8E8-D41B83F04B6E}"/>
              </a:ext>
            </a:extLst>
          </p:cNvPr>
          <p:cNvSpPr>
            <a:spLocks noGrp="1"/>
          </p:cNvSpPr>
          <p:nvPr>
            <p:ph type="body" sz="quarter" idx="12" hasCustomPrompt="1"/>
          </p:nvPr>
        </p:nvSpPr>
        <p:spPr>
          <a:xfrm>
            <a:off x="3656551" y="6370106"/>
            <a:ext cx="5018087" cy="606425"/>
          </a:xfrm>
          <a:prstGeom prst="rect">
            <a:avLst/>
          </a:prstGeom>
        </p:spPr>
        <p:txBody>
          <a:bodyPr/>
          <a:lstStyle>
            <a:lvl1pPr>
              <a:defRPr sz="1800">
                <a:latin typeface="Poppins" panose="00000500000000000000" pitchFamily="2" charset="0"/>
                <a:cs typeface="Poppins" panose="00000500000000000000" pitchFamily="2" charset="0"/>
              </a:defRPr>
            </a:lvl1pPr>
          </a:lstStyle>
          <a:p>
            <a:pPr lvl="0"/>
            <a:r>
              <a:rPr lang="pt-BR"/>
              <a:t>Referência completa da citação/autoria</a:t>
            </a:r>
          </a:p>
        </p:txBody>
      </p:sp>
    </p:spTree>
    <p:extLst>
      <p:ext uri="{BB962C8B-B14F-4D97-AF65-F5344CB8AC3E}">
        <p14:creationId xmlns:p14="http://schemas.microsoft.com/office/powerpoint/2010/main" val="30297290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_Atividade_Resposta" preserve="1" userDrawn="1">
  <p:cSld name="3_Atividade_Resposta">
    <p:spTree>
      <p:nvGrpSpPr>
        <p:cNvPr id="1" name="Shape 235"/>
        <p:cNvGrpSpPr/>
        <p:nvPr/>
      </p:nvGrpSpPr>
      <p:grpSpPr>
        <a:xfrm>
          <a:off x="0" y="0"/>
          <a:ext cx="0" cy="0"/>
          <a:chOff x="0" y="0"/>
          <a:chExt cx="0" cy="0"/>
        </a:xfrm>
      </p:grpSpPr>
    </p:spTree>
    <p:extLst>
      <p:ext uri="{BB962C8B-B14F-4D97-AF65-F5344CB8AC3E}">
        <p14:creationId xmlns:p14="http://schemas.microsoft.com/office/powerpoint/2010/main" val="371326380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_Atividade_Resposta" preserve="1" userDrawn="1">
  <p:cSld name="3_Atividade_Resposta">
    <p:spTree>
      <p:nvGrpSpPr>
        <p:cNvPr id="1" name="Shape 244"/>
        <p:cNvGrpSpPr/>
        <p:nvPr/>
      </p:nvGrpSpPr>
      <p:grpSpPr>
        <a:xfrm>
          <a:off x="0" y="0"/>
          <a:ext cx="0" cy="0"/>
          <a:chOff x="0" y="0"/>
          <a:chExt cx="0" cy="0"/>
        </a:xfrm>
      </p:grpSpPr>
      <p:pic>
        <p:nvPicPr>
          <p:cNvPr id="2" name="Google Shape;10;p29">
            <a:extLst>
              <a:ext uri="{FF2B5EF4-FFF2-40B4-BE49-F238E27FC236}">
                <a16:creationId xmlns:a16="http://schemas.microsoft.com/office/drawing/2014/main" id="{69B899E0-256B-4ABD-B3CF-5D0279BAB1DB}"/>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17414310" y="169102"/>
            <a:ext cx="648222" cy="304469"/>
          </a:xfrm>
          <a:prstGeom prst="rect">
            <a:avLst/>
          </a:prstGeom>
          <a:noFill/>
          <a:ln>
            <a:noFill/>
          </a:ln>
        </p:spPr>
      </p:pic>
      <p:sp>
        <p:nvSpPr>
          <p:cNvPr id="7" name="Espaço Reservado para Texto 6">
            <a:extLst>
              <a:ext uri="{FF2B5EF4-FFF2-40B4-BE49-F238E27FC236}">
                <a16:creationId xmlns:a16="http://schemas.microsoft.com/office/drawing/2014/main" id="{E128FBB6-9361-0CA4-4757-4C6494BD6187}"/>
              </a:ext>
            </a:extLst>
          </p:cNvPr>
          <p:cNvSpPr>
            <a:spLocks noGrp="1"/>
          </p:cNvSpPr>
          <p:nvPr>
            <p:ph type="body" sz="quarter" idx="10"/>
          </p:nvPr>
        </p:nvSpPr>
        <p:spPr>
          <a:xfrm>
            <a:off x="3950716" y="1987423"/>
            <a:ext cx="7497763" cy="1255713"/>
          </a:xfrm>
          <a:prstGeom prst="rect">
            <a:avLst/>
          </a:prstGeom>
        </p:spPr>
        <p:txBody>
          <a:bodyPr/>
          <a:lstStyle/>
          <a:p>
            <a:pPr lvl="0"/>
            <a:endParaRPr lang="pt-BR"/>
          </a:p>
        </p:txBody>
      </p:sp>
      <p:sp>
        <p:nvSpPr>
          <p:cNvPr id="8" name="Espaço Reservado para Texto 6">
            <a:extLst>
              <a:ext uri="{FF2B5EF4-FFF2-40B4-BE49-F238E27FC236}">
                <a16:creationId xmlns:a16="http://schemas.microsoft.com/office/drawing/2014/main" id="{004B621D-7063-CB00-D5F7-DD7041FE5E25}"/>
              </a:ext>
            </a:extLst>
          </p:cNvPr>
          <p:cNvSpPr>
            <a:spLocks noGrp="1"/>
          </p:cNvSpPr>
          <p:nvPr>
            <p:ph type="body" sz="quarter" idx="11"/>
          </p:nvPr>
        </p:nvSpPr>
        <p:spPr>
          <a:xfrm>
            <a:off x="3950716" y="3511423"/>
            <a:ext cx="7497763" cy="1255713"/>
          </a:xfrm>
          <a:prstGeom prst="rect">
            <a:avLst/>
          </a:prstGeom>
        </p:spPr>
        <p:txBody>
          <a:bodyPr/>
          <a:lstStyle/>
          <a:p>
            <a:pPr lvl="0"/>
            <a:endParaRPr lang="pt-BR"/>
          </a:p>
        </p:txBody>
      </p:sp>
      <p:sp>
        <p:nvSpPr>
          <p:cNvPr id="9" name="Espaço Reservado para Texto 6">
            <a:extLst>
              <a:ext uri="{FF2B5EF4-FFF2-40B4-BE49-F238E27FC236}">
                <a16:creationId xmlns:a16="http://schemas.microsoft.com/office/drawing/2014/main" id="{3ED50221-AC80-3CBF-59A1-8AAD3D8B7C43}"/>
              </a:ext>
            </a:extLst>
          </p:cNvPr>
          <p:cNvSpPr>
            <a:spLocks noGrp="1"/>
          </p:cNvSpPr>
          <p:nvPr>
            <p:ph type="body" sz="quarter" idx="12"/>
          </p:nvPr>
        </p:nvSpPr>
        <p:spPr>
          <a:xfrm>
            <a:off x="3950716" y="5047615"/>
            <a:ext cx="7497763" cy="1255713"/>
          </a:xfrm>
          <a:prstGeom prst="rect">
            <a:avLst/>
          </a:prstGeom>
        </p:spPr>
        <p:txBody>
          <a:bodyPr/>
          <a:lstStyle/>
          <a:p>
            <a:pPr lvl="0"/>
            <a:endParaRPr lang="pt-BR"/>
          </a:p>
        </p:txBody>
      </p:sp>
      <p:sp>
        <p:nvSpPr>
          <p:cNvPr id="10" name="Espaço Reservado para Texto 6">
            <a:extLst>
              <a:ext uri="{FF2B5EF4-FFF2-40B4-BE49-F238E27FC236}">
                <a16:creationId xmlns:a16="http://schemas.microsoft.com/office/drawing/2014/main" id="{5B12E8BA-EADA-382E-01AB-DEE52E919608}"/>
              </a:ext>
            </a:extLst>
          </p:cNvPr>
          <p:cNvSpPr>
            <a:spLocks noGrp="1"/>
          </p:cNvSpPr>
          <p:nvPr>
            <p:ph type="body" sz="quarter" idx="13"/>
          </p:nvPr>
        </p:nvSpPr>
        <p:spPr>
          <a:xfrm>
            <a:off x="3950716" y="6730111"/>
            <a:ext cx="7497763" cy="1255713"/>
          </a:xfrm>
          <a:prstGeom prst="rect">
            <a:avLst/>
          </a:prstGeom>
        </p:spPr>
        <p:txBody>
          <a:bodyPr/>
          <a:lstStyle/>
          <a:p>
            <a:pPr lvl="0"/>
            <a:endParaRPr lang="pt-BR"/>
          </a:p>
        </p:txBody>
      </p:sp>
    </p:spTree>
    <p:extLst>
      <p:ext uri="{BB962C8B-B14F-4D97-AF65-F5344CB8AC3E}">
        <p14:creationId xmlns:p14="http://schemas.microsoft.com/office/powerpoint/2010/main" val="11897978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_Atividade_embranco" preserve="1" userDrawn="1">
  <p:cSld name="2_Atividade_embranco">
    <p:spTree>
      <p:nvGrpSpPr>
        <p:cNvPr id="1" name="Shape 307"/>
        <p:cNvGrpSpPr/>
        <p:nvPr/>
      </p:nvGrpSpPr>
      <p:grpSpPr>
        <a:xfrm>
          <a:off x="0" y="0"/>
          <a:ext cx="0" cy="0"/>
          <a:chOff x="0" y="0"/>
          <a:chExt cx="0" cy="0"/>
        </a:xfrm>
      </p:grpSpPr>
      <p:sp>
        <p:nvSpPr>
          <p:cNvPr id="3" name="Espaço Reservado para Imagem 2">
            <a:extLst>
              <a:ext uri="{FF2B5EF4-FFF2-40B4-BE49-F238E27FC236}">
                <a16:creationId xmlns:a16="http://schemas.microsoft.com/office/drawing/2014/main" id="{CF0416F6-09BD-9981-848C-F13A11B9AEB6}"/>
              </a:ext>
            </a:extLst>
          </p:cNvPr>
          <p:cNvSpPr>
            <a:spLocks noGrp="1"/>
          </p:cNvSpPr>
          <p:nvPr>
            <p:ph type="pic" sz="quarter" idx="10"/>
          </p:nvPr>
        </p:nvSpPr>
        <p:spPr>
          <a:xfrm>
            <a:off x="0" y="0"/>
            <a:ext cx="18288000" cy="10287000"/>
          </a:xfrm>
          <a:prstGeom prst="rect">
            <a:avLst/>
          </a:prstGeom>
          <a:solidFill>
            <a:schemeClr val="bg1">
              <a:lumMod val="85000"/>
            </a:schemeClr>
          </a:solidFill>
        </p:spPr>
        <p:txBody>
          <a:bodyPr/>
          <a:lstStyle>
            <a:lvl1pPr>
              <a:defRPr sz="1800">
                <a:latin typeface="Poppins" pitchFamily="2" charset="77"/>
                <a:cs typeface="Poppins" pitchFamily="2" charset="77"/>
              </a:defRPr>
            </a:lvl1pPr>
          </a:lstStyle>
          <a:p>
            <a:endParaRPr lang="pt-BR"/>
          </a:p>
        </p:txBody>
      </p:sp>
      <p:sp>
        <p:nvSpPr>
          <p:cNvPr id="4" name="Espaço Reservado para Mídia 3">
            <a:extLst>
              <a:ext uri="{FF2B5EF4-FFF2-40B4-BE49-F238E27FC236}">
                <a16:creationId xmlns:a16="http://schemas.microsoft.com/office/drawing/2014/main" id="{93F045AC-FA97-1D94-5C54-6BC8931024B8}"/>
              </a:ext>
            </a:extLst>
          </p:cNvPr>
          <p:cNvSpPr>
            <a:spLocks noGrp="1"/>
          </p:cNvSpPr>
          <p:nvPr>
            <p:ph type="media" sz="quarter" idx="11"/>
          </p:nvPr>
        </p:nvSpPr>
        <p:spPr>
          <a:xfrm>
            <a:off x="1293813" y="1331913"/>
            <a:ext cx="6138862" cy="5408612"/>
          </a:xfrm>
          <a:prstGeom prst="rect">
            <a:avLst/>
          </a:prstGeom>
        </p:spPr>
        <p:txBody>
          <a:bodyPr/>
          <a:lstStyle/>
          <a:p>
            <a:endParaRPr lang="pt-BR"/>
          </a:p>
        </p:txBody>
      </p:sp>
    </p:spTree>
    <p:extLst>
      <p:ext uri="{BB962C8B-B14F-4D97-AF65-F5344CB8AC3E}">
        <p14:creationId xmlns:p14="http://schemas.microsoft.com/office/powerpoint/2010/main" val="30782261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endParaRPr lang="en-US"/>
          </a:p>
        </p:txBody>
      </p:sp>
      <p:sp>
        <p:nvSpPr>
          <p:cNvPr id="5" name="CaixaDeTexto 4">
            <a:extLst>
              <a:ext uri="{FF2B5EF4-FFF2-40B4-BE49-F238E27FC236}">
                <a16:creationId xmlns:a16="http://schemas.microsoft.com/office/drawing/2014/main" id="{692551E1-A191-4E27-15C4-E0C7232A5F0E}"/>
              </a:ext>
            </a:extLst>
          </p:cNvPr>
          <p:cNvSpPr txBox="1"/>
          <p:nvPr userDrawn="1"/>
        </p:nvSpPr>
        <p:spPr>
          <a:xfrm>
            <a:off x="900113" y="4286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8" name="CaixaDeTexto 57">
            <a:extLst>
              <a:ext uri="{FF2B5EF4-FFF2-40B4-BE49-F238E27FC236}">
                <a16:creationId xmlns:a16="http://schemas.microsoft.com/office/drawing/2014/main" id="{E2E6E040-FD12-5F0A-5A7E-31B82D9E5878}"/>
              </a:ext>
            </a:extLst>
          </p:cNvPr>
          <p:cNvSpPr txBox="1"/>
          <p:nvPr userDrawn="1"/>
        </p:nvSpPr>
        <p:spPr>
          <a:xfrm>
            <a:off x="19457233" y="74051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9" name="CaixaDeTexto 58">
            <a:extLst>
              <a:ext uri="{FF2B5EF4-FFF2-40B4-BE49-F238E27FC236}">
                <a16:creationId xmlns:a16="http://schemas.microsoft.com/office/drawing/2014/main" id="{86AC8CDC-DB5B-8576-7D5B-627A6FF675DE}"/>
              </a:ext>
            </a:extLst>
          </p:cNvPr>
          <p:cNvSpPr txBox="1"/>
          <p:nvPr userDrawn="1"/>
        </p:nvSpPr>
        <p:spPr>
          <a:xfrm>
            <a:off x="19037508" y="583117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62" name="Espaço Reservado para Texto 60">
            <a:extLst>
              <a:ext uri="{FF2B5EF4-FFF2-40B4-BE49-F238E27FC236}">
                <a16:creationId xmlns:a16="http://schemas.microsoft.com/office/drawing/2014/main" id="{89F34A58-1D03-1A84-8D44-35B61CAAC606}"/>
              </a:ext>
            </a:extLst>
          </p:cNvPr>
          <p:cNvSpPr>
            <a:spLocks noGrp="1"/>
          </p:cNvSpPr>
          <p:nvPr>
            <p:ph type="body" sz="quarter" idx="19"/>
          </p:nvPr>
        </p:nvSpPr>
        <p:spPr>
          <a:xfrm>
            <a:off x="1317708" y="7057869"/>
            <a:ext cx="3763957" cy="460190"/>
          </a:xfrm>
          <a:prstGeom prst="rect">
            <a:avLst/>
          </a:prstGeom>
        </p:spPr>
        <p:txBody>
          <a:bodyPr anchor="ctr"/>
          <a:lstStyle>
            <a:lvl1pPr>
              <a:defRPr sz="1700" b="1">
                <a:latin typeface="Poppins" pitchFamily="2" charset="77"/>
                <a:cs typeface="Poppins" pitchFamily="2" charset="77"/>
              </a:defRPr>
            </a:lvl1pPr>
          </a:lstStyle>
          <a:p>
            <a:pPr lvl="0"/>
            <a:endParaRPr lang="pt-BR"/>
          </a:p>
        </p:txBody>
      </p:sp>
      <p:sp>
        <p:nvSpPr>
          <p:cNvPr id="64" name="Espaço Reservado para Texto 60">
            <a:extLst>
              <a:ext uri="{FF2B5EF4-FFF2-40B4-BE49-F238E27FC236}">
                <a16:creationId xmlns:a16="http://schemas.microsoft.com/office/drawing/2014/main" id="{C64C4F39-6E3E-2CBC-C02F-85C4D8E437D4}"/>
              </a:ext>
            </a:extLst>
          </p:cNvPr>
          <p:cNvSpPr>
            <a:spLocks noGrp="1"/>
          </p:cNvSpPr>
          <p:nvPr>
            <p:ph type="body" sz="quarter" idx="20"/>
          </p:nvPr>
        </p:nvSpPr>
        <p:spPr>
          <a:xfrm>
            <a:off x="1317708" y="7792387"/>
            <a:ext cx="3763957" cy="460190"/>
          </a:xfrm>
          <a:prstGeom prst="rect">
            <a:avLst/>
          </a:prstGeom>
        </p:spPr>
        <p:txBody>
          <a:bodyPr anchor="ctr"/>
          <a:lstStyle>
            <a:lvl1pPr>
              <a:defRPr sz="1700" b="1">
                <a:latin typeface="Poppins" pitchFamily="2" charset="77"/>
                <a:cs typeface="Poppins" pitchFamily="2" charset="77"/>
              </a:defRPr>
            </a:lvl1pPr>
          </a:lstStyle>
          <a:p>
            <a:pPr lvl="0"/>
            <a:endParaRPr lang="pt-BR"/>
          </a:p>
        </p:txBody>
      </p:sp>
      <p:sp>
        <p:nvSpPr>
          <p:cNvPr id="44" name="CaixaDeTexto 43">
            <a:extLst>
              <a:ext uri="{FF2B5EF4-FFF2-40B4-BE49-F238E27FC236}">
                <a16:creationId xmlns:a16="http://schemas.microsoft.com/office/drawing/2014/main" id="{DD2F756A-5714-9640-0D25-5AA63BD888B1}"/>
              </a:ext>
            </a:extLst>
          </p:cNvPr>
          <p:cNvSpPr txBox="1"/>
          <p:nvPr userDrawn="1"/>
        </p:nvSpPr>
        <p:spPr>
          <a:xfrm>
            <a:off x="5414682" y="-155985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22" name="Imagem 21">
            <a:extLst>
              <a:ext uri="{FF2B5EF4-FFF2-40B4-BE49-F238E27FC236}">
                <a16:creationId xmlns:a16="http://schemas.microsoft.com/office/drawing/2014/main" id="{0D17948D-0139-98E7-7612-9893D275C371}"/>
              </a:ext>
            </a:extLst>
          </p:cNvPr>
          <p:cNvPicPr>
            <a:picLocks/>
          </p:cNvPicPr>
          <p:nvPr userDrawn="1"/>
        </p:nvPicPr>
        <p:blipFill>
          <a:blip r:embed="rId2"/>
          <a:stretch>
            <a:fillRect/>
          </a:stretch>
        </p:blipFill>
        <p:spPr>
          <a:xfrm>
            <a:off x="396001" y="421201"/>
            <a:ext cx="3434405" cy="2390404"/>
          </a:xfrm>
          <a:prstGeom prst="rect">
            <a:avLst/>
          </a:prstGeom>
        </p:spPr>
      </p:pic>
      <p:sp>
        <p:nvSpPr>
          <p:cNvPr id="45" name="Google Shape;207;p37">
            <a:extLst>
              <a:ext uri="{FF2B5EF4-FFF2-40B4-BE49-F238E27FC236}">
                <a16:creationId xmlns:a16="http://schemas.microsoft.com/office/drawing/2014/main" id="{C8CD85CF-E847-0B14-CC93-032F679F65D1}"/>
              </a:ext>
            </a:extLst>
          </p:cNvPr>
          <p:cNvSpPr txBox="1"/>
          <p:nvPr userDrawn="1"/>
        </p:nvSpPr>
        <p:spPr>
          <a:xfrm>
            <a:off x="851621" y="1158906"/>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
        <p:nvSpPr>
          <p:cNvPr id="6" name="CaixaDeTexto 5">
            <a:extLst>
              <a:ext uri="{FF2B5EF4-FFF2-40B4-BE49-F238E27FC236}">
                <a16:creationId xmlns:a16="http://schemas.microsoft.com/office/drawing/2014/main" id="{DA5F2E09-8E0A-6D2A-4DDE-494301825C0A}"/>
              </a:ext>
            </a:extLst>
          </p:cNvPr>
          <p:cNvSpPr txBox="1"/>
          <p:nvPr userDrawn="1"/>
        </p:nvSpPr>
        <p:spPr>
          <a:xfrm>
            <a:off x="6802880" y="1694394"/>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1</a:t>
            </a:r>
          </a:p>
        </p:txBody>
      </p:sp>
      <p:cxnSp>
        <p:nvCxnSpPr>
          <p:cNvPr id="7" name="Google Shape;164;p37">
            <a:extLst>
              <a:ext uri="{FF2B5EF4-FFF2-40B4-BE49-F238E27FC236}">
                <a16:creationId xmlns:a16="http://schemas.microsoft.com/office/drawing/2014/main" id="{AE09C5A7-C4C7-3633-E631-10825874757F}"/>
              </a:ext>
            </a:extLst>
          </p:cNvPr>
          <p:cNvCxnSpPr>
            <a:cxnSpLocks/>
          </p:cNvCxnSpPr>
          <p:nvPr userDrawn="1"/>
        </p:nvCxnSpPr>
        <p:spPr>
          <a:xfrm>
            <a:off x="6802880" y="2528112"/>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8" name="CaixaDeTexto 7">
            <a:extLst>
              <a:ext uri="{FF2B5EF4-FFF2-40B4-BE49-F238E27FC236}">
                <a16:creationId xmlns:a16="http://schemas.microsoft.com/office/drawing/2014/main" id="{FE8B2D2B-B67A-7A10-B546-F7E759E5AE78}"/>
              </a:ext>
            </a:extLst>
          </p:cNvPr>
          <p:cNvSpPr txBox="1"/>
          <p:nvPr userDrawn="1"/>
        </p:nvSpPr>
        <p:spPr>
          <a:xfrm>
            <a:off x="6802880" y="3892162"/>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2</a:t>
            </a:r>
          </a:p>
        </p:txBody>
      </p:sp>
      <p:cxnSp>
        <p:nvCxnSpPr>
          <p:cNvPr id="9" name="Google Shape;164;p37">
            <a:extLst>
              <a:ext uri="{FF2B5EF4-FFF2-40B4-BE49-F238E27FC236}">
                <a16:creationId xmlns:a16="http://schemas.microsoft.com/office/drawing/2014/main" id="{8AB8AC0D-9A4E-DBE1-5676-875911095757}"/>
              </a:ext>
            </a:extLst>
          </p:cNvPr>
          <p:cNvCxnSpPr>
            <a:cxnSpLocks/>
          </p:cNvCxnSpPr>
          <p:nvPr userDrawn="1"/>
        </p:nvCxnSpPr>
        <p:spPr>
          <a:xfrm>
            <a:off x="6802880" y="4725880"/>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0" name="CaixaDeTexto 9">
            <a:extLst>
              <a:ext uri="{FF2B5EF4-FFF2-40B4-BE49-F238E27FC236}">
                <a16:creationId xmlns:a16="http://schemas.microsoft.com/office/drawing/2014/main" id="{5ED10435-0A3C-2A5F-6383-B0823A79FE88}"/>
              </a:ext>
            </a:extLst>
          </p:cNvPr>
          <p:cNvSpPr txBox="1"/>
          <p:nvPr userDrawn="1"/>
        </p:nvSpPr>
        <p:spPr>
          <a:xfrm>
            <a:off x="6802880" y="6089930"/>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3</a:t>
            </a:r>
          </a:p>
        </p:txBody>
      </p:sp>
      <p:cxnSp>
        <p:nvCxnSpPr>
          <p:cNvPr id="11" name="Google Shape;164;p37">
            <a:extLst>
              <a:ext uri="{FF2B5EF4-FFF2-40B4-BE49-F238E27FC236}">
                <a16:creationId xmlns:a16="http://schemas.microsoft.com/office/drawing/2014/main" id="{C307C398-EACE-2BA8-6037-73AFF176AE76}"/>
              </a:ext>
            </a:extLst>
          </p:cNvPr>
          <p:cNvCxnSpPr>
            <a:cxnSpLocks/>
          </p:cNvCxnSpPr>
          <p:nvPr userDrawn="1"/>
        </p:nvCxnSpPr>
        <p:spPr>
          <a:xfrm>
            <a:off x="6802880" y="6923648"/>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2" name="CaixaDeTexto 11">
            <a:extLst>
              <a:ext uri="{FF2B5EF4-FFF2-40B4-BE49-F238E27FC236}">
                <a16:creationId xmlns:a16="http://schemas.microsoft.com/office/drawing/2014/main" id="{7B368B3B-CB9A-2B11-2C53-430B67C14E1F}"/>
              </a:ext>
            </a:extLst>
          </p:cNvPr>
          <p:cNvSpPr txBox="1"/>
          <p:nvPr userDrawn="1"/>
        </p:nvSpPr>
        <p:spPr>
          <a:xfrm>
            <a:off x="6802880" y="8287699"/>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4</a:t>
            </a:r>
          </a:p>
        </p:txBody>
      </p:sp>
      <p:cxnSp>
        <p:nvCxnSpPr>
          <p:cNvPr id="13" name="Google Shape;164;p37">
            <a:extLst>
              <a:ext uri="{FF2B5EF4-FFF2-40B4-BE49-F238E27FC236}">
                <a16:creationId xmlns:a16="http://schemas.microsoft.com/office/drawing/2014/main" id="{5991BC56-AAA0-E465-9AC1-50D541BE4CC8}"/>
              </a:ext>
            </a:extLst>
          </p:cNvPr>
          <p:cNvCxnSpPr>
            <a:cxnSpLocks/>
          </p:cNvCxnSpPr>
          <p:nvPr userDrawn="1"/>
        </p:nvCxnSpPr>
        <p:spPr>
          <a:xfrm>
            <a:off x="6802880" y="9121417"/>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4" name="Espaço Reservado para Texto 36">
            <a:extLst>
              <a:ext uri="{FF2B5EF4-FFF2-40B4-BE49-F238E27FC236}">
                <a16:creationId xmlns:a16="http://schemas.microsoft.com/office/drawing/2014/main" id="{AEE2E579-CD98-D37C-FE78-141FDCCA16E5}"/>
              </a:ext>
            </a:extLst>
          </p:cNvPr>
          <p:cNvSpPr>
            <a:spLocks noGrp="1"/>
          </p:cNvSpPr>
          <p:nvPr>
            <p:ph type="body" sz="quarter" idx="21"/>
          </p:nvPr>
        </p:nvSpPr>
        <p:spPr>
          <a:xfrm>
            <a:off x="7810500" y="914402"/>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5" name="Espaço Reservado para Texto 36">
            <a:extLst>
              <a:ext uri="{FF2B5EF4-FFF2-40B4-BE49-F238E27FC236}">
                <a16:creationId xmlns:a16="http://schemas.microsoft.com/office/drawing/2014/main" id="{E8BAC3AD-3484-8D56-B2FE-C840FDB0D3A6}"/>
              </a:ext>
            </a:extLst>
          </p:cNvPr>
          <p:cNvSpPr>
            <a:spLocks noGrp="1"/>
          </p:cNvSpPr>
          <p:nvPr>
            <p:ph type="body" sz="quarter" idx="22"/>
          </p:nvPr>
        </p:nvSpPr>
        <p:spPr>
          <a:xfrm>
            <a:off x="7810500" y="3117956"/>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6" name="Espaço Reservado para Texto 36">
            <a:extLst>
              <a:ext uri="{FF2B5EF4-FFF2-40B4-BE49-F238E27FC236}">
                <a16:creationId xmlns:a16="http://schemas.microsoft.com/office/drawing/2014/main" id="{A9EA8429-D773-7F56-9FE3-61DD76BBD127}"/>
              </a:ext>
            </a:extLst>
          </p:cNvPr>
          <p:cNvSpPr>
            <a:spLocks noGrp="1"/>
          </p:cNvSpPr>
          <p:nvPr>
            <p:ph type="body" sz="quarter" idx="23"/>
          </p:nvPr>
        </p:nvSpPr>
        <p:spPr>
          <a:xfrm>
            <a:off x="7810500" y="5306520"/>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7" name="Espaço Reservado para Texto 36">
            <a:extLst>
              <a:ext uri="{FF2B5EF4-FFF2-40B4-BE49-F238E27FC236}">
                <a16:creationId xmlns:a16="http://schemas.microsoft.com/office/drawing/2014/main" id="{57F476AA-8149-FB0D-8284-2AA34057A108}"/>
              </a:ext>
            </a:extLst>
          </p:cNvPr>
          <p:cNvSpPr>
            <a:spLocks noGrp="1"/>
          </p:cNvSpPr>
          <p:nvPr>
            <p:ph type="body" sz="quarter" idx="13"/>
          </p:nvPr>
        </p:nvSpPr>
        <p:spPr>
          <a:xfrm>
            <a:off x="7810500" y="7510074"/>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29091639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5_OqueAprendemos" userDrawn="1">
  <p:cSld name="5_OqueAprendemos">
    <p:spTree>
      <p:nvGrpSpPr>
        <p:cNvPr id="1" name="Shape 340"/>
        <p:cNvGrpSpPr/>
        <p:nvPr/>
      </p:nvGrpSpPr>
      <p:grpSpPr>
        <a:xfrm>
          <a:off x="0" y="0"/>
          <a:ext cx="0" cy="0"/>
          <a:chOff x="0" y="0"/>
          <a:chExt cx="0" cy="0"/>
        </a:xfrm>
      </p:grpSpPr>
      <p:pic>
        <p:nvPicPr>
          <p:cNvPr id="3" name="Google Shape;324;p32">
            <a:extLst>
              <a:ext uri="{FF2B5EF4-FFF2-40B4-BE49-F238E27FC236}">
                <a16:creationId xmlns:a16="http://schemas.microsoft.com/office/drawing/2014/main" id="{3CC9B972-2FC2-310D-2E4E-FAC046494CE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5662874" cy="10286974"/>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98746" y="1042736"/>
            <a:ext cx="5734704" cy="5848915"/>
          </a:xfrm>
          <a:prstGeom prst="ellipse">
            <a:avLst/>
          </a:prstGeom>
          <a:noFill/>
          <a:ln>
            <a:noFill/>
          </a:ln>
        </p:spPr>
      </p:pic>
      <p:pic>
        <p:nvPicPr>
          <p:cNvPr id="10" name="Imagem 9">
            <a:extLst>
              <a:ext uri="{FF2B5EF4-FFF2-40B4-BE49-F238E27FC236}">
                <a16:creationId xmlns:a16="http://schemas.microsoft.com/office/drawing/2014/main" id="{52493DC8-EFA1-A0D2-EE32-06DC96D8EE72}"/>
              </a:ext>
            </a:extLst>
          </p:cNvPr>
          <p:cNvPicPr>
            <a:picLocks/>
          </p:cNvPicPr>
          <p:nvPr userDrawn="1"/>
        </p:nvPicPr>
        <p:blipFill>
          <a:blip r:embed="rId4"/>
          <a:stretch>
            <a:fillRect/>
          </a:stretch>
        </p:blipFill>
        <p:spPr>
          <a:xfrm>
            <a:off x="2815204" y="5871609"/>
            <a:ext cx="3434405" cy="2390404"/>
          </a:xfrm>
          <a:prstGeom prst="rect">
            <a:avLst/>
          </a:prstGeom>
        </p:spPr>
      </p:pic>
      <p:sp>
        <p:nvSpPr>
          <p:cNvPr id="8" name="Google Shape;353;p32">
            <a:extLst>
              <a:ext uri="{FF2B5EF4-FFF2-40B4-BE49-F238E27FC236}">
                <a16:creationId xmlns:a16="http://schemas.microsoft.com/office/drawing/2014/main" id="{5B0C2897-579F-FE65-592E-938F0D032DAB}"/>
              </a:ext>
            </a:extLst>
          </p:cNvPr>
          <p:cNvSpPr txBox="1"/>
          <p:nvPr userDrawn="1"/>
        </p:nvSpPr>
        <p:spPr>
          <a:xfrm>
            <a:off x="3068680" y="6299311"/>
            <a:ext cx="3002646"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a:ea typeface="Poppins Light"/>
                <a:cs typeface="Poppins Light"/>
                <a:sym typeface="Poppins Light"/>
              </a:rPr>
              <a:t>O que nós</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chemeClr val="lt1"/>
                </a:solidFill>
                <a:latin typeface="Poppins"/>
                <a:ea typeface="Poppins"/>
                <a:cs typeface="Poppins"/>
                <a:sym typeface="Poppins"/>
              </a:rPr>
              <a:t>aprendemos hoje?</a:t>
            </a:r>
            <a:endParaRPr lang="pt-BR" sz="3500" b="0" i="0" u="none" strike="noStrike" cap="none" noProof="0">
              <a:solidFill>
                <a:schemeClr val="lt1"/>
              </a:solidFill>
              <a:latin typeface="Poppins Light"/>
              <a:ea typeface="Poppins Light"/>
              <a:cs typeface="Poppins Light"/>
              <a:sym typeface="Poppins Light"/>
            </a:endParaRPr>
          </a:p>
        </p:txBody>
      </p:sp>
      <p:sp>
        <p:nvSpPr>
          <p:cNvPr id="4" name="Google Shape;689;p48">
            <a:extLst>
              <a:ext uri="{FF2B5EF4-FFF2-40B4-BE49-F238E27FC236}">
                <a16:creationId xmlns:a16="http://schemas.microsoft.com/office/drawing/2014/main" id="{3A19ED95-0334-F47C-AF86-3309C91852AB}"/>
              </a:ext>
            </a:extLst>
          </p:cNvPr>
          <p:cNvSpPr txBox="1">
            <a:spLocks/>
          </p:cNvSpPr>
          <p:nvPr userDrawn="1"/>
        </p:nvSpPr>
        <p:spPr>
          <a:xfrm>
            <a:off x="1377140" y="6988180"/>
            <a:ext cx="1249754" cy="238087"/>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360"/>
              </a:spcBef>
              <a:buSzPts val="1200"/>
              <a:buFont typeface="Arial" pitchFamily="34" charset="0"/>
              <a:buNone/>
            </a:pPr>
            <a:r>
              <a:rPr lang="pt-BR" sz="1200">
                <a:solidFill>
                  <a:schemeClr val="bg1"/>
                </a:solidFill>
                <a:latin typeface="Poppins Light" panose="00000400000000000000" pitchFamily="2" charset="0"/>
                <a:cs typeface="Poppins Light" panose="00000400000000000000" pitchFamily="2" charset="0"/>
              </a:rPr>
              <a:t>© Getty Images</a:t>
            </a:r>
          </a:p>
        </p:txBody>
      </p:sp>
      <p:sp>
        <p:nvSpPr>
          <p:cNvPr id="2" name="Google Shape;345;p32">
            <a:extLst>
              <a:ext uri="{FF2B5EF4-FFF2-40B4-BE49-F238E27FC236}">
                <a16:creationId xmlns:a16="http://schemas.microsoft.com/office/drawing/2014/main" id="{D958A6C2-8B71-D5A0-1C68-95723A4C4FE5}"/>
              </a:ext>
            </a:extLst>
          </p:cNvPr>
          <p:cNvSpPr txBox="1">
            <a:spLocks noGrp="1"/>
          </p:cNvSpPr>
          <p:nvPr>
            <p:ph type="body" idx="2"/>
          </p:nvPr>
        </p:nvSpPr>
        <p:spPr>
          <a:xfrm>
            <a:off x="7301898" y="2537432"/>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1" name="Google Shape;347;p32">
            <a:extLst>
              <a:ext uri="{FF2B5EF4-FFF2-40B4-BE49-F238E27FC236}">
                <a16:creationId xmlns:a16="http://schemas.microsoft.com/office/drawing/2014/main" id="{D60E57C9-84D4-8D99-0D6C-C59B32F7C630}"/>
              </a:ext>
            </a:extLst>
          </p:cNvPr>
          <p:cNvSpPr txBox="1">
            <a:spLocks noGrp="1"/>
          </p:cNvSpPr>
          <p:nvPr>
            <p:ph type="body" idx="3"/>
          </p:nvPr>
        </p:nvSpPr>
        <p:spPr>
          <a:xfrm>
            <a:off x="7301898" y="4620023"/>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4" name="Google Shape;349;p32">
            <a:extLst>
              <a:ext uri="{FF2B5EF4-FFF2-40B4-BE49-F238E27FC236}">
                <a16:creationId xmlns:a16="http://schemas.microsoft.com/office/drawing/2014/main" id="{142C7AEA-387E-A052-1D08-8A416B8497BB}"/>
              </a:ext>
            </a:extLst>
          </p:cNvPr>
          <p:cNvSpPr txBox="1">
            <a:spLocks noGrp="1"/>
          </p:cNvSpPr>
          <p:nvPr>
            <p:ph type="body" idx="4"/>
          </p:nvPr>
        </p:nvSpPr>
        <p:spPr>
          <a:xfrm>
            <a:off x="7301898" y="6736255"/>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3" name="Google Shape;233;p39">
            <a:extLst>
              <a:ext uri="{FF2B5EF4-FFF2-40B4-BE49-F238E27FC236}">
                <a16:creationId xmlns:a16="http://schemas.microsoft.com/office/drawing/2014/main" id="{23D223AE-6B47-5244-85DA-E25526DF3862}"/>
              </a:ext>
            </a:extLst>
          </p:cNvPr>
          <p:cNvSpPr txBox="1"/>
          <p:nvPr userDrawn="1"/>
        </p:nvSpPr>
        <p:spPr>
          <a:xfrm>
            <a:off x="6904767" y="2606438"/>
            <a:ext cx="331544" cy="883127"/>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4099" b="1" i="0" u="none" strike="noStrike" cap="none">
                <a:solidFill>
                  <a:schemeClr val="tx1"/>
                </a:solidFill>
                <a:latin typeface="Poppins"/>
                <a:ea typeface="Poppins"/>
                <a:cs typeface="Poppins"/>
                <a:sym typeface="Poppins"/>
              </a:rPr>
              <a:t>1</a:t>
            </a:r>
            <a:endParaRPr sz="1400" b="0" i="0" u="none" strike="noStrike" cap="none">
              <a:solidFill>
                <a:schemeClr val="tx1"/>
              </a:solidFill>
              <a:latin typeface="Arial"/>
              <a:ea typeface="Arial"/>
              <a:cs typeface="Arial"/>
              <a:sym typeface="Arial"/>
            </a:endParaRPr>
          </a:p>
        </p:txBody>
      </p:sp>
      <p:sp>
        <p:nvSpPr>
          <p:cNvPr id="16" name="Google Shape;235;p39">
            <a:extLst>
              <a:ext uri="{FF2B5EF4-FFF2-40B4-BE49-F238E27FC236}">
                <a16:creationId xmlns:a16="http://schemas.microsoft.com/office/drawing/2014/main" id="{607A1E13-022D-D9F1-086C-636AF8EAE3BA}"/>
              </a:ext>
            </a:extLst>
          </p:cNvPr>
          <p:cNvSpPr txBox="1"/>
          <p:nvPr userDrawn="1"/>
        </p:nvSpPr>
        <p:spPr>
          <a:xfrm>
            <a:off x="6862237" y="4401353"/>
            <a:ext cx="331544" cy="883127"/>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4099" b="1" i="0" u="none" strike="noStrike" cap="none">
                <a:solidFill>
                  <a:schemeClr val="tx1"/>
                </a:solidFill>
                <a:latin typeface="Poppins"/>
                <a:ea typeface="Poppins"/>
                <a:cs typeface="Poppins"/>
                <a:sym typeface="Poppins"/>
              </a:rPr>
              <a:t>2</a:t>
            </a:r>
            <a:endParaRPr sz="1400" b="0" i="0" u="none" strike="noStrike" cap="none">
              <a:solidFill>
                <a:schemeClr val="tx1"/>
              </a:solidFill>
              <a:latin typeface="Arial"/>
              <a:ea typeface="Arial"/>
              <a:cs typeface="Arial"/>
              <a:sym typeface="Arial"/>
            </a:endParaRPr>
          </a:p>
        </p:txBody>
      </p:sp>
      <p:sp>
        <p:nvSpPr>
          <p:cNvPr id="17" name="Google Shape;237;p39">
            <a:extLst>
              <a:ext uri="{FF2B5EF4-FFF2-40B4-BE49-F238E27FC236}">
                <a16:creationId xmlns:a16="http://schemas.microsoft.com/office/drawing/2014/main" id="{2E8F90B6-2731-530A-A552-FC88DAE9F7F9}"/>
              </a:ext>
            </a:extLst>
          </p:cNvPr>
          <p:cNvSpPr txBox="1"/>
          <p:nvPr userDrawn="1"/>
        </p:nvSpPr>
        <p:spPr>
          <a:xfrm>
            <a:off x="6862237" y="6196268"/>
            <a:ext cx="331544" cy="883127"/>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4099" b="1" i="0" u="none" strike="noStrike" cap="none">
                <a:solidFill>
                  <a:schemeClr val="tx1"/>
                </a:solidFill>
                <a:latin typeface="Poppins"/>
                <a:ea typeface="Poppins"/>
                <a:cs typeface="Poppins"/>
                <a:sym typeface="Poppins"/>
              </a:rPr>
              <a:t>3</a:t>
            </a:r>
            <a:endParaRPr sz="1400" b="0" i="0" u="none" strike="noStrike" cap="none">
              <a:solidFill>
                <a:schemeClr val="tx1"/>
              </a:solidFill>
              <a:latin typeface="Arial"/>
              <a:ea typeface="Arial"/>
              <a:cs typeface="Arial"/>
              <a:sym typeface="Arial"/>
            </a:endParaRPr>
          </a:p>
        </p:txBody>
      </p:sp>
      <p:sp>
        <p:nvSpPr>
          <p:cNvPr id="9" name="CaixaDeTexto 8">
            <a:extLst>
              <a:ext uri="{FF2B5EF4-FFF2-40B4-BE49-F238E27FC236}">
                <a16:creationId xmlns:a16="http://schemas.microsoft.com/office/drawing/2014/main" id="{7EBE2669-C701-CF93-6C9B-1A151924C387}"/>
              </a:ext>
            </a:extLst>
          </p:cNvPr>
          <p:cNvSpPr txBox="1"/>
          <p:nvPr userDrawn="1"/>
        </p:nvSpPr>
        <p:spPr>
          <a:xfrm>
            <a:off x="18454255" y="135774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2005588150"/>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5_OqueAprendemos" preserve="1" userDrawn="1">
  <p:cSld name="6_OqueAprendemos">
    <p:spTree>
      <p:nvGrpSpPr>
        <p:cNvPr id="1" name="Shape 340"/>
        <p:cNvGrpSpPr/>
        <p:nvPr/>
      </p:nvGrpSpPr>
      <p:grpSpPr>
        <a:xfrm>
          <a:off x="0" y="0"/>
          <a:ext cx="0" cy="0"/>
          <a:chOff x="0" y="0"/>
          <a:chExt cx="0" cy="0"/>
        </a:xfrm>
      </p:grpSpPr>
      <p:pic>
        <p:nvPicPr>
          <p:cNvPr id="3" name="Google Shape;324;p32">
            <a:extLst>
              <a:ext uri="{FF2B5EF4-FFF2-40B4-BE49-F238E27FC236}">
                <a16:creationId xmlns:a16="http://schemas.microsoft.com/office/drawing/2014/main" id="{E22AC8E9-5E0D-65AB-29C1-402DD6CDF5F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5662874" cy="10286974"/>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98746" y="1042736"/>
            <a:ext cx="5734704" cy="5848915"/>
          </a:xfrm>
          <a:prstGeom prst="ellipse">
            <a:avLst/>
          </a:prstGeom>
          <a:noFill/>
          <a:ln>
            <a:noFill/>
          </a:ln>
        </p:spPr>
      </p:pic>
      <p:pic>
        <p:nvPicPr>
          <p:cNvPr id="9" name="Imagem 8">
            <a:extLst>
              <a:ext uri="{FF2B5EF4-FFF2-40B4-BE49-F238E27FC236}">
                <a16:creationId xmlns:a16="http://schemas.microsoft.com/office/drawing/2014/main" id="{6A715F98-D009-7844-A059-BA4430FE2E44}"/>
              </a:ext>
            </a:extLst>
          </p:cNvPr>
          <p:cNvPicPr>
            <a:picLocks/>
          </p:cNvPicPr>
          <p:nvPr userDrawn="1"/>
        </p:nvPicPr>
        <p:blipFill>
          <a:blip r:embed="rId4"/>
          <a:stretch>
            <a:fillRect/>
          </a:stretch>
        </p:blipFill>
        <p:spPr>
          <a:xfrm>
            <a:off x="2815204" y="5871609"/>
            <a:ext cx="3434405" cy="2390404"/>
          </a:xfrm>
          <a:prstGeom prst="rect">
            <a:avLst/>
          </a:prstGeom>
        </p:spPr>
      </p:pic>
      <p:sp>
        <p:nvSpPr>
          <p:cNvPr id="8" name="Google Shape;353;p32">
            <a:extLst>
              <a:ext uri="{FF2B5EF4-FFF2-40B4-BE49-F238E27FC236}">
                <a16:creationId xmlns:a16="http://schemas.microsoft.com/office/drawing/2014/main" id="{5B0C2897-579F-FE65-592E-938F0D032DAB}"/>
              </a:ext>
            </a:extLst>
          </p:cNvPr>
          <p:cNvSpPr txBox="1"/>
          <p:nvPr userDrawn="1"/>
        </p:nvSpPr>
        <p:spPr>
          <a:xfrm>
            <a:off x="3068680" y="6299311"/>
            <a:ext cx="3002646"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a:ea typeface="Poppins Light"/>
                <a:cs typeface="Poppins Light"/>
                <a:sym typeface="Poppins Light"/>
              </a:rPr>
              <a:t>O que nós</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chemeClr val="lt1"/>
                </a:solidFill>
                <a:latin typeface="Poppins"/>
                <a:ea typeface="Poppins"/>
                <a:cs typeface="Poppins"/>
                <a:sym typeface="Poppins"/>
              </a:rPr>
              <a:t>aprendemos hoje?</a:t>
            </a:r>
            <a:endParaRPr lang="pt-BR" sz="3500" b="0" i="0" u="none" strike="noStrike" cap="none" noProof="0">
              <a:solidFill>
                <a:schemeClr val="lt1"/>
              </a:solidFill>
              <a:latin typeface="Poppins Light"/>
              <a:ea typeface="Poppins Light"/>
              <a:cs typeface="Poppins Light"/>
              <a:sym typeface="Poppins Light"/>
            </a:endParaRPr>
          </a:p>
        </p:txBody>
      </p:sp>
      <p:sp>
        <p:nvSpPr>
          <p:cNvPr id="4" name="Google Shape;689;p48">
            <a:extLst>
              <a:ext uri="{FF2B5EF4-FFF2-40B4-BE49-F238E27FC236}">
                <a16:creationId xmlns:a16="http://schemas.microsoft.com/office/drawing/2014/main" id="{3A19ED95-0334-F47C-AF86-3309C91852AB}"/>
              </a:ext>
            </a:extLst>
          </p:cNvPr>
          <p:cNvSpPr txBox="1">
            <a:spLocks/>
          </p:cNvSpPr>
          <p:nvPr userDrawn="1"/>
        </p:nvSpPr>
        <p:spPr>
          <a:xfrm>
            <a:off x="1377140" y="6988180"/>
            <a:ext cx="1249754" cy="238087"/>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360"/>
              </a:spcBef>
              <a:buSzPts val="1200"/>
              <a:buFont typeface="Arial" pitchFamily="34" charset="0"/>
              <a:buNone/>
            </a:pPr>
            <a:r>
              <a:rPr lang="pt-BR" sz="1200">
                <a:solidFill>
                  <a:schemeClr val="bg1"/>
                </a:solidFill>
                <a:latin typeface="Poppins Light" panose="00000400000000000000" pitchFamily="2" charset="0"/>
                <a:cs typeface="Poppins Light" panose="00000400000000000000" pitchFamily="2" charset="0"/>
              </a:rPr>
              <a:t>© Getty Images</a:t>
            </a:r>
          </a:p>
        </p:txBody>
      </p:sp>
      <p:sp>
        <p:nvSpPr>
          <p:cNvPr id="5" name="Espaço Reservado para Imagem 17">
            <a:extLst>
              <a:ext uri="{FF2B5EF4-FFF2-40B4-BE49-F238E27FC236}">
                <a16:creationId xmlns:a16="http://schemas.microsoft.com/office/drawing/2014/main" id="{625C6A0E-E0E0-2CE6-70A6-5C18B519DCF3}"/>
              </a:ext>
            </a:extLst>
          </p:cNvPr>
          <p:cNvSpPr>
            <a:spLocks noGrp="1"/>
          </p:cNvSpPr>
          <p:nvPr>
            <p:ph type="pic" sz="quarter" idx="10"/>
          </p:nvPr>
        </p:nvSpPr>
        <p:spPr>
          <a:xfrm>
            <a:off x="7302500" y="2536825"/>
            <a:ext cx="9531350" cy="6102350"/>
          </a:xfrm>
          <a:prstGeom prst="rect">
            <a:avLst/>
          </a:prstGeom>
          <a:solidFill>
            <a:schemeClr val="bg1">
              <a:lumMod val="85000"/>
            </a:schemeClr>
          </a:solidFill>
        </p:spPr>
        <p:txBody>
          <a:bodyPr/>
          <a:lstStyle>
            <a:lvl1pPr>
              <a:defRPr sz="1800" b="0" i="0">
                <a:latin typeface="Poppins" pitchFamily="2" charset="77"/>
                <a:cs typeface="Poppins" pitchFamily="2" charset="77"/>
              </a:defRPr>
            </a:lvl1pPr>
          </a:lstStyle>
          <a:p>
            <a:endParaRPr lang="pt-BR"/>
          </a:p>
        </p:txBody>
      </p:sp>
      <p:sp>
        <p:nvSpPr>
          <p:cNvPr id="12" name="Google Shape;741;p22">
            <a:extLst>
              <a:ext uri="{FF2B5EF4-FFF2-40B4-BE49-F238E27FC236}">
                <a16:creationId xmlns:a16="http://schemas.microsoft.com/office/drawing/2014/main" id="{4BD119D4-628D-2CB6-077F-AA969FD5DF91}"/>
              </a:ext>
            </a:extLst>
          </p:cNvPr>
          <p:cNvSpPr txBox="1">
            <a:spLocks/>
          </p:cNvSpPr>
          <p:nvPr userDrawn="1"/>
        </p:nvSpPr>
        <p:spPr>
          <a:xfrm>
            <a:off x="7015381" y="1101032"/>
            <a:ext cx="8160900" cy="107742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spcBef>
                <a:spcPts val="900"/>
              </a:spcBef>
              <a:buClr>
                <a:schemeClr val="dk1"/>
              </a:buClr>
              <a:buSzPts val="4500"/>
              <a:buFont typeface="Poppins"/>
              <a:buNone/>
            </a:pPr>
            <a:r>
              <a:rPr lang="pt-BR" sz="4500" b="1">
                <a:solidFill>
                  <a:srgbClr val="FF0000"/>
                </a:solidFill>
                <a:latin typeface="Poppins"/>
                <a:ea typeface="Poppins"/>
                <a:cs typeface="Poppins"/>
                <a:sym typeface="Poppins"/>
              </a:rPr>
              <a:t>Nuvem de palavras</a:t>
            </a:r>
          </a:p>
        </p:txBody>
      </p:sp>
    </p:spTree>
    <p:extLst>
      <p:ext uri="{BB962C8B-B14F-4D97-AF65-F5344CB8AC3E}">
        <p14:creationId xmlns:p14="http://schemas.microsoft.com/office/powerpoint/2010/main" val="3333225175"/>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3_Atividade_Seminario" userDrawn="1">
  <p:cSld name="4_Atividade_Seminario">
    <p:spTree>
      <p:nvGrpSpPr>
        <p:cNvPr id="1" name="Shape 353"/>
        <p:cNvGrpSpPr/>
        <p:nvPr/>
      </p:nvGrpSpPr>
      <p:grpSpPr>
        <a:xfrm>
          <a:off x="0" y="0"/>
          <a:ext cx="0" cy="0"/>
          <a:chOff x="0" y="0"/>
          <a:chExt cx="0" cy="0"/>
        </a:xfrm>
      </p:grpSpPr>
      <p:pic>
        <p:nvPicPr>
          <p:cNvPr id="5" name="Google Shape;142;p13">
            <a:extLst>
              <a:ext uri="{FF2B5EF4-FFF2-40B4-BE49-F238E27FC236}">
                <a16:creationId xmlns:a16="http://schemas.microsoft.com/office/drawing/2014/main" id="{3A4E29AB-E897-54A0-EF5B-495232186FBD}"/>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8" name="Google Shape;143;p13">
            <a:extLst>
              <a:ext uri="{FF2B5EF4-FFF2-40B4-BE49-F238E27FC236}">
                <a16:creationId xmlns:a16="http://schemas.microsoft.com/office/drawing/2014/main" id="{2F8AB1D9-1F91-C301-CADC-3280526D526F}"/>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4762"/>
            <a:ext cx="18288000" cy="852451"/>
          </a:xfrm>
          <a:prstGeom prst="rect">
            <a:avLst/>
          </a:prstGeom>
          <a:noFill/>
          <a:ln>
            <a:noFill/>
          </a:ln>
        </p:spPr>
      </p:pic>
      <p:sp>
        <p:nvSpPr>
          <p:cNvPr id="397" name="Google Shape;397;p33"/>
          <p:cNvSpPr txBox="1">
            <a:spLocks noGrp="1"/>
          </p:cNvSpPr>
          <p:nvPr>
            <p:ph type="body" idx="5"/>
          </p:nvPr>
        </p:nvSpPr>
        <p:spPr>
          <a:xfrm>
            <a:off x="2175792" y="2781300"/>
            <a:ext cx="12458810" cy="573436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0" name="Google Shape;624;p42">
            <a:extLst>
              <a:ext uri="{FF2B5EF4-FFF2-40B4-BE49-F238E27FC236}">
                <a16:creationId xmlns:a16="http://schemas.microsoft.com/office/drawing/2014/main" id="{690D8EE8-5EA4-845E-6984-D0C986969508}"/>
              </a:ext>
            </a:extLst>
          </p:cNvPr>
          <p:cNvSpPr txBox="1"/>
          <p:nvPr userDrawn="1"/>
        </p:nvSpPr>
        <p:spPr>
          <a:xfrm>
            <a:off x="2175792" y="1771334"/>
            <a:ext cx="9518400" cy="69249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4500" b="1" i="0" u="none" strike="noStrike" cap="none" noProof="0">
                <a:solidFill>
                  <a:srgbClr val="FF161F"/>
                </a:solidFill>
                <a:latin typeface="Poppins"/>
                <a:ea typeface="Poppins"/>
                <a:cs typeface="Poppins"/>
                <a:sym typeface="Poppins"/>
              </a:rPr>
              <a:t>Referências</a:t>
            </a:r>
            <a:r>
              <a:rPr lang="en-US" sz="4500" b="1" i="0" u="none" strike="noStrike" cap="none">
                <a:solidFill>
                  <a:srgbClr val="FF161F"/>
                </a:solidFill>
                <a:latin typeface="Poppins"/>
                <a:ea typeface="Poppins"/>
                <a:cs typeface="Poppins"/>
                <a:sym typeface="Poppins"/>
              </a:rPr>
              <a:t> da aula</a:t>
            </a:r>
            <a:endParaRPr sz="1400" b="0" i="0" u="none" strike="noStrike" cap="none">
              <a:solidFill>
                <a:srgbClr val="FF161F"/>
              </a:solidFill>
              <a:latin typeface="Poppins"/>
              <a:ea typeface="Poppins"/>
              <a:cs typeface="Poppins"/>
              <a:sym typeface="Poppins"/>
            </a:endParaRPr>
          </a:p>
        </p:txBody>
      </p:sp>
    </p:spTree>
    <p:extLst>
      <p:ext uri="{BB962C8B-B14F-4D97-AF65-F5344CB8AC3E}">
        <p14:creationId xmlns:p14="http://schemas.microsoft.com/office/powerpoint/2010/main" val="65930966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1_Linha do Tempo1" preserve="1" userDrawn="1">
  <p:cSld name="3_Linha do Tempo1">
    <p:bg>
      <p:bgRef idx="1001">
        <a:schemeClr val="bg1"/>
      </p:bgRef>
    </p:bg>
    <p:spTree>
      <p:nvGrpSpPr>
        <p:cNvPr id="1" name="Shape 159"/>
        <p:cNvGrpSpPr/>
        <p:nvPr/>
      </p:nvGrpSpPr>
      <p:grpSpPr>
        <a:xfrm>
          <a:off x="0" y="0"/>
          <a:ext cx="0" cy="0"/>
          <a:chOff x="0" y="0"/>
          <a:chExt cx="0" cy="0"/>
        </a:xfrm>
      </p:grpSpPr>
      <p:pic>
        <p:nvPicPr>
          <p:cNvPr id="12" name="Google Shape;142;p13">
            <a:extLst>
              <a:ext uri="{FF2B5EF4-FFF2-40B4-BE49-F238E27FC236}">
                <a16:creationId xmlns:a16="http://schemas.microsoft.com/office/drawing/2014/main" id="{78E61B95-FA95-9482-303F-F8E9C7A0509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3" name="Google Shape;143;p13">
            <a:extLst>
              <a:ext uri="{FF2B5EF4-FFF2-40B4-BE49-F238E27FC236}">
                <a16:creationId xmlns:a16="http://schemas.microsoft.com/office/drawing/2014/main" id="{56ED5AE7-8A4A-D26D-0938-3A483027087E}"/>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cxnSp>
        <p:nvCxnSpPr>
          <p:cNvPr id="166" name="Google Shape;166;p14"/>
          <p:cNvCxnSpPr/>
          <p:nvPr/>
        </p:nvCxnSpPr>
        <p:spPr>
          <a:xfrm>
            <a:off x="1777896" y="5864062"/>
            <a:ext cx="16118958" cy="0"/>
          </a:xfrm>
          <a:prstGeom prst="straightConnector1">
            <a:avLst/>
          </a:prstGeom>
          <a:noFill/>
          <a:ln w="28575" cap="flat" cmpd="sng">
            <a:solidFill>
              <a:schemeClr val="dk1"/>
            </a:solidFill>
            <a:prstDash val="dot"/>
            <a:round/>
            <a:headEnd type="none" w="sm" len="sm"/>
            <a:tailEnd type="none" w="sm" len="sm"/>
          </a:ln>
        </p:spPr>
      </p:cxnSp>
      <p:cxnSp>
        <p:nvCxnSpPr>
          <p:cNvPr id="168" name="Google Shape;168;p14"/>
          <p:cNvCxnSpPr/>
          <p:nvPr/>
        </p:nvCxnSpPr>
        <p:spPr>
          <a:xfrm rot="10800000">
            <a:off x="930533" y="6936983"/>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69" name="Google Shape;169;p14"/>
          <p:cNvCxnSpPr/>
          <p:nvPr/>
        </p:nvCxnSpPr>
        <p:spPr>
          <a:xfrm rot="10800000">
            <a:off x="7894950" y="6936983"/>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70" name="Google Shape;170;p14"/>
          <p:cNvCxnSpPr/>
          <p:nvPr/>
        </p:nvCxnSpPr>
        <p:spPr>
          <a:xfrm>
            <a:off x="4438856" y="2388705"/>
            <a:ext cx="0" cy="2249421"/>
          </a:xfrm>
          <a:prstGeom prst="straightConnector1">
            <a:avLst/>
          </a:prstGeom>
          <a:noFill/>
          <a:ln w="19050" cap="flat" cmpd="sng">
            <a:solidFill>
              <a:schemeClr val="dk1"/>
            </a:solidFill>
            <a:prstDash val="solid"/>
            <a:round/>
            <a:headEnd type="diamond" w="med" len="med"/>
            <a:tailEnd type="none" w="sm" len="sm"/>
          </a:ln>
        </p:spPr>
      </p:cxnSp>
      <p:cxnSp>
        <p:nvCxnSpPr>
          <p:cNvPr id="171" name="Google Shape;171;p14"/>
          <p:cNvCxnSpPr/>
          <p:nvPr/>
        </p:nvCxnSpPr>
        <p:spPr>
          <a:xfrm>
            <a:off x="11383791" y="2366559"/>
            <a:ext cx="0" cy="2249421"/>
          </a:xfrm>
          <a:prstGeom prst="straightConnector1">
            <a:avLst/>
          </a:prstGeom>
          <a:noFill/>
          <a:ln w="19050" cap="flat" cmpd="sng">
            <a:solidFill>
              <a:schemeClr val="dk1"/>
            </a:solidFill>
            <a:prstDash val="solid"/>
            <a:round/>
            <a:headEnd type="diamond" w="med" len="med"/>
            <a:tailEnd type="none" w="sm" len="sm"/>
          </a:ln>
        </p:spPr>
      </p:cxnSp>
      <p:sp>
        <p:nvSpPr>
          <p:cNvPr id="172" name="Google Shape;172;p14"/>
          <p:cNvSpPr>
            <a:spLocks noGrp="1"/>
          </p:cNvSpPr>
          <p:nvPr>
            <p:ph type="pic" idx="2"/>
          </p:nvPr>
        </p:nvSpPr>
        <p:spPr>
          <a:xfrm>
            <a:off x="699925" y="4638675"/>
            <a:ext cx="2960521" cy="2516188"/>
          </a:xfrm>
          <a:prstGeom prst="rect">
            <a:avLst/>
          </a:prstGeom>
          <a:solidFill>
            <a:srgbClr val="D8D8D8"/>
          </a:solidFill>
          <a:ln>
            <a:noFill/>
          </a:ln>
        </p:spPr>
      </p:sp>
      <p:sp>
        <p:nvSpPr>
          <p:cNvPr id="173" name="Google Shape;173;p14"/>
          <p:cNvSpPr>
            <a:spLocks noGrp="1"/>
          </p:cNvSpPr>
          <p:nvPr>
            <p:ph type="pic" idx="3"/>
          </p:nvPr>
        </p:nvSpPr>
        <p:spPr>
          <a:xfrm>
            <a:off x="4154709" y="4638675"/>
            <a:ext cx="2960521" cy="2516188"/>
          </a:xfrm>
          <a:prstGeom prst="rect">
            <a:avLst/>
          </a:prstGeom>
          <a:solidFill>
            <a:srgbClr val="D8D8D8"/>
          </a:solidFill>
          <a:ln>
            <a:noFill/>
          </a:ln>
        </p:spPr>
      </p:sp>
      <p:sp>
        <p:nvSpPr>
          <p:cNvPr id="174" name="Google Shape;174;p14"/>
          <p:cNvSpPr>
            <a:spLocks noGrp="1"/>
          </p:cNvSpPr>
          <p:nvPr>
            <p:ph type="pic" idx="4"/>
          </p:nvPr>
        </p:nvSpPr>
        <p:spPr>
          <a:xfrm>
            <a:off x="7609493" y="4638675"/>
            <a:ext cx="2960521" cy="2516188"/>
          </a:xfrm>
          <a:prstGeom prst="rect">
            <a:avLst/>
          </a:prstGeom>
          <a:solidFill>
            <a:srgbClr val="D8D8D8"/>
          </a:solidFill>
          <a:ln>
            <a:noFill/>
          </a:ln>
        </p:spPr>
      </p:sp>
      <p:sp>
        <p:nvSpPr>
          <p:cNvPr id="175" name="Google Shape;175;p14"/>
          <p:cNvSpPr>
            <a:spLocks noGrp="1"/>
          </p:cNvSpPr>
          <p:nvPr>
            <p:ph type="pic" idx="5"/>
          </p:nvPr>
        </p:nvSpPr>
        <p:spPr>
          <a:xfrm>
            <a:off x="11064277" y="4638675"/>
            <a:ext cx="2960521" cy="2516188"/>
          </a:xfrm>
          <a:prstGeom prst="rect">
            <a:avLst/>
          </a:prstGeom>
          <a:solidFill>
            <a:srgbClr val="D8D8D8"/>
          </a:solidFill>
          <a:ln>
            <a:noFill/>
          </a:ln>
        </p:spPr>
      </p:sp>
      <p:pic>
        <p:nvPicPr>
          <p:cNvPr id="11" name="Imagem 10">
            <a:extLst>
              <a:ext uri="{FF2B5EF4-FFF2-40B4-BE49-F238E27FC236}">
                <a16:creationId xmlns:a16="http://schemas.microsoft.com/office/drawing/2014/main" id="{A37602CB-7677-C062-4AE1-91753972F1A4}"/>
              </a:ext>
            </a:extLst>
          </p:cNvPr>
          <p:cNvPicPr>
            <a:picLocks/>
          </p:cNvPicPr>
          <p:nvPr userDrawn="1"/>
        </p:nvPicPr>
        <p:blipFill>
          <a:blip r:embed="rId4"/>
          <a:stretch>
            <a:fillRect/>
          </a:stretch>
        </p:blipFill>
        <p:spPr>
          <a:xfrm>
            <a:off x="734401" y="691201"/>
            <a:ext cx="3434405" cy="2390404"/>
          </a:xfrm>
          <a:prstGeom prst="rect">
            <a:avLst/>
          </a:prstGeom>
        </p:spPr>
      </p:pic>
      <p:sp>
        <p:nvSpPr>
          <p:cNvPr id="167" name="Google Shape;167;p14"/>
          <p:cNvSpPr txBox="1"/>
          <p:nvPr/>
        </p:nvSpPr>
        <p:spPr>
          <a:xfrm>
            <a:off x="1086896" y="1400003"/>
            <a:ext cx="2240915"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1" i="0" u="none" strike="noStrike" cap="none">
                <a:solidFill>
                  <a:schemeClr val="lt1"/>
                </a:solidFill>
                <a:latin typeface="Poppins"/>
                <a:ea typeface="Poppins"/>
                <a:cs typeface="Poppins"/>
                <a:sym typeface="Poppins"/>
              </a:rPr>
              <a:t>Exposição</a:t>
            </a:r>
            <a:endParaRPr sz="3000" b="0" i="0" u="none" strike="noStrike" cap="none">
              <a:solidFill>
                <a:schemeClr val="lt1"/>
              </a:solidFill>
              <a:latin typeface="Poppins Light"/>
              <a:ea typeface="Poppins Light"/>
              <a:cs typeface="Poppins Light"/>
              <a:sym typeface="Poppins Light"/>
            </a:endParaRPr>
          </a:p>
        </p:txBody>
      </p:sp>
      <p:sp>
        <p:nvSpPr>
          <p:cNvPr id="4" name="Espaço Reservado para Texto 16">
            <a:extLst>
              <a:ext uri="{FF2B5EF4-FFF2-40B4-BE49-F238E27FC236}">
                <a16:creationId xmlns:a16="http://schemas.microsoft.com/office/drawing/2014/main" id="{C618C07E-990C-6244-83E2-82CCEA46A7A7}"/>
              </a:ext>
            </a:extLst>
          </p:cNvPr>
          <p:cNvSpPr>
            <a:spLocks noGrp="1"/>
          </p:cNvSpPr>
          <p:nvPr>
            <p:ph type="body" sz="quarter" idx="10" hasCustomPrompt="1"/>
          </p:nvPr>
        </p:nvSpPr>
        <p:spPr>
          <a:xfrm>
            <a:off x="4507939" y="1437080"/>
            <a:ext cx="12420748" cy="677863"/>
          </a:xfrm>
          <a:prstGeom prst="rect">
            <a:avLst/>
          </a:prstGeo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3000" b="1" i="0" u="none" strike="noStrike" kern="0" cap="none" spc="0" normalizeH="0" baseline="0" noProof="0">
                <a:ln>
                  <a:noFill/>
                </a:ln>
                <a:solidFill>
                  <a:srgbClr val="FF0000"/>
                </a:solidFill>
                <a:effectLst/>
                <a:uLnTx/>
                <a:uFillTx/>
                <a:latin typeface="Poppins"/>
                <a:ea typeface="Poppins"/>
                <a:cs typeface="Poppins"/>
                <a:sym typeface="Poppins"/>
              </a:rPr>
              <a:t>Exemplo de linha do tempo com foto</a:t>
            </a:r>
          </a:p>
        </p:txBody>
      </p:sp>
      <p:sp>
        <p:nvSpPr>
          <p:cNvPr id="8" name="Google Shape;77;p5">
            <a:extLst>
              <a:ext uri="{FF2B5EF4-FFF2-40B4-BE49-F238E27FC236}">
                <a16:creationId xmlns:a16="http://schemas.microsoft.com/office/drawing/2014/main" id="{CD5A9689-805B-758E-F148-9C6E588745B9}"/>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
        <p:nvSpPr>
          <p:cNvPr id="3" name="Google Shape;175;p14">
            <a:extLst>
              <a:ext uri="{FF2B5EF4-FFF2-40B4-BE49-F238E27FC236}">
                <a16:creationId xmlns:a16="http://schemas.microsoft.com/office/drawing/2014/main" id="{31BB5FD1-7D85-8BF7-238F-C0DC0EAC62A8}"/>
              </a:ext>
            </a:extLst>
          </p:cNvPr>
          <p:cNvSpPr>
            <a:spLocks noGrp="1"/>
          </p:cNvSpPr>
          <p:nvPr>
            <p:ph type="pic" idx="11"/>
          </p:nvPr>
        </p:nvSpPr>
        <p:spPr>
          <a:xfrm>
            <a:off x="14519061" y="4638675"/>
            <a:ext cx="2960521" cy="2516188"/>
          </a:xfrm>
          <a:prstGeom prst="rect">
            <a:avLst/>
          </a:prstGeom>
          <a:solidFill>
            <a:srgbClr val="D8D8D8"/>
          </a:solidFill>
          <a:ln>
            <a:noFill/>
          </a:ln>
        </p:spPr>
      </p:sp>
      <p:cxnSp>
        <p:nvCxnSpPr>
          <p:cNvPr id="5" name="Google Shape;169;p14">
            <a:extLst>
              <a:ext uri="{FF2B5EF4-FFF2-40B4-BE49-F238E27FC236}">
                <a16:creationId xmlns:a16="http://schemas.microsoft.com/office/drawing/2014/main" id="{2021DE16-A9E6-6366-89AC-3B893A9FD23A}"/>
              </a:ext>
            </a:extLst>
          </p:cNvPr>
          <p:cNvCxnSpPr/>
          <p:nvPr userDrawn="1"/>
        </p:nvCxnSpPr>
        <p:spPr>
          <a:xfrm rot="10800000">
            <a:off x="14803750" y="6936983"/>
            <a:ext cx="0" cy="2098562"/>
          </a:xfrm>
          <a:prstGeom prst="straightConnector1">
            <a:avLst/>
          </a:prstGeom>
          <a:noFill/>
          <a:ln w="19050" cap="flat" cmpd="sng">
            <a:solidFill>
              <a:schemeClr val="dk1"/>
            </a:solidFill>
            <a:prstDash val="solid"/>
            <a:round/>
            <a:headEnd type="diamond" w="med" len="med"/>
            <a:tailEnd type="none" w="sm" len="sm"/>
          </a:ln>
        </p:spPr>
      </p:cxnSp>
    </p:spTree>
    <p:extLst>
      <p:ext uri="{BB962C8B-B14F-4D97-AF65-F5344CB8AC3E}">
        <p14:creationId xmlns:p14="http://schemas.microsoft.com/office/powerpoint/2010/main" val="365745364"/>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1_Linha do Tempo1" preserve="1" userDrawn="1">
  <p:cSld name="3_Linha do Tempo1">
    <p:bg>
      <p:bgRef idx="1001">
        <a:schemeClr val="bg1"/>
      </p:bgRef>
    </p:bg>
    <p:spTree>
      <p:nvGrpSpPr>
        <p:cNvPr id="1" name="Shape 159"/>
        <p:cNvGrpSpPr/>
        <p:nvPr/>
      </p:nvGrpSpPr>
      <p:grpSpPr>
        <a:xfrm>
          <a:off x="0" y="0"/>
          <a:ext cx="0" cy="0"/>
          <a:chOff x="0" y="0"/>
          <a:chExt cx="0" cy="0"/>
        </a:xfrm>
      </p:grpSpPr>
      <p:pic>
        <p:nvPicPr>
          <p:cNvPr id="4" name="Google Shape;142;p13">
            <a:extLst>
              <a:ext uri="{FF2B5EF4-FFF2-40B4-BE49-F238E27FC236}">
                <a16:creationId xmlns:a16="http://schemas.microsoft.com/office/drawing/2014/main" id="{55594D94-EA93-240A-5848-0F4C472AAAF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6" name="Google Shape;143;p13">
            <a:extLst>
              <a:ext uri="{FF2B5EF4-FFF2-40B4-BE49-F238E27FC236}">
                <a16:creationId xmlns:a16="http://schemas.microsoft.com/office/drawing/2014/main" id="{503005C4-694D-DCF7-F54E-77C762AA3BA2}"/>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172" name="Google Shape;172;p14"/>
          <p:cNvSpPr>
            <a:spLocks noGrp="1"/>
          </p:cNvSpPr>
          <p:nvPr>
            <p:ph type="pic" idx="2"/>
          </p:nvPr>
        </p:nvSpPr>
        <p:spPr>
          <a:xfrm>
            <a:off x="4691715" y="1626877"/>
            <a:ext cx="3722376" cy="2617180"/>
          </a:xfrm>
          <a:prstGeom prst="rect">
            <a:avLst/>
          </a:prstGeom>
          <a:solidFill>
            <a:srgbClr val="D8D8D8"/>
          </a:solidFill>
          <a:ln>
            <a:noFill/>
          </a:ln>
        </p:spPr>
      </p:sp>
      <p:sp>
        <p:nvSpPr>
          <p:cNvPr id="173" name="Google Shape;173;p14"/>
          <p:cNvSpPr>
            <a:spLocks noGrp="1"/>
          </p:cNvSpPr>
          <p:nvPr>
            <p:ph type="pic" idx="3"/>
          </p:nvPr>
        </p:nvSpPr>
        <p:spPr>
          <a:xfrm>
            <a:off x="4691715" y="5755897"/>
            <a:ext cx="3722376" cy="2617180"/>
          </a:xfrm>
          <a:prstGeom prst="rect">
            <a:avLst/>
          </a:prstGeom>
          <a:solidFill>
            <a:srgbClr val="D8D8D8"/>
          </a:solidFill>
          <a:ln>
            <a:noFill/>
          </a:ln>
        </p:spPr>
      </p:sp>
      <p:sp>
        <p:nvSpPr>
          <p:cNvPr id="174" name="Google Shape;174;p14"/>
          <p:cNvSpPr>
            <a:spLocks noGrp="1"/>
          </p:cNvSpPr>
          <p:nvPr>
            <p:ph type="pic" idx="4"/>
          </p:nvPr>
        </p:nvSpPr>
        <p:spPr>
          <a:xfrm>
            <a:off x="13139294" y="5755897"/>
            <a:ext cx="3722376" cy="2617180"/>
          </a:xfrm>
          <a:prstGeom prst="rect">
            <a:avLst/>
          </a:prstGeom>
          <a:solidFill>
            <a:srgbClr val="D8D8D8"/>
          </a:solidFill>
          <a:ln>
            <a:noFill/>
          </a:ln>
        </p:spPr>
      </p:sp>
      <p:sp>
        <p:nvSpPr>
          <p:cNvPr id="175" name="Google Shape;175;p14"/>
          <p:cNvSpPr>
            <a:spLocks noGrp="1"/>
          </p:cNvSpPr>
          <p:nvPr>
            <p:ph type="pic" idx="5"/>
          </p:nvPr>
        </p:nvSpPr>
        <p:spPr>
          <a:xfrm>
            <a:off x="13139293" y="1626877"/>
            <a:ext cx="3722376" cy="2617180"/>
          </a:xfrm>
          <a:prstGeom prst="rect">
            <a:avLst/>
          </a:prstGeom>
          <a:solidFill>
            <a:srgbClr val="D8D8D8"/>
          </a:solidFill>
          <a:ln>
            <a:noFill/>
          </a:ln>
        </p:spPr>
      </p:sp>
      <p:pic>
        <p:nvPicPr>
          <p:cNvPr id="11" name="Imagem 10">
            <a:extLst>
              <a:ext uri="{FF2B5EF4-FFF2-40B4-BE49-F238E27FC236}">
                <a16:creationId xmlns:a16="http://schemas.microsoft.com/office/drawing/2014/main" id="{9A81278C-4B66-2BB6-0194-B4E7FD90E41F}"/>
              </a:ext>
            </a:extLst>
          </p:cNvPr>
          <p:cNvPicPr>
            <a:picLocks/>
          </p:cNvPicPr>
          <p:nvPr userDrawn="1"/>
        </p:nvPicPr>
        <p:blipFill>
          <a:blip r:embed="rId4"/>
          <a:stretch>
            <a:fillRect/>
          </a:stretch>
        </p:blipFill>
        <p:spPr>
          <a:xfrm>
            <a:off x="734401" y="691201"/>
            <a:ext cx="3434405" cy="2390404"/>
          </a:xfrm>
          <a:prstGeom prst="rect">
            <a:avLst/>
          </a:prstGeom>
        </p:spPr>
      </p:pic>
      <p:sp>
        <p:nvSpPr>
          <p:cNvPr id="167" name="Google Shape;167;p14"/>
          <p:cNvSpPr txBox="1"/>
          <p:nvPr/>
        </p:nvSpPr>
        <p:spPr>
          <a:xfrm>
            <a:off x="1086896" y="1400003"/>
            <a:ext cx="2240915"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1" i="0" u="none" strike="noStrike" cap="none">
                <a:solidFill>
                  <a:schemeClr val="lt1"/>
                </a:solidFill>
                <a:latin typeface="Poppins"/>
                <a:ea typeface="Poppins"/>
                <a:cs typeface="Poppins"/>
                <a:sym typeface="Poppins"/>
              </a:rPr>
              <a:t>Exposição</a:t>
            </a:r>
            <a:endParaRPr sz="3000" b="0" i="0" u="none" strike="noStrike" cap="none">
              <a:solidFill>
                <a:schemeClr val="lt1"/>
              </a:solidFill>
              <a:latin typeface="Poppins Light"/>
              <a:ea typeface="Poppins Light"/>
              <a:cs typeface="Poppins Light"/>
              <a:sym typeface="Poppins Light"/>
            </a:endParaRPr>
          </a:p>
        </p:txBody>
      </p:sp>
      <p:sp>
        <p:nvSpPr>
          <p:cNvPr id="8" name="Google Shape;77;p5">
            <a:extLst>
              <a:ext uri="{FF2B5EF4-FFF2-40B4-BE49-F238E27FC236}">
                <a16:creationId xmlns:a16="http://schemas.microsoft.com/office/drawing/2014/main" id="{CD5A9689-805B-758E-F148-9C6E588745B9}"/>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
        <p:nvSpPr>
          <p:cNvPr id="3" name="Google Shape;175;p14">
            <a:extLst>
              <a:ext uri="{FF2B5EF4-FFF2-40B4-BE49-F238E27FC236}">
                <a16:creationId xmlns:a16="http://schemas.microsoft.com/office/drawing/2014/main" id="{56C71D41-77D9-DF79-58BE-9365F966EF69}"/>
              </a:ext>
            </a:extLst>
          </p:cNvPr>
          <p:cNvSpPr>
            <a:spLocks noGrp="1"/>
          </p:cNvSpPr>
          <p:nvPr>
            <p:ph type="pic" idx="10"/>
          </p:nvPr>
        </p:nvSpPr>
        <p:spPr>
          <a:xfrm>
            <a:off x="8915504" y="3954441"/>
            <a:ext cx="3722376" cy="2617180"/>
          </a:xfrm>
          <a:prstGeom prst="rect">
            <a:avLst/>
          </a:prstGeom>
          <a:solidFill>
            <a:srgbClr val="D8D8D8"/>
          </a:solidFill>
          <a:ln>
            <a:noFill/>
          </a:ln>
        </p:spPr>
      </p:sp>
      <p:sp>
        <p:nvSpPr>
          <p:cNvPr id="5" name="Google Shape;461;p35">
            <a:extLst>
              <a:ext uri="{FF2B5EF4-FFF2-40B4-BE49-F238E27FC236}">
                <a16:creationId xmlns:a16="http://schemas.microsoft.com/office/drawing/2014/main" id="{33D0D6C5-8715-0F40-FA0E-D48893B501E0}"/>
              </a:ext>
            </a:extLst>
          </p:cNvPr>
          <p:cNvSpPr txBox="1">
            <a:spLocks noGrp="1"/>
          </p:cNvSpPr>
          <p:nvPr>
            <p:ph type="body" idx="1"/>
          </p:nvPr>
        </p:nvSpPr>
        <p:spPr>
          <a:xfrm>
            <a:off x="4691715" y="436241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2" name="Google Shape;461;p35">
            <a:extLst>
              <a:ext uri="{FF2B5EF4-FFF2-40B4-BE49-F238E27FC236}">
                <a16:creationId xmlns:a16="http://schemas.microsoft.com/office/drawing/2014/main" id="{942739D9-B2BA-79B7-5ED1-B62B55D3F5ED}"/>
              </a:ext>
            </a:extLst>
          </p:cNvPr>
          <p:cNvSpPr txBox="1">
            <a:spLocks noGrp="1"/>
          </p:cNvSpPr>
          <p:nvPr>
            <p:ph type="body" idx="11"/>
          </p:nvPr>
        </p:nvSpPr>
        <p:spPr>
          <a:xfrm>
            <a:off x="4691715" y="848544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3" name="Google Shape;461;p35">
            <a:extLst>
              <a:ext uri="{FF2B5EF4-FFF2-40B4-BE49-F238E27FC236}">
                <a16:creationId xmlns:a16="http://schemas.microsoft.com/office/drawing/2014/main" id="{EE04D1B5-9360-A915-C219-497C2ACFCD81}"/>
              </a:ext>
            </a:extLst>
          </p:cNvPr>
          <p:cNvSpPr txBox="1">
            <a:spLocks noGrp="1"/>
          </p:cNvSpPr>
          <p:nvPr>
            <p:ph type="body" idx="12"/>
          </p:nvPr>
        </p:nvSpPr>
        <p:spPr>
          <a:xfrm>
            <a:off x="13141449" y="436241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4" name="Google Shape;461;p35">
            <a:extLst>
              <a:ext uri="{FF2B5EF4-FFF2-40B4-BE49-F238E27FC236}">
                <a16:creationId xmlns:a16="http://schemas.microsoft.com/office/drawing/2014/main" id="{7394943A-CEBB-AB48-ECBE-BBC2776C35A1}"/>
              </a:ext>
            </a:extLst>
          </p:cNvPr>
          <p:cNvSpPr txBox="1">
            <a:spLocks noGrp="1"/>
          </p:cNvSpPr>
          <p:nvPr>
            <p:ph type="body" idx="13"/>
          </p:nvPr>
        </p:nvSpPr>
        <p:spPr>
          <a:xfrm>
            <a:off x="13141449" y="848544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5" name="Google Shape;461;p35">
            <a:extLst>
              <a:ext uri="{FF2B5EF4-FFF2-40B4-BE49-F238E27FC236}">
                <a16:creationId xmlns:a16="http://schemas.microsoft.com/office/drawing/2014/main" id="{114A61D5-AD8F-FCAE-D28D-A4A6D7992919}"/>
              </a:ext>
            </a:extLst>
          </p:cNvPr>
          <p:cNvSpPr txBox="1">
            <a:spLocks noGrp="1"/>
          </p:cNvSpPr>
          <p:nvPr>
            <p:ph type="body" idx="14"/>
          </p:nvPr>
        </p:nvSpPr>
        <p:spPr>
          <a:xfrm>
            <a:off x="8925049" y="6665345"/>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912060252"/>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13589449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cxnSp>
        <p:nvCxnSpPr>
          <p:cNvPr id="15" name="Conector recto 4">
            <a:extLst>
              <a:ext uri="{FF2B5EF4-FFF2-40B4-BE49-F238E27FC236}">
                <a16:creationId xmlns:a16="http://schemas.microsoft.com/office/drawing/2014/main" id="{B00161AD-4B62-D867-A528-21DF01B13D4D}"/>
              </a:ext>
            </a:extLst>
          </p:cNvPr>
          <p:cNvCxnSpPr>
            <a:cxnSpLocks/>
          </p:cNvCxnSpPr>
          <p:nvPr userDrawn="1"/>
        </p:nvCxnSpPr>
        <p:spPr>
          <a:xfrm>
            <a:off x="514532" y="913691"/>
            <a:ext cx="11244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Google Shape;66;g1f520272227_0_4">
            <a:extLst>
              <a:ext uri="{FF2B5EF4-FFF2-40B4-BE49-F238E27FC236}">
                <a16:creationId xmlns:a16="http://schemas.microsoft.com/office/drawing/2014/main" id="{0064257B-305A-F007-6406-534D4CA5B979}"/>
              </a:ext>
            </a:extLst>
          </p:cNvPr>
          <p:cNvSpPr txBox="1"/>
          <p:nvPr userDrawn="1"/>
        </p:nvSpPr>
        <p:spPr>
          <a:xfrm>
            <a:off x="514531" y="572423"/>
            <a:ext cx="6230397" cy="432396"/>
          </a:xfrm>
          <a:prstGeom prst="rect">
            <a:avLst/>
          </a:prstGeom>
          <a:noFill/>
          <a:ln>
            <a:noFill/>
          </a:ln>
        </p:spPr>
        <p:txBody>
          <a:bodyPr spcFirstLastPara="1" wrap="square" lIns="91425" tIns="91425" rIns="91425" bIns="91425" anchor="ctr" anchorCtr="0">
            <a:spAutoFit/>
          </a:bodyPr>
          <a:lstStyle/>
          <a:p>
            <a:pPr marL="0" marR="0" lvl="0" indent="0" algn="l" rtl="0">
              <a:lnSpc>
                <a:spcPct val="115000"/>
              </a:lnSpc>
              <a:spcBef>
                <a:spcPts val="0"/>
              </a:spcBef>
              <a:buClr>
                <a:srgbClr val="000000"/>
              </a:buClr>
              <a:buSzPts val="3400"/>
              <a:buFont typeface="Arial"/>
              <a:buNone/>
            </a:pPr>
            <a:r>
              <a:rPr lang="pt-BR" b="1">
                <a:latin typeface="Arial" panose="020B0604020202020204" pitchFamily="34" charset="0"/>
                <a:ea typeface="Verdana"/>
                <a:cs typeface="Arial" panose="020B0604020202020204" pitchFamily="34" charset="0"/>
                <a:sym typeface="Verdana"/>
              </a:rPr>
              <a:t>Diversas aplicações</a:t>
            </a:r>
            <a:endParaRPr lang="pt-BR" sz="1400" b="1" i="0" u="none" strike="noStrike" cap="none">
              <a:latin typeface="Arial" panose="020B0604020202020204" pitchFamily="34" charset="0"/>
              <a:ea typeface="Verdana"/>
              <a:cs typeface="Arial" panose="020B0604020202020204" pitchFamily="34" charset="0"/>
              <a:sym typeface="Verdana"/>
            </a:endParaRPr>
          </a:p>
        </p:txBody>
      </p:sp>
    </p:spTree>
    <p:extLst>
      <p:ext uri="{BB962C8B-B14F-4D97-AF65-F5344CB8AC3E}">
        <p14:creationId xmlns:p14="http://schemas.microsoft.com/office/powerpoint/2010/main" val="11178854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1_4. Exposição">
  <p:cSld name="1_4. Exposição">
    <p:spTree>
      <p:nvGrpSpPr>
        <p:cNvPr id="1" name="Shape 141"/>
        <p:cNvGrpSpPr/>
        <p:nvPr/>
      </p:nvGrpSpPr>
      <p:grpSpPr>
        <a:xfrm>
          <a:off x="0" y="0"/>
          <a:ext cx="0" cy="0"/>
          <a:chOff x="0" y="0"/>
          <a:chExt cx="0" cy="0"/>
        </a:xfrm>
      </p:grpSpPr>
      <p:pic>
        <p:nvPicPr>
          <p:cNvPr id="4" name="Google Shape;134;p12">
            <a:extLst>
              <a:ext uri="{FF2B5EF4-FFF2-40B4-BE49-F238E27FC236}">
                <a16:creationId xmlns:a16="http://schemas.microsoft.com/office/drawing/2014/main" id="{FBAFECC8-99B0-4DB2-0613-0EB8F8835C8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t="921" r="920"/>
          <a:stretch/>
        </p:blipFill>
        <p:spPr>
          <a:xfrm>
            <a:off x="6" y="0"/>
            <a:ext cx="18288000" cy="10286983"/>
          </a:xfrm>
          <a:prstGeom prst="rect">
            <a:avLst/>
          </a:prstGeom>
          <a:noFill/>
          <a:ln>
            <a:noFill/>
          </a:ln>
        </p:spPr>
      </p:pic>
      <p:pic>
        <p:nvPicPr>
          <p:cNvPr id="6" name="Imagem 5">
            <a:extLst>
              <a:ext uri="{FF2B5EF4-FFF2-40B4-BE49-F238E27FC236}">
                <a16:creationId xmlns:a16="http://schemas.microsoft.com/office/drawing/2014/main" id="{41AC4045-149D-6FEF-0608-30506DBF0DE3}"/>
              </a:ext>
            </a:extLst>
          </p:cNvPr>
          <p:cNvPicPr>
            <a:picLocks/>
          </p:cNvPicPr>
          <p:nvPr userDrawn="1"/>
        </p:nvPicPr>
        <p:blipFill>
          <a:blip r:embed="rId3"/>
          <a:stretch>
            <a:fillRect/>
          </a:stretch>
        </p:blipFill>
        <p:spPr>
          <a:xfrm>
            <a:off x="7891212" y="457201"/>
            <a:ext cx="9831615" cy="8352013"/>
          </a:xfrm>
          <a:prstGeom prst="rect">
            <a:avLst/>
          </a:prstGeom>
        </p:spPr>
      </p:pic>
      <p:sp>
        <p:nvSpPr>
          <p:cNvPr id="146" name="Google Shape;146;p12"/>
          <p:cNvSpPr txBox="1">
            <a:spLocks noGrp="1"/>
          </p:cNvSpPr>
          <p:nvPr>
            <p:ph type="body" idx="1"/>
          </p:nvPr>
        </p:nvSpPr>
        <p:spPr>
          <a:xfrm>
            <a:off x="9131813" y="2067004"/>
            <a:ext cx="7607700" cy="34443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60"/>
              </a:spcBef>
              <a:spcAft>
                <a:spcPts val="0"/>
              </a:spcAft>
              <a:buClr>
                <a:schemeClr val="dk1"/>
              </a:buClr>
              <a:buSzPts val="2800"/>
              <a:buFont typeface="Poppins"/>
              <a:buNone/>
              <a:defRPr sz="28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415083060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1_3. Conteudo" userDrawn="1">
  <p:cSld name="1_3. Conteudo">
    <p:bg>
      <p:bgPr>
        <a:solidFill>
          <a:srgbClr val="28566E"/>
        </a:solidFill>
        <a:effectLst/>
      </p:bgPr>
    </p:bg>
    <p:spTree>
      <p:nvGrpSpPr>
        <p:cNvPr id="1" name="Shape 114"/>
        <p:cNvGrpSpPr/>
        <p:nvPr/>
      </p:nvGrpSpPr>
      <p:grpSpPr>
        <a:xfrm>
          <a:off x="0" y="0"/>
          <a:ext cx="0" cy="0"/>
          <a:chOff x="0" y="0"/>
          <a:chExt cx="0" cy="0"/>
        </a:xfrm>
      </p:grpSpPr>
      <p:pic>
        <p:nvPicPr>
          <p:cNvPr id="5" name="Google Shape;107;p9">
            <a:extLst>
              <a:ext uri="{FF2B5EF4-FFF2-40B4-BE49-F238E27FC236}">
                <a16:creationId xmlns:a16="http://schemas.microsoft.com/office/drawing/2014/main" id="{D54E56DD-72E1-D32E-4FDD-D05A2DDB5A1E}"/>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1" y="0"/>
            <a:ext cx="6946227" cy="10286974"/>
          </a:xfrm>
          <a:prstGeom prst="rect">
            <a:avLst/>
          </a:prstGeom>
          <a:noFill/>
          <a:ln>
            <a:noFill/>
          </a:ln>
        </p:spPr>
      </p:pic>
      <p:pic>
        <p:nvPicPr>
          <p:cNvPr id="7" name="Imagem 6" descr="Câmera fotográfica preta&#10;&#10;Descrição gerada automaticamente">
            <a:extLst>
              <a:ext uri="{FF2B5EF4-FFF2-40B4-BE49-F238E27FC236}">
                <a16:creationId xmlns:a16="http://schemas.microsoft.com/office/drawing/2014/main" id="{BF48B4D9-DB80-F129-858C-B92D49CF1F05}"/>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t="-268"/>
          <a:stretch/>
        </p:blipFill>
        <p:spPr>
          <a:xfrm>
            <a:off x="643197" y="580139"/>
            <a:ext cx="4864916" cy="4864916"/>
          </a:xfrm>
          <a:prstGeom prst="ellipse">
            <a:avLst/>
          </a:prstGeom>
        </p:spPr>
      </p:pic>
      <p:pic>
        <p:nvPicPr>
          <p:cNvPr id="11" name="Imagem 10">
            <a:extLst>
              <a:ext uri="{FF2B5EF4-FFF2-40B4-BE49-F238E27FC236}">
                <a16:creationId xmlns:a16="http://schemas.microsoft.com/office/drawing/2014/main" id="{9E787151-B617-BE4D-FA5A-D29E6318D6ED}"/>
              </a:ext>
            </a:extLst>
          </p:cNvPr>
          <p:cNvPicPr>
            <a:picLocks/>
          </p:cNvPicPr>
          <p:nvPr userDrawn="1"/>
        </p:nvPicPr>
        <p:blipFill>
          <a:blip r:embed="rId4"/>
          <a:stretch>
            <a:fillRect/>
          </a:stretch>
        </p:blipFill>
        <p:spPr>
          <a:xfrm>
            <a:off x="3297605" y="4060806"/>
            <a:ext cx="3434405" cy="2390404"/>
          </a:xfrm>
          <a:prstGeom prst="rect">
            <a:avLst/>
          </a:prstGeom>
        </p:spPr>
      </p:pic>
      <p:sp>
        <p:nvSpPr>
          <p:cNvPr id="4" name="Google Shape;689;p48">
            <a:extLst>
              <a:ext uri="{FF2B5EF4-FFF2-40B4-BE49-F238E27FC236}">
                <a16:creationId xmlns:a16="http://schemas.microsoft.com/office/drawing/2014/main" id="{FAFCC758-61EC-406C-1EF8-25D2434CEA07}"/>
              </a:ext>
            </a:extLst>
          </p:cNvPr>
          <p:cNvSpPr txBox="1">
            <a:spLocks/>
          </p:cNvSpPr>
          <p:nvPr userDrawn="1"/>
        </p:nvSpPr>
        <p:spPr>
          <a:xfrm>
            <a:off x="728496" y="5195702"/>
            <a:ext cx="1249754" cy="238087"/>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360"/>
              </a:spcBef>
              <a:buSzPts val="1200"/>
              <a:buFont typeface="Arial" pitchFamily="34" charset="0"/>
              <a:buNone/>
            </a:pPr>
            <a:r>
              <a:rPr lang="pt-BR" sz="1200">
                <a:solidFill>
                  <a:schemeClr val="bg1"/>
                </a:solidFill>
                <a:latin typeface="Poppins Light" panose="00000400000000000000" pitchFamily="2" charset="0"/>
                <a:cs typeface="Poppins Light" panose="00000400000000000000" pitchFamily="2" charset="0"/>
              </a:rPr>
              <a:t>© Getty Images</a:t>
            </a:r>
          </a:p>
        </p:txBody>
      </p:sp>
      <p:sp>
        <p:nvSpPr>
          <p:cNvPr id="9" name="Google Shape;77;p5">
            <a:extLst>
              <a:ext uri="{FF2B5EF4-FFF2-40B4-BE49-F238E27FC236}">
                <a16:creationId xmlns:a16="http://schemas.microsoft.com/office/drawing/2014/main" id="{A02C9CDC-CF3E-FA16-3B21-86962F525C8A}"/>
              </a:ext>
            </a:extLst>
          </p:cNvPr>
          <p:cNvSpPr txBox="1"/>
          <p:nvPr userDrawn="1"/>
        </p:nvSpPr>
        <p:spPr>
          <a:xfrm>
            <a:off x="3812890" y="4779742"/>
            <a:ext cx="2542511" cy="98488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200" b="0" i="0" u="none" strike="noStrike" cap="none" noProof="0">
                <a:solidFill>
                  <a:schemeClr val="lt1"/>
                </a:solidFill>
                <a:latin typeface="Poppins Light" pitchFamily="2" charset="77"/>
                <a:ea typeface="Poppins"/>
                <a:cs typeface="Poppins Light" pitchFamily="2" charset="77"/>
                <a:sym typeface="Poppins"/>
              </a:rPr>
              <a:t>Construindo o </a:t>
            </a:r>
            <a:r>
              <a:rPr lang="pt-BR" sz="3200" b="1" i="0" u="none" strike="noStrike" cap="none" noProof="0">
                <a:solidFill>
                  <a:schemeClr val="lt1"/>
                </a:solidFill>
                <a:latin typeface="Poppins"/>
                <a:ea typeface="Poppins"/>
                <a:cs typeface="Poppins"/>
                <a:sym typeface="Poppins"/>
              </a:rPr>
              <a:t>conceito</a:t>
            </a:r>
            <a:endParaRPr lang="pt-BR" sz="3200" b="0" i="0" u="none" strike="noStrike" cap="none" noProof="0">
              <a:solidFill>
                <a:schemeClr val="lt1"/>
              </a:solidFill>
              <a:latin typeface="Poppins Light"/>
              <a:ea typeface="Poppins Light"/>
              <a:cs typeface="Poppins Light"/>
              <a:sym typeface="Poppins Light"/>
            </a:endParaRPr>
          </a:p>
        </p:txBody>
      </p:sp>
      <p:sp>
        <p:nvSpPr>
          <p:cNvPr id="2" name="Google Shape;117;p9">
            <a:extLst>
              <a:ext uri="{FF2B5EF4-FFF2-40B4-BE49-F238E27FC236}">
                <a16:creationId xmlns:a16="http://schemas.microsoft.com/office/drawing/2014/main" id="{AAC95801-93B0-A8EF-1651-81C380895E40}"/>
              </a:ext>
            </a:extLst>
          </p:cNvPr>
          <p:cNvSpPr txBox="1">
            <a:spLocks noGrp="1"/>
          </p:cNvSpPr>
          <p:nvPr>
            <p:ph type="body" idx="2"/>
          </p:nvPr>
        </p:nvSpPr>
        <p:spPr>
          <a:xfrm>
            <a:off x="7692272" y="622298"/>
            <a:ext cx="8437715" cy="1436520"/>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900"/>
              </a:spcBef>
              <a:spcAft>
                <a:spcPts val="0"/>
              </a:spcAft>
              <a:buClr>
                <a:schemeClr val="lt1"/>
              </a:buClr>
              <a:buSzPts val="4500"/>
              <a:buFont typeface="Poppins"/>
              <a:buNone/>
              <a:defRPr sz="45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lt1"/>
              </a:buClr>
              <a:buSzPts val="2800"/>
              <a:buFont typeface="Poppins"/>
              <a:buChar char="–"/>
              <a:defRPr sz="2800"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lt1"/>
              </a:buClr>
              <a:buSzPts val="2400"/>
              <a:buFont typeface="Poppins"/>
              <a:buChar char="•"/>
              <a:defRPr sz="24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9pPr>
          </a:lstStyle>
          <a:p>
            <a:endParaRPr/>
          </a:p>
        </p:txBody>
      </p:sp>
      <p:sp>
        <p:nvSpPr>
          <p:cNvPr id="3" name="Google Shape;116;p9">
            <a:extLst>
              <a:ext uri="{FF2B5EF4-FFF2-40B4-BE49-F238E27FC236}">
                <a16:creationId xmlns:a16="http://schemas.microsoft.com/office/drawing/2014/main" id="{EE2838AB-5016-933A-466D-0229559B6BF7}"/>
              </a:ext>
            </a:extLst>
          </p:cNvPr>
          <p:cNvSpPr txBox="1">
            <a:spLocks noGrp="1"/>
          </p:cNvSpPr>
          <p:nvPr>
            <p:ph type="body" idx="1"/>
          </p:nvPr>
        </p:nvSpPr>
        <p:spPr>
          <a:xfrm>
            <a:off x="7692272" y="2171129"/>
            <a:ext cx="9830595" cy="1436521"/>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560"/>
              </a:spcBef>
              <a:spcAft>
                <a:spcPts val="0"/>
              </a:spcAft>
              <a:buClr>
                <a:schemeClr val="lt1"/>
              </a:buClr>
              <a:buSzPts val="2800"/>
              <a:buFont typeface="Poppins"/>
              <a:buNone/>
              <a:defRPr sz="2800" b="0" i="0" u="none" strike="noStrike" cap="none">
                <a:solidFill>
                  <a:schemeClr val="lt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lt1"/>
              </a:buClr>
              <a:buSzPts val="2800"/>
              <a:buFont typeface="Poppins"/>
              <a:buChar char="–"/>
              <a:defRPr sz="2800"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lt1"/>
              </a:buClr>
              <a:buSzPts val="2400"/>
              <a:buFont typeface="Poppins"/>
              <a:buChar char="•"/>
              <a:defRPr sz="24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9pPr>
          </a:lstStyle>
          <a:p>
            <a:endParaRPr/>
          </a:p>
        </p:txBody>
      </p:sp>
      <p:sp>
        <p:nvSpPr>
          <p:cNvPr id="13" name="Google Shape;139;p11">
            <a:extLst>
              <a:ext uri="{FF2B5EF4-FFF2-40B4-BE49-F238E27FC236}">
                <a16:creationId xmlns:a16="http://schemas.microsoft.com/office/drawing/2014/main" id="{59386DD0-5AAE-08B8-E3DA-A2064E890B33}"/>
              </a:ext>
            </a:extLst>
          </p:cNvPr>
          <p:cNvSpPr txBox="1">
            <a:spLocks noGrp="1"/>
          </p:cNvSpPr>
          <p:nvPr>
            <p:ph type="body" idx="11"/>
          </p:nvPr>
        </p:nvSpPr>
        <p:spPr>
          <a:xfrm>
            <a:off x="7692272" y="8957839"/>
            <a:ext cx="9829800" cy="235962"/>
          </a:xfrm>
          <a:prstGeom prst="rect">
            <a:avLst/>
          </a:prstGeom>
          <a:noFill/>
          <a:ln>
            <a:noFill/>
          </a:ln>
        </p:spPr>
        <p:txBody>
          <a:bodyPr spcFirstLastPara="1" wrap="square" lIns="0" tIns="0" rIns="0" bIns="0" anchor="t" anchorCtr="0">
            <a:spAutoFit/>
          </a:bodyPr>
          <a:lstStyle>
            <a:lvl1pPr marL="0" marR="0" lvl="0" indent="0" algn="l" rtl="0">
              <a:lnSpc>
                <a:spcPct val="100000"/>
              </a:lnSpc>
              <a:spcBef>
                <a:spcPts val="360"/>
              </a:spcBef>
              <a:spcAft>
                <a:spcPts val="0"/>
              </a:spcAft>
              <a:buClr>
                <a:schemeClr val="dk1"/>
              </a:buClr>
              <a:buSzPts val="1200"/>
              <a:buFont typeface="Poppins"/>
              <a:buNone/>
              <a:defRPr sz="1200" b="0" i="0" u="none" strike="noStrike" cap="none">
                <a:solidFill>
                  <a:schemeClr val="bg1"/>
                </a:solidFill>
                <a:latin typeface="Poppins" pitchFamily="2" charset="77"/>
                <a:ea typeface="Poppins" pitchFamily="2" charset="77"/>
                <a:cs typeface="Poppins" pitchFamily="2" charset="77"/>
                <a:sym typeface="Poppins Light"/>
              </a:defRPr>
            </a:lvl1pPr>
            <a:lvl2pPr marL="914400" marR="0" lvl="1" indent="-304800" algn="l" rtl="0">
              <a:lnSpc>
                <a:spcPct val="100000"/>
              </a:lnSpc>
              <a:spcBef>
                <a:spcPts val="56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48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9pPr>
          </a:lstStyle>
          <a:p>
            <a:endParaRPr/>
          </a:p>
        </p:txBody>
      </p:sp>
      <p:sp>
        <p:nvSpPr>
          <p:cNvPr id="14" name="Espaço Reservado para Texto 18">
            <a:extLst>
              <a:ext uri="{FF2B5EF4-FFF2-40B4-BE49-F238E27FC236}">
                <a16:creationId xmlns:a16="http://schemas.microsoft.com/office/drawing/2014/main" id="{DD7BF362-949F-D39B-33DB-46D9024EEC64}"/>
              </a:ext>
            </a:extLst>
          </p:cNvPr>
          <p:cNvSpPr>
            <a:spLocks noGrp="1"/>
          </p:cNvSpPr>
          <p:nvPr>
            <p:ph type="body" sz="quarter" idx="10" hasCustomPrompt="1"/>
          </p:nvPr>
        </p:nvSpPr>
        <p:spPr>
          <a:xfrm>
            <a:off x="7692272" y="3821945"/>
            <a:ext cx="9829800" cy="4975691"/>
          </a:xfrm>
          <a:prstGeom prst="rect">
            <a:avLst/>
          </a:prstGeom>
        </p:spPr>
        <p:txBody>
          <a:bodyPr/>
          <a:lstStyle>
            <a:lvl1pPr>
              <a:defRPr sz="1800" b="0" i="0">
                <a:latin typeface="Poppins" pitchFamily="2" charset="77"/>
                <a:cs typeface="Poppins" pitchFamily="2" charset="77"/>
              </a:defRPr>
            </a:lvl1pPr>
          </a:lstStyle>
          <a:p>
            <a:r>
              <a:rPr lang="pt-BR" sz="1400">
                <a:solidFill>
                  <a:schemeClr val="bg1"/>
                </a:solidFill>
                <a:latin typeface="Poppins Light" pitchFamily="2" charset="77"/>
                <a:cs typeface="Poppins Light" pitchFamily="2" charset="77"/>
              </a:rPr>
              <a:t>Inserir &gt; Mídia &gt; Vídeo &gt; Vídeos online</a:t>
            </a:r>
          </a:p>
        </p:txBody>
      </p:sp>
      <p:sp>
        <p:nvSpPr>
          <p:cNvPr id="6" name="CaixaDeTexto 5">
            <a:extLst>
              <a:ext uri="{FF2B5EF4-FFF2-40B4-BE49-F238E27FC236}">
                <a16:creationId xmlns:a16="http://schemas.microsoft.com/office/drawing/2014/main" id="{F16908F7-5FD9-B3F2-C0F3-AECEF2865FC9}"/>
              </a:ext>
            </a:extLst>
          </p:cNvPr>
          <p:cNvSpPr txBox="1"/>
          <p:nvPr userDrawn="1"/>
        </p:nvSpPr>
        <p:spPr>
          <a:xfrm>
            <a:off x="8651631" y="-112541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16102832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3_EstudoCaso" userDrawn="1">
  <p:cSld name="3_EstudoCaso">
    <p:spTree>
      <p:nvGrpSpPr>
        <p:cNvPr id="1" name="Shape 513"/>
        <p:cNvGrpSpPr/>
        <p:nvPr/>
      </p:nvGrpSpPr>
      <p:grpSpPr>
        <a:xfrm>
          <a:off x="0" y="0"/>
          <a:ext cx="0" cy="0"/>
          <a:chOff x="0" y="0"/>
          <a:chExt cx="0" cy="0"/>
        </a:xfrm>
      </p:grpSpPr>
      <p:pic>
        <p:nvPicPr>
          <p:cNvPr id="10" name="Google Shape;118;p10">
            <a:extLst>
              <a:ext uri="{FF2B5EF4-FFF2-40B4-BE49-F238E27FC236}">
                <a16:creationId xmlns:a16="http://schemas.microsoft.com/office/drawing/2014/main" id="{2B6B7417-9D57-C29A-7679-6B86C4F2879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827177" cy="10286974"/>
          </a:xfrm>
          <a:prstGeom prst="rect">
            <a:avLst/>
          </a:prstGeom>
          <a:noFill/>
          <a:ln>
            <a:noFill/>
          </a:ln>
        </p:spPr>
      </p:pic>
      <p:pic>
        <p:nvPicPr>
          <p:cNvPr id="7" name="Imagem 6">
            <a:extLst>
              <a:ext uri="{FF2B5EF4-FFF2-40B4-BE49-F238E27FC236}">
                <a16:creationId xmlns:a16="http://schemas.microsoft.com/office/drawing/2014/main" id="{08350A06-13E8-DCEB-5AAD-74C02CC0C5C2}"/>
              </a:ext>
            </a:extLst>
          </p:cNvPr>
          <p:cNvPicPr>
            <a:picLocks/>
          </p:cNvPicPr>
          <p:nvPr userDrawn="1"/>
        </p:nvPicPr>
        <p:blipFill>
          <a:blip r:embed="rId3"/>
          <a:stretch>
            <a:fillRect/>
          </a:stretch>
        </p:blipFill>
        <p:spPr>
          <a:xfrm>
            <a:off x="381601" y="327600"/>
            <a:ext cx="3434405" cy="2390404"/>
          </a:xfrm>
          <a:prstGeom prst="rect">
            <a:avLst/>
          </a:prstGeom>
        </p:spPr>
      </p:pic>
      <p:sp>
        <p:nvSpPr>
          <p:cNvPr id="3" name="Espaço Reservado para Texto 3">
            <a:extLst>
              <a:ext uri="{FF2B5EF4-FFF2-40B4-BE49-F238E27FC236}">
                <a16:creationId xmlns:a16="http://schemas.microsoft.com/office/drawing/2014/main" id="{87D9BE86-9078-4427-9656-B39826D967AC}"/>
              </a:ext>
            </a:extLst>
          </p:cNvPr>
          <p:cNvSpPr>
            <a:spLocks noGrp="1"/>
          </p:cNvSpPr>
          <p:nvPr>
            <p:ph type="body" sz="quarter" idx="10" hasCustomPrompt="1"/>
          </p:nvPr>
        </p:nvSpPr>
        <p:spPr>
          <a:xfrm>
            <a:off x="5461627" y="1816101"/>
            <a:ext cx="11415713" cy="4238336"/>
          </a:xfrm>
          <a:prstGeom prst="rect">
            <a:avLst/>
          </a:prstGeom>
          <a:solidFill>
            <a:srgbClr val="D9D9D9"/>
          </a:solidFill>
        </p:spPr>
        <p:txBody>
          <a:bodyPr/>
          <a:lstStyle>
            <a:lvl1pPr>
              <a:defRPr sz="1800">
                <a:latin typeface="Poppins" pitchFamily="2" charset="77"/>
                <a:cs typeface="Poppins" pitchFamily="2" charset="77"/>
              </a:defRPr>
            </a:lvl1pPr>
          </a:lstStyle>
          <a:p>
            <a:pPr lvl="0"/>
            <a:r>
              <a:rPr lang="pt-BR"/>
              <a:t>Inserir &gt; Mídia &gt; Vídeo &gt; Vídeos online</a:t>
            </a:r>
          </a:p>
        </p:txBody>
      </p:sp>
      <p:sp>
        <p:nvSpPr>
          <p:cNvPr id="8" name="CaixaDeTexto 7">
            <a:extLst>
              <a:ext uri="{FF2B5EF4-FFF2-40B4-BE49-F238E27FC236}">
                <a16:creationId xmlns:a16="http://schemas.microsoft.com/office/drawing/2014/main" id="{AF5469AD-51F8-FC13-26BB-CEAB108EE398}"/>
              </a:ext>
            </a:extLst>
          </p:cNvPr>
          <p:cNvSpPr txBox="1"/>
          <p:nvPr userDrawn="1"/>
        </p:nvSpPr>
        <p:spPr>
          <a:xfrm>
            <a:off x="7104185" y="-96715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1226431454"/>
      </p:ext>
    </p:extLst>
  </p:cSld>
  <p:clrMapOvr>
    <a:masterClrMapping/>
  </p:clrMapOvr>
  <p:extLst>
    <p:ext uri="{DCECCB84-F9BA-43D5-87BE-67443E8EF086}">
      <p15:sldGuideLst xmlns:p15="http://schemas.microsoft.com/office/powerpoint/2012/main">
        <p15:guide id="1" orient="horz" pos="813">
          <p15:clr>
            <a:srgbClr val="FBAE40"/>
          </p15:clr>
        </p15:guide>
        <p15:guide id="2" pos="342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rilha_SIS_5_3">
    <p:bg>
      <p:bgPr>
        <a:solidFill>
          <a:srgbClr val="EFEFEF"/>
        </a:solidFill>
        <a:effectLst/>
      </p:bgPr>
    </p:bg>
    <p:spTree>
      <p:nvGrpSpPr>
        <p:cNvPr id="1" name=""/>
        <p:cNvGrpSpPr/>
        <p:nvPr/>
      </p:nvGrpSpPr>
      <p:grpSpPr>
        <a:xfrm>
          <a:off x="0" y="0"/>
          <a:ext cx="0" cy="0"/>
          <a:chOff x="0" y="0"/>
          <a:chExt cx="0" cy="0"/>
        </a:xfrm>
      </p:grpSpPr>
      <p:sp>
        <p:nvSpPr>
          <p:cNvPr id="17" name="Elipse 16"/>
          <p:cNvSpPr/>
          <p:nvPr userDrawn="1"/>
        </p:nvSpPr>
        <p:spPr>
          <a:xfrm rot="16200000" flipV="1">
            <a:off x="3396908" y="7274877"/>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grpSp>
        <p:nvGrpSpPr>
          <p:cNvPr id="18" name="Grupo 17"/>
          <p:cNvGrpSpPr/>
          <p:nvPr userDrawn="1"/>
        </p:nvGrpSpPr>
        <p:grpSpPr>
          <a:xfrm>
            <a:off x="11481857" y="3631122"/>
            <a:ext cx="1357851" cy="351000"/>
            <a:chOff x="7061962" y="2141288"/>
            <a:chExt cx="905234" cy="234000"/>
          </a:xfrm>
        </p:grpSpPr>
        <p:sp>
          <p:nvSpPr>
            <p:cNvPr id="26" name="Elipse 25"/>
            <p:cNvSpPr/>
            <p:nvPr/>
          </p:nvSpPr>
          <p:spPr>
            <a:xfrm>
              <a:off x="7061962" y="2141288"/>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27" name="Conector reto 26"/>
            <p:cNvCxnSpPr/>
            <p:nvPr/>
          </p:nvCxnSpPr>
          <p:spPr>
            <a:xfrm rot="10800000" flipH="1" flipV="1">
              <a:off x="7269723" y="2256208"/>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32" name="Imagem 3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735965" y="1211362"/>
            <a:ext cx="955549" cy="1046990"/>
          </a:xfrm>
          <a:prstGeom prst="rect">
            <a:avLst/>
          </a:prstGeom>
        </p:spPr>
      </p:pic>
      <p:pic>
        <p:nvPicPr>
          <p:cNvPr id="33" name="Imagem 32"/>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2489020" y="3174631"/>
            <a:ext cx="960122" cy="1046990"/>
          </a:xfrm>
          <a:prstGeom prst="rect">
            <a:avLst/>
          </a:prstGeom>
        </p:spPr>
      </p:pic>
      <p:cxnSp>
        <p:nvCxnSpPr>
          <p:cNvPr id="37" name="Conector reto 36"/>
          <p:cNvCxnSpPr/>
          <p:nvPr userDrawn="1"/>
        </p:nvCxnSpPr>
        <p:spPr>
          <a:xfrm rot="10800000" flipH="1" flipV="1">
            <a:off x="2469065" y="7473401"/>
            <a:ext cx="1046210" cy="224"/>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9" name="Imagem 38"/>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903672" y="6886253"/>
            <a:ext cx="955550" cy="1042004"/>
          </a:xfrm>
          <a:prstGeom prst="rect">
            <a:avLst/>
          </a:prstGeom>
        </p:spPr>
      </p:pic>
      <p:sp>
        <p:nvSpPr>
          <p:cNvPr id="40" name="CaixaDeTexto 39"/>
          <p:cNvSpPr txBox="1"/>
          <p:nvPr/>
        </p:nvSpPr>
        <p:spPr>
          <a:xfrm>
            <a:off x="2036621" y="7100206"/>
            <a:ext cx="822600" cy="848129"/>
          </a:xfrm>
          <a:prstGeom prst="rect">
            <a:avLst/>
          </a:prstGeom>
          <a:noFill/>
        </p:spPr>
        <p:txBody>
          <a:bodyPr wrap="square" rtlCol="0" anchor="ctr">
            <a:noAutofit/>
          </a:bodyPr>
          <a:lstStyle/>
          <a:p>
            <a:pPr algn="ctr"/>
            <a:endParaRPr lang="pt-BR" sz="4050" b="1">
              <a:solidFill>
                <a:schemeClr val="bg1"/>
              </a:solidFill>
              <a:latin typeface="Poppins" panose="00000500000000000000" pitchFamily="2" charset="0"/>
              <a:cs typeface="Poppins" panose="00000500000000000000" pitchFamily="2" charset="0"/>
            </a:endParaRPr>
          </a:p>
        </p:txBody>
      </p:sp>
      <p:grpSp>
        <p:nvGrpSpPr>
          <p:cNvPr id="41" name="Grupo 40"/>
          <p:cNvGrpSpPr/>
          <p:nvPr userDrawn="1"/>
        </p:nvGrpSpPr>
        <p:grpSpPr>
          <a:xfrm rot="5400000">
            <a:off x="8638738" y="2447375"/>
            <a:ext cx="1289486" cy="351000"/>
            <a:chOff x="6518136" y="4850711"/>
            <a:chExt cx="859657" cy="234000"/>
          </a:xfrm>
        </p:grpSpPr>
        <p:sp>
          <p:nvSpPr>
            <p:cNvPr id="42" name="Elipse 41"/>
            <p:cNvSpPr/>
            <p:nvPr/>
          </p:nvSpPr>
          <p:spPr>
            <a:xfrm>
              <a:off x="7143793" y="4850711"/>
              <a:ext cx="234000" cy="234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3" name="Conector reto 42"/>
            <p:cNvCxnSpPr/>
            <p:nvPr/>
          </p:nvCxnSpPr>
          <p:spPr>
            <a:xfrm rot="10800000" flipH="1" flipV="1">
              <a:off x="6518136" y="4972537"/>
              <a:ext cx="697473" cy="149"/>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sp>
        <p:nvSpPr>
          <p:cNvPr id="14" name="Espaço Reservado para Texto 13"/>
          <p:cNvSpPr>
            <a:spLocks noGrp="1"/>
          </p:cNvSpPr>
          <p:nvPr userDrawn="1">
            <p:ph type="body" sz="quarter" idx="12" hasCustomPrompt="1"/>
          </p:nvPr>
        </p:nvSpPr>
        <p:spPr>
          <a:xfrm>
            <a:off x="447932" y="8029858"/>
            <a:ext cx="2674143" cy="906974"/>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6" name="Espaço Reservado para Texto 13"/>
          <p:cNvSpPr>
            <a:spLocks noGrp="1"/>
          </p:cNvSpPr>
          <p:nvPr>
            <p:ph type="body" sz="quarter" idx="13" hasCustomPrompt="1"/>
          </p:nvPr>
        </p:nvSpPr>
        <p:spPr>
          <a:xfrm>
            <a:off x="9766953" y="1149659"/>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19" name="Espaço Reservado para Texto 18"/>
          <p:cNvSpPr>
            <a:spLocks noGrp="1"/>
          </p:cNvSpPr>
          <p:nvPr userDrawn="1">
            <p:ph type="body" sz="quarter" idx="14" hasCustomPrompt="1"/>
          </p:nvPr>
        </p:nvSpPr>
        <p:spPr>
          <a:xfrm>
            <a:off x="2031101" y="7021334"/>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20" name="Espaço Reservado para Texto 9"/>
          <p:cNvSpPr>
            <a:spLocks noGrp="1"/>
          </p:cNvSpPr>
          <p:nvPr userDrawn="1">
            <p:ph type="body" sz="quarter" idx="15" hasCustomPrompt="1"/>
          </p:nvPr>
        </p:nvSpPr>
        <p:spPr>
          <a:xfrm>
            <a:off x="13530021" y="2761219"/>
            <a:ext cx="3463023" cy="1326356"/>
          </a:xfrm>
          <a:prstGeom prst="rect">
            <a:avLst/>
          </a:prstGeom>
        </p:spPr>
        <p:txBody>
          <a:bodyPr anchor="b"/>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2" name="Espaço Reservado para Texto 9"/>
          <p:cNvSpPr>
            <a:spLocks noGrp="1"/>
          </p:cNvSpPr>
          <p:nvPr>
            <p:ph type="body" sz="quarter" idx="17" hasCustomPrompt="1"/>
          </p:nvPr>
        </p:nvSpPr>
        <p:spPr>
          <a:xfrm>
            <a:off x="9764360" y="1532502"/>
            <a:ext cx="2998494" cy="84031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3" name="Espaço Reservado para Texto 18"/>
          <p:cNvSpPr>
            <a:spLocks noGrp="1"/>
          </p:cNvSpPr>
          <p:nvPr>
            <p:ph type="body" sz="quarter" idx="18" hasCustomPrompt="1"/>
          </p:nvPr>
        </p:nvSpPr>
        <p:spPr>
          <a:xfrm>
            <a:off x="8870164" y="1349604"/>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24" name="Espaço Reservado para Texto 18"/>
          <p:cNvSpPr>
            <a:spLocks noGrp="1"/>
          </p:cNvSpPr>
          <p:nvPr userDrawn="1">
            <p:ph type="body" sz="quarter" idx="19" hasCustomPrompt="1"/>
          </p:nvPr>
        </p:nvSpPr>
        <p:spPr>
          <a:xfrm>
            <a:off x="12612568" y="3331409"/>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grpSp>
        <p:nvGrpSpPr>
          <p:cNvPr id="38" name="Grupo 37"/>
          <p:cNvGrpSpPr/>
          <p:nvPr userDrawn="1"/>
        </p:nvGrpSpPr>
        <p:grpSpPr>
          <a:xfrm rot="10800000">
            <a:off x="5638118" y="6056550"/>
            <a:ext cx="1289486" cy="351000"/>
            <a:chOff x="6518136" y="4850711"/>
            <a:chExt cx="859657" cy="234000"/>
          </a:xfrm>
        </p:grpSpPr>
        <p:sp>
          <p:nvSpPr>
            <p:cNvPr id="44" name="Elipse 43"/>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5" name="Conector reto 44"/>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46" name="Imagem 45"/>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517283" y="5602796"/>
            <a:ext cx="960122" cy="1046990"/>
          </a:xfrm>
          <a:prstGeom prst="rect">
            <a:avLst/>
          </a:prstGeom>
        </p:spPr>
      </p:pic>
      <p:sp>
        <p:nvSpPr>
          <p:cNvPr id="47" name="Subtítulo 2"/>
          <p:cNvSpPr>
            <a:spLocks noGrp="1"/>
          </p:cNvSpPr>
          <p:nvPr>
            <p:ph type="subTitle" idx="1" hasCustomPrompt="1"/>
          </p:nvPr>
        </p:nvSpPr>
        <p:spPr>
          <a:xfrm>
            <a:off x="6632978" y="5818854"/>
            <a:ext cx="847800" cy="847800"/>
          </a:xfrm>
          <a:prstGeom prst="rect">
            <a:avLst/>
          </a:prstGeom>
        </p:spPr>
        <p:txBody>
          <a:bodyPr anchor="ctr"/>
          <a:lstStyle>
            <a:lvl1pPr marL="0" indent="0" algn="ctr">
              <a:buNone/>
              <a:defRPr sz="2700" b="1">
                <a:solidFill>
                  <a:schemeClr val="bg1"/>
                </a:solidFill>
                <a:latin typeface="Poppins" panose="00000500000000000000" pitchFamily="2" charset="0"/>
                <a:cs typeface="Poppins" panose="00000500000000000000"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pPr lvl="0"/>
            <a:r>
              <a:rPr lang="pt-BR"/>
              <a:t>nº</a:t>
            </a:r>
          </a:p>
        </p:txBody>
      </p:sp>
      <p:sp>
        <p:nvSpPr>
          <p:cNvPr id="48" name="Espaço Reservado para Texto 9"/>
          <p:cNvSpPr>
            <a:spLocks noGrp="1"/>
          </p:cNvSpPr>
          <p:nvPr>
            <p:ph type="body" sz="quarter" idx="10" hasCustomPrompt="1"/>
          </p:nvPr>
        </p:nvSpPr>
        <p:spPr>
          <a:xfrm>
            <a:off x="6493496" y="6748048"/>
            <a:ext cx="3463023" cy="132635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36" name="Elipse 35"/>
          <p:cNvSpPr/>
          <p:nvPr userDrawn="1"/>
        </p:nvSpPr>
        <p:spPr>
          <a:xfrm rot="5400000">
            <a:off x="13332906" y="7462803"/>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9" name="Conector angulado 48"/>
          <p:cNvCxnSpPr>
            <a:stCxn id="36" idx="6"/>
          </p:cNvCxnSpPr>
          <p:nvPr userDrawn="1"/>
        </p:nvCxnSpPr>
        <p:spPr>
          <a:xfrm rot="16200000" flipH="1">
            <a:off x="13358726" y="7963483"/>
            <a:ext cx="1198094" cy="898733"/>
          </a:xfrm>
          <a:prstGeom prst="bentConnector3">
            <a:avLst>
              <a:gd name="adj1" fmla="val 92688"/>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50" name="Imagem 49"/>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3877174" y="8308940"/>
            <a:ext cx="960122" cy="1046990"/>
          </a:xfrm>
          <a:prstGeom prst="rect">
            <a:avLst/>
          </a:prstGeom>
        </p:spPr>
      </p:pic>
      <p:sp>
        <p:nvSpPr>
          <p:cNvPr id="51" name="Espaço Reservado para Texto 9"/>
          <p:cNvSpPr>
            <a:spLocks noGrp="1"/>
          </p:cNvSpPr>
          <p:nvPr>
            <p:ph type="body" sz="quarter" idx="16" hasCustomPrompt="1"/>
          </p:nvPr>
        </p:nvSpPr>
        <p:spPr>
          <a:xfrm>
            <a:off x="14904856" y="8742941"/>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52" name="Espaço Reservado para Texto 18"/>
          <p:cNvSpPr>
            <a:spLocks noGrp="1"/>
          </p:cNvSpPr>
          <p:nvPr>
            <p:ph type="body" sz="quarter" idx="20" hasCustomPrompt="1"/>
          </p:nvPr>
        </p:nvSpPr>
        <p:spPr>
          <a:xfrm>
            <a:off x="13999862" y="8451236"/>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Tree>
    <p:extLst>
      <p:ext uri="{BB962C8B-B14F-4D97-AF65-F5344CB8AC3E}">
        <p14:creationId xmlns:p14="http://schemas.microsoft.com/office/powerpoint/2010/main" val="392973545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rilha_SIS_5_5">
    <p:bg>
      <p:bgPr>
        <a:solidFill>
          <a:srgbClr val="EFEFEF"/>
        </a:solidFill>
        <a:effectLst/>
      </p:bgPr>
    </p:bg>
    <p:spTree>
      <p:nvGrpSpPr>
        <p:cNvPr id="1" name=""/>
        <p:cNvGrpSpPr/>
        <p:nvPr/>
      </p:nvGrpSpPr>
      <p:grpSpPr>
        <a:xfrm>
          <a:off x="0" y="0"/>
          <a:ext cx="0" cy="0"/>
          <a:chOff x="0" y="0"/>
          <a:chExt cx="0" cy="0"/>
        </a:xfrm>
      </p:grpSpPr>
      <p:sp>
        <p:nvSpPr>
          <p:cNvPr id="17" name="Elipse 16"/>
          <p:cNvSpPr/>
          <p:nvPr userDrawn="1"/>
        </p:nvSpPr>
        <p:spPr>
          <a:xfrm rot="16200000" flipV="1">
            <a:off x="3396908" y="7274877"/>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37" name="Conector reto 36"/>
          <p:cNvCxnSpPr/>
          <p:nvPr userDrawn="1"/>
        </p:nvCxnSpPr>
        <p:spPr>
          <a:xfrm rot="10800000" flipH="1" flipV="1">
            <a:off x="2469065" y="7473401"/>
            <a:ext cx="1046210" cy="224"/>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9" name="Imagem 38"/>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1903672" y="6886253"/>
            <a:ext cx="955550" cy="1042004"/>
          </a:xfrm>
          <a:prstGeom prst="rect">
            <a:avLst/>
          </a:prstGeom>
        </p:spPr>
      </p:pic>
      <p:sp>
        <p:nvSpPr>
          <p:cNvPr id="40" name="CaixaDeTexto 39"/>
          <p:cNvSpPr txBox="1"/>
          <p:nvPr/>
        </p:nvSpPr>
        <p:spPr>
          <a:xfrm>
            <a:off x="2036621" y="7100206"/>
            <a:ext cx="822600" cy="848129"/>
          </a:xfrm>
          <a:prstGeom prst="rect">
            <a:avLst/>
          </a:prstGeom>
          <a:noFill/>
        </p:spPr>
        <p:txBody>
          <a:bodyPr wrap="square" rtlCol="0" anchor="ctr">
            <a:noAutofit/>
          </a:bodyPr>
          <a:lstStyle/>
          <a:p>
            <a:pPr algn="ctr"/>
            <a:endParaRPr lang="pt-BR" sz="4050" b="1">
              <a:solidFill>
                <a:schemeClr val="bg1"/>
              </a:solidFill>
              <a:latin typeface="Poppins" panose="00000500000000000000" pitchFamily="2" charset="0"/>
              <a:cs typeface="Poppins" panose="00000500000000000000" pitchFamily="2" charset="0"/>
            </a:endParaRPr>
          </a:p>
        </p:txBody>
      </p:sp>
      <p:sp>
        <p:nvSpPr>
          <p:cNvPr id="14" name="Espaço Reservado para Texto 13"/>
          <p:cNvSpPr>
            <a:spLocks noGrp="1"/>
          </p:cNvSpPr>
          <p:nvPr userDrawn="1">
            <p:ph type="body" sz="quarter" idx="12" hasCustomPrompt="1"/>
          </p:nvPr>
        </p:nvSpPr>
        <p:spPr>
          <a:xfrm>
            <a:off x="447932" y="8029858"/>
            <a:ext cx="2674143" cy="906974"/>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6" name="Espaço Reservado para Texto 13"/>
          <p:cNvSpPr>
            <a:spLocks noGrp="1"/>
          </p:cNvSpPr>
          <p:nvPr userDrawn="1">
            <p:ph type="body" sz="quarter" idx="13" hasCustomPrompt="1"/>
          </p:nvPr>
        </p:nvSpPr>
        <p:spPr>
          <a:xfrm>
            <a:off x="14927997" y="8544659"/>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19" name="Espaço Reservado para Texto 18"/>
          <p:cNvSpPr>
            <a:spLocks noGrp="1"/>
          </p:cNvSpPr>
          <p:nvPr userDrawn="1">
            <p:ph type="body" sz="quarter" idx="14" hasCustomPrompt="1"/>
          </p:nvPr>
        </p:nvSpPr>
        <p:spPr>
          <a:xfrm>
            <a:off x="2031101" y="7021334"/>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grpSp>
        <p:nvGrpSpPr>
          <p:cNvPr id="38" name="Grupo 37"/>
          <p:cNvGrpSpPr/>
          <p:nvPr userDrawn="1"/>
        </p:nvGrpSpPr>
        <p:grpSpPr>
          <a:xfrm rot="10800000">
            <a:off x="5638118" y="6056550"/>
            <a:ext cx="1289486" cy="351000"/>
            <a:chOff x="6518136" y="4850711"/>
            <a:chExt cx="859657" cy="234000"/>
          </a:xfrm>
        </p:grpSpPr>
        <p:sp>
          <p:nvSpPr>
            <p:cNvPr id="44" name="Elipse 43"/>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5" name="Conector reto 44"/>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46" name="Imagem 45"/>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517283" y="5602796"/>
            <a:ext cx="960122" cy="1046990"/>
          </a:xfrm>
          <a:prstGeom prst="rect">
            <a:avLst/>
          </a:prstGeom>
        </p:spPr>
      </p:pic>
      <p:sp>
        <p:nvSpPr>
          <p:cNvPr id="47" name="Subtítulo 2"/>
          <p:cNvSpPr>
            <a:spLocks noGrp="1"/>
          </p:cNvSpPr>
          <p:nvPr>
            <p:ph type="subTitle" idx="1" hasCustomPrompt="1"/>
          </p:nvPr>
        </p:nvSpPr>
        <p:spPr>
          <a:xfrm>
            <a:off x="6632978" y="5818854"/>
            <a:ext cx="847800" cy="847800"/>
          </a:xfrm>
          <a:prstGeom prst="rect">
            <a:avLst/>
          </a:prstGeom>
        </p:spPr>
        <p:txBody>
          <a:bodyPr anchor="ctr"/>
          <a:lstStyle>
            <a:lvl1pPr marL="0" indent="0" algn="ctr">
              <a:buNone/>
              <a:defRPr sz="2700" b="1">
                <a:solidFill>
                  <a:schemeClr val="bg1"/>
                </a:solidFill>
                <a:latin typeface="Poppins" panose="00000500000000000000" pitchFamily="2" charset="0"/>
                <a:cs typeface="Poppins" panose="00000500000000000000"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pPr lvl="0"/>
            <a:r>
              <a:rPr lang="pt-BR"/>
              <a:t>nº</a:t>
            </a:r>
          </a:p>
        </p:txBody>
      </p:sp>
      <p:sp>
        <p:nvSpPr>
          <p:cNvPr id="48" name="Espaço Reservado para Texto 9"/>
          <p:cNvSpPr>
            <a:spLocks noGrp="1"/>
          </p:cNvSpPr>
          <p:nvPr>
            <p:ph type="body" sz="quarter" idx="10" hasCustomPrompt="1"/>
          </p:nvPr>
        </p:nvSpPr>
        <p:spPr>
          <a:xfrm>
            <a:off x="6493496" y="6748048"/>
            <a:ext cx="3463023" cy="132635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pic>
        <p:nvPicPr>
          <p:cNvPr id="49" name="Imagem 48"/>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733679" y="1211362"/>
            <a:ext cx="960122" cy="1046990"/>
          </a:xfrm>
          <a:prstGeom prst="rect">
            <a:avLst/>
          </a:prstGeom>
        </p:spPr>
      </p:pic>
      <p:grpSp>
        <p:nvGrpSpPr>
          <p:cNvPr id="50" name="Grupo 49"/>
          <p:cNvGrpSpPr/>
          <p:nvPr userDrawn="1"/>
        </p:nvGrpSpPr>
        <p:grpSpPr>
          <a:xfrm rot="5400000">
            <a:off x="8638738" y="2447375"/>
            <a:ext cx="1289486" cy="351000"/>
            <a:chOff x="6518136" y="4850711"/>
            <a:chExt cx="859657" cy="234000"/>
          </a:xfrm>
        </p:grpSpPr>
        <p:sp>
          <p:nvSpPr>
            <p:cNvPr id="51" name="Elipse 50"/>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52" name="Conector reto 51"/>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53" name="Espaço Reservado para Texto 9"/>
          <p:cNvSpPr>
            <a:spLocks noGrp="1"/>
          </p:cNvSpPr>
          <p:nvPr>
            <p:ph type="body" sz="quarter" idx="17" hasCustomPrompt="1"/>
          </p:nvPr>
        </p:nvSpPr>
        <p:spPr>
          <a:xfrm>
            <a:off x="9764360" y="727829"/>
            <a:ext cx="2998494" cy="1326356"/>
          </a:xfrm>
          <a:prstGeom prst="rect">
            <a:avLst/>
          </a:prstGeom>
        </p:spPr>
        <p:txBody>
          <a:bodyPr anchor="b"/>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54" name="Espaço Reservado para Texto 18"/>
          <p:cNvSpPr>
            <a:spLocks noGrp="1"/>
          </p:cNvSpPr>
          <p:nvPr>
            <p:ph type="body" sz="quarter" idx="18" hasCustomPrompt="1"/>
          </p:nvPr>
        </p:nvSpPr>
        <p:spPr>
          <a:xfrm>
            <a:off x="8870164" y="1349604"/>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55" name="Elipse 54"/>
          <p:cNvSpPr/>
          <p:nvPr userDrawn="1"/>
        </p:nvSpPr>
        <p:spPr>
          <a:xfrm rot="5400000">
            <a:off x="13332906" y="7462803"/>
            <a:ext cx="351000" cy="351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56" name="Conector angulado 55"/>
          <p:cNvCxnSpPr>
            <a:stCxn id="55" idx="6"/>
          </p:cNvCxnSpPr>
          <p:nvPr userDrawn="1"/>
        </p:nvCxnSpPr>
        <p:spPr>
          <a:xfrm rot="16200000" flipH="1">
            <a:off x="13358726" y="7963483"/>
            <a:ext cx="1198094" cy="898733"/>
          </a:xfrm>
          <a:prstGeom prst="bentConnector3">
            <a:avLst>
              <a:gd name="adj1" fmla="val 92688"/>
            </a:avLst>
          </a:prstGeom>
          <a:ln>
            <a:solidFill>
              <a:srgbClr val="EE2026"/>
            </a:solidFill>
          </a:ln>
        </p:spPr>
        <p:style>
          <a:lnRef idx="1">
            <a:schemeClr val="accent1"/>
          </a:lnRef>
          <a:fillRef idx="0">
            <a:schemeClr val="accent1"/>
          </a:fillRef>
          <a:effectRef idx="0">
            <a:schemeClr val="accent1"/>
          </a:effectRef>
          <a:fontRef idx="minor">
            <a:schemeClr val="tx1"/>
          </a:fontRef>
        </p:style>
      </p:cxnSp>
      <p:pic>
        <p:nvPicPr>
          <p:cNvPr id="57" name="Imagem 56"/>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13879460" y="8308940"/>
            <a:ext cx="955549" cy="1046990"/>
          </a:xfrm>
          <a:prstGeom prst="rect">
            <a:avLst/>
          </a:prstGeom>
        </p:spPr>
      </p:pic>
      <p:sp>
        <p:nvSpPr>
          <p:cNvPr id="58" name="Espaço Reservado para Texto 9"/>
          <p:cNvSpPr>
            <a:spLocks noGrp="1"/>
          </p:cNvSpPr>
          <p:nvPr>
            <p:ph type="body" sz="quarter" idx="16" hasCustomPrompt="1"/>
          </p:nvPr>
        </p:nvSpPr>
        <p:spPr>
          <a:xfrm>
            <a:off x="14904856" y="8889245"/>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59" name="Espaço Reservado para Texto 18"/>
          <p:cNvSpPr>
            <a:spLocks noGrp="1"/>
          </p:cNvSpPr>
          <p:nvPr>
            <p:ph type="body" sz="quarter" idx="20" hasCustomPrompt="1"/>
          </p:nvPr>
        </p:nvSpPr>
        <p:spPr>
          <a:xfrm>
            <a:off x="13999862" y="8451236"/>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grpSp>
        <p:nvGrpSpPr>
          <p:cNvPr id="60" name="Grupo 59"/>
          <p:cNvGrpSpPr/>
          <p:nvPr userDrawn="1"/>
        </p:nvGrpSpPr>
        <p:grpSpPr>
          <a:xfrm>
            <a:off x="11481857" y="3631122"/>
            <a:ext cx="1357851" cy="351000"/>
            <a:chOff x="7061962" y="2141288"/>
            <a:chExt cx="905234" cy="234000"/>
          </a:xfrm>
        </p:grpSpPr>
        <p:sp>
          <p:nvSpPr>
            <p:cNvPr id="61" name="Elipse 60"/>
            <p:cNvSpPr/>
            <p:nvPr/>
          </p:nvSpPr>
          <p:spPr>
            <a:xfrm>
              <a:off x="7061962" y="2141288"/>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62" name="Conector reto 61"/>
            <p:cNvCxnSpPr/>
            <p:nvPr/>
          </p:nvCxnSpPr>
          <p:spPr>
            <a:xfrm rot="10800000" flipH="1" flipV="1">
              <a:off x="7269723" y="2256208"/>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63" name="Imagem 62"/>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2489020" y="3174631"/>
            <a:ext cx="960122" cy="1046990"/>
          </a:xfrm>
          <a:prstGeom prst="rect">
            <a:avLst/>
          </a:prstGeom>
        </p:spPr>
      </p:pic>
      <p:sp>
        <p:nvSpPr>
          <p:cNvPr id="64" name="Espaço Reservado para Texto 9"/>
          <p:cNvSpPr>
            <a:spLocks noGrp="1"/>
          </p:cNvSpPr>
          <p:nvPr>
            <p:ph type="body" sz="quarter" idx="15" hasCustomPrompt="1"/>
          </p:nvPr>
        </p:nvSpPr>
        <p:spPr>
          <a:xfrm>
            <a:off x="13530021" y="2761219"/>
            <a:ext cx="3463023" cy="1326356"/>
          </a:xfrm>
          <a:prstGeom prst="rect">
            <a:avLst/>
          </a:prstGeom>
        </p:spPr>
        <p:txBody>
          <a:bodyPr anchor="b"/>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65" name="Espaço Reservado para Texto 18"/>
          <p:cNvSpPr>
            <a:spLocks noGrp="1"/>
          </p:cNvSpPr>
          <p:nvPr>
            <p:ph type="body" sz="quarter" idx="19" hasCustomPrompt="1"/>
          </p:nvPr>
        </p:nvSpPr>
        <p:spPr>
          <a:xfrm>
            <a:off x="12612568" y="3331409"/>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Tree>
    <p:extLst>
      <p:ext uri="{BB962C8B-B14F-4D97-AF65-F5344CB8AC3E}">
        <p14:creationId xmlns:p14="http://schemas.microsoft.com/office/powerpoint/2010/main" val="400102815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rilha_SIS_5_4">
    <p:bg>
      <p:bgPr>
        <a:solidFill>
          <a:srgbClr val="EFEFEF"/>
        </a:solidFill>
        <a:effectLst/>
      </p:bgPr>
    </p:bg>
    <p:spTree>
      <p:nvGrpSpPr>
        <p:cNvPr id="1" name=""/>
        <p:cNvGrpSpPr/>
        <p:nvPr/>
      </p:nvGrpSpPr>
      <p:grpSpPr>
        <a:xfrm>
          <a:off x="0" y="0"/>
          <a:ext cx="0" cy="0"/>
          <a:chOff x="0" y="0"/>
          <a:chExt cx="0" cy="0"/>
        </a:xfrm>
      </p:grpSpPr>
      <p:sp>
        <p:nvSpPr>
          <p:cNvPr id="17" name="Elipse 16"/>
          <p:cNvSpPr/>
          <p:nvPr userDrawn="1"/>
        </p:nvSpPr>
        <p:spPr>
          <a:xfrm rot="16200000" flipV="1">
            <a:off x="3396908" y="7274877"/>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grpSp>
        <p:nvGrpSpPr>
          <p:cNvPr id="18" name="Grupo 17"/>
          <p:cNvGrpSpPr/>
          <p:nvPr userDrawn="1"/>
        </p:nvGrpSpPr>
        <p:grpSpPr>
          <a:xfrm>
            <a:off x="11481857" y="3631122"/>
            <a:ext cx="1357851" cy="351000"/>
            <a:chOff x="7061962" y="2141288"/>
            <a:chExt cx="905234" cy="234000"/>
          </a:xfrm>
        </p:grpSpPr>
        <p:sp>
          <p:nvSpPr>
            <p:cNvPr id="26" name="Elipse 25"/>
            <p:cNvSpPr/>
            <p:nvPr/>
          </p:nvSpPr>
          <p:spPr>
            <a:xfrm>
              <a:off x="7061962" y="2141288"/>
              <a:ext cx="234000" cy="234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27" name="Conector reto 26"/>
            <p:cNvCxnSpPr/>
            <p:nvPr/>
          </p:nvCxnSpPr>
          <p:spPr>
            <a:xfrm rot="10800000" flipH="1" flipV="1">
              <a:off x="7269723" y="2256208"/>
              <a:ext cx="697473" cy="149"/>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pic>
        <p:nvPicPr>
          <p:cNvPr id="33" name="Imagem 3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2491306" y="3174631"/>
            <a:ext cx="955549" cy="1046990"/>
          </a:xfrm>
          <a:prstGeom prst="rect">
            <a:avLst/>
          </a:prstGeom>
        </p:spPr>
      </p:pic>
      <p:cxnSp>
        <p:nvCxnSpPr>
          <p:cNvPr id="37" name="Conector reto 36"/>
          <p:cNvCxnSpPr/>
          <p:nvPr userDrawn="1"/>
        </p:nvCxnSpPr>
        <p:spPr>
          <a:xfrm rot="10800000" flipH="1" flipV="1">
            <a:off x="2469065" y="7473401"/>
            <a:ext cx="1046210" cy="224"/>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9" name="Imagem 38"/>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903672" y="6886253"/>
            <a:ext cx="955550" cy="1042004"/>
          </a:xfrm>
          <a:prstGeom prst="rect">
            <a:avLst/>
          </a:prstGeom>
        </p:spPr>
      </p:pic>
      <p:sp>
        <p:nvSpPr>
          <p:cNvPr id="40" name="CaixaDeTexto 39"/>
          <p:cNvSpPr txBox="1"/>
          <p:nvPr/>
        </p:nvSpPr>
        <p:spPr>
          <a:xfrm>
            <a:off x="2036621" y="7100206"/>
            <a:ext cx="822600" cy="848129"/>
          </a:xfrm>
          <a:prstGeom prst="rect">
            <a:avLst/>
          </a:prstGeom>
          <a:noFill/>
        </p:spPr>
        <p:txBody>
          <a:bodyPr wrap="square" rtlCol="0" anchor="ctr">
            <a:noAutofit/>
          </a:bodyPr>
          <a:lstStyle/>
          <a:p>
            <a:pPr algn="ctr"/>
            <a:endParaRPr lang="pt-BR" sz="4050" b="1">
              <a:solidFill>
                <a:schemeClr val="bg1"/>
              </a:solidFill>
              <a:latin typeface="Poppins" panose="00000500000000000000" pitchFamily="2" charset="0"/>
              <a:cs typeface="Poppins" panose="00000500000000000000" pitchFamily="2" charset="0"/>
            </a:endParaRPr>
          </a:p>
        </p:txBody>
      </p:sp>
      <p:sp>
        <p:nvSpPr>
          <p:cNvPr id="14" name="Espaço Reservado para Texto 13"/>
          <p:cNvSpPr>
            <a:spLocks noGrp="1"/>
          </p:cNvSpPr>
          <p:nvPr userDrawn="1">
            <p:ph type="body" sz="quarter" idx="12" hasCustomPrompt="1"/>
          </p:nvPr>
        </p:nvSpPr>
        <p:spPr>
          <a:xfrm>
            <a:off x="447932" y="8029858"/>
            <a:ext cx="2674143" cy="906974"/>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6" name="Espaço Reservado para Texto 13"/>
          <p:cNvSpPr>
            <a:spLocks noGrp="1"/>
          </p:cNvSpPr>
          <p:nvPr userDrawn="1">
            <p:ph type="body" sz="quarter" idx="13" hasCustomPrompt="1"/>
          </p:nvPr>
        </p:nvSpPr>
        <p:spPr>
          <a:xfrm>
            <a:off x="13530021" y="3297678"/>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19" name="Espaço Reservado para Texto 18"/>
          <p:cNvSpPr>
            <a:spLocks noGrp="1"/>
          </p:cNvSpPr>
          <p:nvPr userDrawn="1">
            <p:ph type="body" sz="quarter" idx="14" hasCustomPrompt="1"/>
          </p:nvPr>
        </p:nvSpPr>
        <p:spPr>
          <a:xfrm>
            <a:off x="2031101" y="7021334"/>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20" name="Espaço Reservado para Texto 9"/>
          <p:cNvSpPr>
            <a:spLocks noGrp="1"/>
          </p:cNvSpPr>
          <p:nvPr userDrawn="1">
            <p:ph type="body" sz="quarter" idx="15" hasCustomPrompt="1"/>
          </p:nvPr>
        </p:nvSpPr>
        <p:spPr>
          <a:xfrm>
            <a:off x="13530021" y="3693907"/>
            <a:ext cx="3463023" cy="1079261"/>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4" name="Espaço Reservado para Texto 18"/>
          <p:cNvSpPr>
            <a:spLocks noGrp="1"/>
          </p:cNvSpPr>
          <p:nvPr userDrawn="1">
            <p:ph type="body" sz="quarter" idx="19" hasCustomPrompt="1"/>
          </p:nvPr>
        </p:nvSpPr>
        <p:spPr>
          <a:xfrm>
            <a:off x="12612568" y="3331409"/>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grpSp>
        <p:nvGrpSpPr>
          <p:cNvPr id="38" name="Grupo 37"/>
          <p:cNvGrpSpPr/>
          <p:nvPr userDrawn="1"/>
        </p:nvGrpSpPr>
        <p:grpSpPr>
          <a:xfrm rot="10800000">
            <a:off x="5638118" y="6056550"/>
            <a:ext cx="1289486" cy="351000"/>
            <a:chOff x="6518136" y="4850711"/>
            <a:chExt cx="859657" cy="234000"/>
          </a:xfrm>
        </p:grpSpPr>
        <p:sp>
          <p:nvSpPr>
            <p:cNvPr id="44" name="Elipse 43"/>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5" name="Conector reto 44"/>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46" name="Imagem 45"/>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6517283" y="5602796"/>
            <a:ext cx="960122" cy="1046990"/>
          </a:xfrm>
          <a:prstGeom prst="rect">
            <a:avLst/>
          </a:prstGeom>
        </p:spPr>
      </p:pic>
      <p:sp>
        <p:nvSpPr>
          <p:cNvPr id="47" name="Subtítulo 2"/>
          <p:cNvSpPr>
            <a:spLocks noGrp="1"/>
          </p:cNvSpPr>
          <p:nvPr>
            <p:ph type="subTitle" idx="1" hasCustomPrompt="1"/>
          </p:nvPr>
        </p:nvSpPr>
        <p:spPr>
          <a:xfrm>
            <a:off x="6632978" y="5818854"/>
            <a:ext cx="847800" cy="847800"/>
          </a:xfrm>
          <a:prstGeom prst="rect">
            <a:avLst/>
          </a:prstGeom>
        </p:spPr>
        <p:txBody>
          <a:bodyPr anchor="ctr"/>
          <a:lstStyle>
            <a:lvl1pPr marL="0" indent="0" algn="ctr">
              <a:buNone/>
              <a:defRPr sz="2700" b="1">
                <a:solidFill>
                  <a:schemeClr val="bg1"/>
                </a:solidFill>
                <a:latin typeface="Poppins" panose="00000500000000000000" pitchFamily="2" charset="0"/>
                <a:cs typeface="Poppins" panose="00000500000000000000"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pPr lvl="0"/>
            <a:r>
              <a:rPr lang="pt-BR"/>
              <a:t>nº</a:t>
            </a:r>
          </a:p>
        </p:txBody>
      </p:sp>
      <p:sp>
        <p:nvSpPr>
          <p:cNvPr id="48" name="Espaço Reservado para Texto 9"/>
          <p:cNvSpPr>
            <a:spLocks noGrp="1"/>
          </p:cNvSpPr>
          <p:nvPr>
            <p:ph type="body" sz="quarter" idx="10" hasCustomPrompt="1"/>
          </p:nvPr>
        </p:nvSpPr>
        <p:spPr>
          <a:xfrm>
            <a:off x="6493496" y="6748048"/>
            <a:ext cx="3463023" cy="132635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pic>
        <p:nvPicPr>
          <p:cNvPr id="49" name="Imagem 48"/>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733679" y="1211362"/>
            <a:ext cx="960122" cy="1046990"/>
          </a:xfrm>
          <a:prstGeom prst="rect">
            <a:avLst/>
          </a:prstGeom>
        </p:spPr>
      </p:pic>
      <p:grpSp>
        <p:nvGrpSpPr>
          <p:cNvPr id="50" name="Grupo 49"/>
          <p:cNvGrpSpPr/>
          <p:nvPr userDrawn="1"/>
        </p:nvGrpSpPr>
        <p:grpSpPr>
          <a:xfrm rot="5400000">
            <a:off x="8638738" y="2447375"/>
            <a:ext cx="1289486" cy="351000"/>
            <a:chOff x="6518136" y="4850711"/>
            <a:chExt cx="859657" cy="234000"/>
          </a:xfrm>
        </p:grpSpPr>
        <p:sp>
          <p:nvSpPr>
            <p:cNvPr id="51" name="Elipse 50"/>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52" name="Conector reto 51"/>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53" name="Espaço Reservado para Texto 9"/>
          <p:cNvSpPr>
            <a:spLocks noGrp="1"/>
          </p:cNvSpPr>
          <p:nvPr>
            <p:ph type="body" sz="quarter" idx="17" hasCustomPrompt="1"/>
          </p:nvPr>
        </p:nvSpPr>
        <p:spPr>
          <a:xfrm>
            <a:off x="9764360" y="727829"/>
            <a:ext cx="2998494" cy="1326356"/>
          </a:xfrm>
          <a:prstGeom prst="rect">
            <a:avLst/>
          </a:prstGeom>
        </p:spPr>
        <p:txBody>
          <a:bodyPr anchor="b"/>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54" name="Espaço Reservado para Texto 18"/>
          <p:cNvSpPr>
            <a:spLocks noGrp="1"/>
          </p:cNvSpPr>
          <p:nvPr>
            <p:ph type="body" sz="quarter" idx="18" hasCustomPrompt="1"/>
          </p:nvPr>
        </p:nvSpPr>
        <p:spPr>
          <a:xfrm>
            <a:off x="8870164" y="1349604"/>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55" name="Elipse 54"/>
          <p:cNvSpPr/>
          <p:nvPr userDrawn="1"/>
        </p:nvSpPr>
        <p:spPr>
          <a:xfrm rot="5400000">
            <a:off x="13332906" y="7462803"/>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56" name="Conector angulado 55"/>
          <p:cNvCxnSpPr>
            <a:stCxn id="55" idx="6"/>
          </p:cNvCxnSpPr>
          <p:nvPr userDrawn="1"/>
        </p:nvCxnSpPr>
        <p:spPr>
          <a:xfrm rot="16200000" flipH="1">
            <a:off x="13358726" y="7963483"/>
            <a:ext cx="1198094" cy="898733"/>
          </a:xfrm>
          <a:prstGeom prst="bentConnector3">
            <a:avLst>
              <a:gd name="adj1" fmla="val 92688"/>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57" name="Imagem 56"/>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13877174" y="8308940"/>
            <a:ext cx="960122" cy="1046990"/>
          </a:xfrm>
          <a:prstGeom prst="rect">
            <a:avLst/>
          </a:prstGeom>
        </p:spPr>
      </p:pic>
      <p:sp>
        <p:nvSpPr>
          <p:cNvPr id="58" name="Espaço Reservado para Texto 9"/>
          <p:cNvSpPr>
            <a:spLocks noGrp="1"/>
          </p:cNvSpPr>
          <p:nvPr>
            <p:ph type="body" sz="quarter" idx="16" hasCustomPrompt="1"/>
          </p:nvPr>
        </p:nvSpPr>
        <p:spPr>
          <a:xfrm>
            <a:off x="14904856" y="8742941"/>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59" name="Espaço Reservado para Texto 18"/>
          <p:cNvSpPr>
            <a:spLocks noGrp="1"/>
          </p:cNvSpPr>
          <p:nvPr>
            <p:ph type="body" sz="quarter" idx="20" hasCustomPrompt="1"/>
          </p:nvPr>
        </p:nvSpPr>
        <p:spPr>
          <a:xfrm>
            <a:off x="13999862" y="8451236"/>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Tree>
    <p:extLst>
      <p:ext uri="{BB962C8B-B14F-4D97-AF65-F5344CB8AC3E}">
        <p14:creationId xmlns:p14="http://schemas.microsoft.com/office/powerpoint/2010/main" val="251567913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rilha_SIS_5_2">
    <p:bg>
      <p:bgPr>
        <a:solidFill>
          <a:srgbClr val="EFEFEF"/>
        </a:solidFill>
        <a:effectLst/>
      </p:bgPr>
    </p:bg>
    <p:spTree>
      <p:nvGrpSpPr>
        <p:cNvPr id="1" name=""/>
        <p:cNvGrpSpPr/>
        <p:nvPr/>
      </p:nvGrpSpPr>
      <p:grpSpPr>
        <a:xfrm>
          <a:off x="0" y="0"/>
          <a:ext cx="0" cy="0"/>
          <a:chOff x="0" y="0"/>
          <a:chExt cx="0" cy="0"/>
        </a:xfrm>
      </p:grpSpPr>
      <p:sp>
        <p:nvSpPr>
          <p:cNvPr id="17" name="Elipse 16"/>
          <p:cNvSpPr/>
          <p:nvPr userDrawn="1"/>
        </p:nvSpPr>
        <p:spPr>
          <a:xfrm rot="16200000" flipV="1">
            <a:off x="3396908" y="7274877"/>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grpSp>
        <p:nvGrpSpPr>
          <p:cNvPr id="18" name="Grupo 17"/>
          <p:cNvGrpSpPr/>
          <p:nvPr userDrawn="1"/>
        </p:nvGrpSpPr>
        <p:grpSpPr>
          <a:xfrm>
            <a:off x="11481857" y="3631122"/>
            <a:ext cx="1357851" cy="351000"/>
            <a:chOff x="7061962" y="2141288"/>
            <a:chExt cx="905234" cy="234000"/>
          </a:xfrm>
        </p:grpSpPr>
        <p:sp>
          <p:nvSpPr>
            <p:cNvPr id="26" name="Elipse 25"/>
            <p:cNvSpPr/>
            <p:nvPr/>
          </p:nvSpPr>
          <p:spPr>
            <a:xfrm>
              <a:off x="7061962" y="2141288"/>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27" name="Conector reto 26"/>
            <p:cNvCxnSpPr/>
            <p:nvPr/>
          </p:nvCxnSpPr>
          <p:spPr>
            <a:xfrm rot="10800000" flipH="1" flipV="1">
              <a:off x="7269723" y="2256208"/>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grpSp>
        <p:nvGrpSpPr>
          <p:cNvPr id="28" name="Grupo 27"/>
          <p:cNvGrpSpPr/>
          <p:nvPr userDrawn="1"/>
        </p:nvGrpSpPr>
        <p:grpSpPr>
          <a:xfrm rot="10800000">
            <a:off x="5638118" y="6056550"/>
            <a:ext cx="1289486" cy="351000"/>
            <a:chOff x="6518136" y="4850711"/>
            <a:chExt cx="859657" cy="234000"/>
          </a:xfrm>
        </p:grpSpPr>
        <p:sp>
          <p:nvSpPr>
            <p:cNvPr id="29" name="Elipse 28"/>
            <p:cNvSpPr/>
            <p:nvPr/>
          </p:nvSpPr>
          <p:spPr>
            <a:xfrm>
              <a:off x="7143793" y="4850711"/>
              <a:ext cx="234000" cy="234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30" name="Conector reto 29"/>
            <p:cNvCxnSpPr/>
            <p:nvPr/>
          </p:nvCxnSpPr>
          <p:spPr>
            <a:xfrm rot="10800000" flipH="1" flipV="1">
              <a:off x="6518136" y="4972537"/>
              <a:ext cx="697473" cy="149"/>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pic>
        <p:nvPicPr>
          <p:cNvPr id="32" name="Imagem 3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733679" y="1211362"/>
            <a:ext cx="960122" cy="1046990"/>
          </a:xfrm>
          <a:prstGeom prst="rect">
            <a:avLst/>
          </a:prstGeom>
        </p:spPr>
      </p:pic>
      <p:pic>
        <p:nvPicPr>
          <p:cNvPr id="33" name="Imagem 3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2489020" y="3174631"/>
            <a:ext cx="960122" cy="1046990"/>
          </a:xfrm>
          <a:prstGeom prst="rect">
            <a:avLst/>
          </a:prstGeom>
        </p:spPr>
      </p:pic>
      <p:pic>
        <p:nvPicPr>
          <p:cNvPr id="34" name="Imagem 33"/>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6519569" y="5602796"/>
            <a:ext cx="955549" cy="1046990"/>
          </a:xfrm>
          <a:prstGeom prst="rect">
            <a:avLst/>
          </a:prstGeom>
        </p:spPr>
      </p:pic>
      <p:cxnSp>
        <p:nvCxnSpPr>
          <p:cNvPr id="37" name="Conector reto 36"/>
          <p:cNvCxnSpPr/>
          <p:nvPr userDrawn="1"/>
        </p:nvCxnSpPr>
        <p:spPr>
          <a:xfrm rot="10800000" flipH="1" flipV="1">
            <a:off x="2469065" y="7473401"/>
            <a:ext cx="1046210" cy="224"/>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9" name="Imagem 38"/>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903672" y="6886253"/>
            <a:ext cx="955550" cy="1042004"/>
          </a:xfrm>
          <a:prstGeom prst="rect">
            <a:avLst/>
          </a:prstGeom>
        </p:spPr>
      </p:pic>
      <p:sp>
        <p:nvSpPr>
          <p:cNvPr id="40" name="CaixaDeTexto 39"/>
          <p:cNvSpPr txBox="1"/>
          <p:nvPr/>
        </p:nvSpPr>
        <p:spPr>
          <a:xfrm>
            <a:off x="2036621" y="7100206"/>
            <a:ext cx="822600" cy="848129"/>
          </a:xfrm>
          <a:prstGeom prst="rect">
            <a:avLst/>
          </a:prstGeom>
          <a:noFill/>
        </p:spPr>
        <p:txBody>
          <a:bodyPr wrap="square" rtlCol="0" anchor="ctr">
            <a:noAutofit/>
          </a:bodyPr>
          <a:lstStyle/>
          <a:p>
            <a:pPr algn="ctr"/>
            <a:endParaRPr lang="pt-BR" sz="4050" b="1">
              <a:solidFill>
                <a:schemeClr val="bg1"/>
              </a:solidFill>
              <a:latin typeface="Poppins" panose="00000500000000000000" pitchFamily="2" charset="0"/>
              <a:cs typeface="Poppins" panose="00000500000000000000" pitchFamily="2" charset="0"/>
            </a:endParaRPr>
          </a:p>
        </p:txBody>
      </p:sp>
      <p:grpSp>
        <p:nvGrpSpPr>
          <p:cNvPr id="41" name="Grupo 40"/>
          <p:cNvGrpSpPr/>
          <p:nvPr userDrawn="1"/>
        </p:nvGrpSpPr>
        <p:grpSpPr>
          <a:xfrm rot="5400000">
            <a:off x="8638738" y="2447375"/>
            <a:ext cx="1289486" cy="351000"/>
            <a:chOff x="6518136" y="4850711"/>
            <a:chExt cx="859657" cy="234000"/>
          </a:xfrm>
        </p:grpSpPr>
        <p:sp>
          <p:nvSpPr>
            <p:cNvPr id="42" name="Elipse 41"/>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3" name="Conector reto 42"/>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3" name="Subtítulo 2"/>
          <p:cNvSpPr>
            <a:spLocks noGrp="1"/>
          </p:cNvSpPr>
          <p:nvPr userDrawn="1">
            <p:ph type="subTitle" idx="1" hasCustomPrompt="1"/>
          </p:nvPr>
        </p:nvSpPr>
        <p:spPr>
          <a:xfrm>
            <a:off x="6632978" y="5818854"/>
            <a:ext cx="847800" cy="847800"/>
          </a:xfrm>
          <a:prstGeom prst="rect">
            <a:avLst/>
          </a:prstGeom>
        </p:spPr>
        <p:txBody>
          <a:bodyPr anchor="ctr"/>
          <a:lstStyle>
            <a:lvl1pPr marL="0" indent="0" algn="ctr">
              <a:buNone/>
              <a:defRPr sz="2700" b="1">
                <a:solidFill>
                  <a:schemeClr val="bg1"/>
                </a:solidFill>
                <a:latin typeface="Poppins" panose="00000500000000000000" pitchFamily="2" charset="0"/>
                <a:cs typeface="Poppins" panose="00000500000000000000"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pPr lvl="0"/>
            <a:r>
              <a:rPr lang="pt-BR"/>
              <a:t>nº</a:t>
            </a:r>
          </a:p>
        </p:txBody>
      </p:sp>
      <p:sp>
        <p:nvSpPr>
          <p:cNvPr id="10" name="Espaço Reservado para Texto 9"/>
          <p:cNvSpPr>
            <a:spLocks noGrp="1"/>
          </p:cNvSpPr>
          <p:nvPr userDrawn="1">
            <p:ph type="body" sz="quarter" idx="10" hasCustomPrompt="1"/>
          </p:nvPr>
        </p:nvSpPr>
        <p:spPr>
          <a:xfrm>
            <a:off x="6493496" y="7077232"/>
            <a:ext cx="3463023" cy="132635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4" name="Espaço Reservado para Texto 13"/>
          <p:cNvSpPr>
            <a:spLocks noGrp="1"/>
          </p:cNvSpPr>
          <p:nvPr userDrawn="1">
            <p:ph type="body" sz="quarter" idx="12" hasCustomPrompt="1"/>
          </p:nvPr>
        </p:nvSpPr>
        <p:spPr>
          <a:xfrm>
            <a:off x="447932" y="8029858"/>
            <a:ext cx="2674143" cy="906974"/>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6" name="Espaço Reservado para Texto 13"/>
          <p:cNvSpPr>
            <a:spLocks noGrp="1"/>
          </p:cNvSpPr>
          <p:nvPr userDrawn="1">
            <p:ph type="body" sz="quarter" idx="13" hasCustomPrompt="1"/>
          </p:nvPr>
        </p:nvSpPr>
        <p:spPr>
          <a:xfrm>
            <a:off x="6493495" y="6694338"/>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19" name="Espaço Reservado para Texto 18"/>
          <p:cNvSpPr>
            <a:spLocks noGrp="1"/>
          </p:cNvSpPr>
          <p:nvPr userDrawn="1">
            <p:ph type="body" sz="quarter" idx="14" hasCustomPrompt="1"/>
          </p:nvPr>
        </p:nvSpPr>
        <p:spPr>
          <a:xfrm>
            <a:off x="2031101" y="7021334"/>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20" name="Espaço Reservado para Texto 9"/>
          <p:cNvSpPr>
            <a:spLocks noGrp="1"/>
          </p:cNvSpPr>
          <p:nvPr userDrawn="1">
            <p:ph type="body" sz="quarter" idx="15" hasCustomPrompt="1"/>
          </p:nvPr>
        </p:nvSpPr>
        <p:spPr>
          <a:xfrm>
            <a:off x="13530021" y="2761219"/>
            <a:ext cx="3463023" cy="1326356"/>
          </a:xfrm>
          <a:prstGeom prst="rect">
            <a:avLst/>
          </a:prstGeom>
        </p:spPr>
        <p:txBody>
          <a:bodyPr anchor="b"/>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2" name="Espaço Reservado para Texto 9"/>
          <p:cNvSpPr>
            <a:spLocks noGrp="1"/>
          </p:cNvSpPr>
          <p:nvPr userDrawn="1">
            <p:ph type="body" sz="quarter" idx="17" hasCustomPrompt="1"/>
          </p:nvPr>
        </p:nvSpPr>
        <p:spPr>
          <a:xfrm>
            <a:off x="9764360" y="727829"/>
            <a:ext cx="2998494" cy="1326356"/>
          </a:xfrm>
          <a:prstGeom prst="rect">
            <a:avLst/>
          </a:prstGeom>
        </p:spPr>
        <p:txBody>
          <a:bodyPr anchor="b"/>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3" name="Espaço Reservado para Texto 18"/>
          <p:cNvSpPr>
            <a:spLocks noGrp="1"/>
          </p:cNvSpPr>
          <p:nvPr userDrawn="1">
            <p:ph type="body" sz="quarter" idx="18" hasCustomPrompt="1"/>
          </p:nvPr>
        </p:nvSpPr>
        <p:spPr>
          <a:xfrm>
            <a:off x="8870164" y="1349604"/>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24" name="Espaço Reservado para Texto 18"/>
          <p:cNvSpPr>
            <a:spLocks noGrp="1"/>
          </p:cNvSpPr>
          <p:nvPr userDrawn="1">
            <p:ph type="body" sz="quarter" idx="19" hasCustomPrompt="1"/>
          </p:nvPr>
        </p:nvSpPr>
        <p:spPr>
          <a:xfrm>
            <a:off x="12612568" y="3331409"/>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31" name="Elipse 30"/>
          <p:cNvSpPr/>
          <p:nvPr userDrawn="1"/>
        </p:nvSpPr>
        <p:spPr>
          <a:xfrm rot="5400000">
            <a:off x="13332906" y="7462803"/>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35" name="Conector angulado 34"/>
          <p:cNvCxnSpPr>
            <a:stCxn id="31" idx="6"/>
          </p:cNvCxnSpPr>
          <p:nvPr userDrawn="1"/>
        </p:nvCxnSpPr>
        <p:spPr>
          <a:xfrm rot="16200000" flipH="1">
            <a:off x="13358726" y="7963483"/>
            <a:ext cx="1198094" cy="898733"/>
          </a:xfrm>
          <a:prstGeom prst="bentConnector3">
            <a:avLst>
              <a:gd name="adj1" fmla="val 92688"/>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6" name="Imagem 35"/>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3877174" y="8308940"/>
            <a:ext cx="960122" cy="1046990"/>
          </a:xfrm>
          <a:prstGeom prst="rect">
            <a:avLst/>
          </a:prstGeom>
        </p:spPr>
      </p:pic>
      <p:sp>
        <p:nvSpPr>
          <p:cNvPr id="38" name="Espaço Reservado para Texto 9"/>
          <p:cNvSpPr>
            <a:spLocks noGrp="1"/>
          </p:cNvSpPr>
          <p:nvPr>
            <p:ph type="body" sz="quarter" idx="16" hasCustomPrompt="1"/>
          </p:nvPr>
        </p:nvSpPr>
        <p:spPr>
          <a:xfrm>
            <a:off x="14904856" y="8742941"/>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44" name="Espaço Reservado para Texto 18"/>
          <p:cNvSpPr>
            <a:spLocks noGrp="1"/>
          </p:cNvSpPr>
          <p:nvPr>
            <p:ph type="body" sz="quarter" idx="20" hasCustomPrompt="1"/>
          </p:nvPr>
        </p:nvSpPr>
        <p:spPr>
          <a:xfrm>
            <a:off x="13999862" y="8451236"/>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Tree>
    <p:extLst>
      <p:ext uri="{BB962C8B-B14F-4D97-AF65-F5344CB8AC3E}">
        <p14:creationId xmlns:p14="http://schemas.microsoft.com/office/powerpoint/2010/main" val="195144985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rilha_SIS_5_1">
    <p:bg>
      <p:bgPr>
        <a:solidFill>
          <a:srgbClr val="EFEFEF"/>
        </a:solidFill>
        <a:effectLst/>
      </p:bgPr>
    </p:bg>
    <p:spTree>
      <p:nvGrpSpPr>
        <p:cNvPr id="1" name=""/>
        <p:cNvGrpSpPr/>
        <p:nvPr/>
      </p:nvGrpSpPr>
      <p:grpSpPr>
        <a:xfrm>
          <a:off x="0" y="0"/>
          <a:ext cx="0" cy="0"/>
          <a:chOff x="0" y="0"/>
          <a:chExt cx="0" cy="0"/>
        </a:xfrm>
      </p:grpSpPr>
      <p:sp>
        <p:nvSpPr>
          <p:cNvPr id="17" name="Elipse 16"/>
          <p:cNvSpPr/>
          <p:nvPr userDrawn="1"/>
        </p:nvSpPr>
        <p:spPr>
          <a:xfrm rot="16200000" flipV="1">
            <a:off x="3396908" y="7274877"/>
            <a:ext cx="351000" cy="351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grpSp>
        <p:nvGrpSpPr>
          <p:cNvPr id="18" name="Grupo 17"/>
          <p:cNvGrpSpPr/>
          <p:nvPr userDrawn="1"/>
        </p:nvGrpSpPr>
        <p:grpSpPr>
          <a:xfrm>
            <a:off x="11481857" y="3631122"/>
            <a:ext cx="1357851" cy="351000"/>
            <a:chOff x="7061962" y="2141288"/>
            <a:chExt cx="905234" cy="234000"/>
          </a:xfrm>
        </p:grpSpPr>
        <p:sp>
          <p:nvSpPr>
            <p:cNvPr id="26" name="Elipse 25"/>
            <p:cNvSpPr/>
            <p:nvPr/>
          </p:nvSpPr>
          <p:spPr>
            <a:xfrm>
              <a:off x="7061962" y="2141288"/>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27" name="Conector reto 26"/>
            <p:cNvCxnSpPr/>
            <p:nvPr/>
          </p:nvCxnSpPr>
          <p:spPr>
            <a:xfrm rot="10800000" flipH="1" flipV="1">
              <a:off x="7269723" y="2256208"/>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grpSp>
        <p:nvGrpSpPr>
          <p:cNvPr id="28" name="Grupo 27"/>
          <p:cNvGrpSpPr/>
          <p:nvPr userDrawn="1"/>
        </p:nvGrpSpPr>
        <p:grpSpPr>
          <a:xfrm rot="10800000">
            <a:off x="5638118" y="6056550"/>
            <a:ext cx="1289486" cy="351000"/>
            <a:chOff x="6518136" y="4850711"/>
            <a:chExt cx="859657" cy="234000"/>
          </a:xfrm>
        </p:grpSpPr>
        <p:sp>
          <p:nvSpPr>
            <p:cNvPr id="29" name="Elipse 28"/>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30" name="Conector reto 29"/>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32" name="Imagem 3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733679" y="1211362"/>
            <a:ext cx="960122" cy="1046990"/>
          </a:xfrm>
          <a:prstGeom prst="rect">
            <a:avLst/>
          </a:prstGeom>
        </p:spPr>
      </p:pic>
      <p:pic>
        <p:nvPicPr>
          <p:cNvPr id="33" name="Imagem 3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2489020" y="3174631"/>
            <a:ext cx="960122" cy="1046990"/>
          </a:xfrm>
          <a:prstGeom prst="rect">
            <a:avLst/>
          </a:prstGeom>
        </p:spPr>
      </p:pic>
      <p:pic>
        <p:nvPicPr>
          <p:cNvPr id="34" name="Imagem 33"/>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517283" y="5602796"/>
            <a:ext cx="960122" cy="1046990"/>
          </a:xfrm>
          <a:prstGeom prst="rect">
            <a:avLst/>
          </a:prstGeom>
        </p:spPr>
      </p:pic>
      <p:cxnSp>
        <p:nvCxnSpPr>
          <p:cNvPr id="37" name="Conector reto 36"/>
          <p:cNvCxnSpPr/>
          <p:nvPr userDrawn="1"/>
        </p:nvCxnSpPr>
        <p:spPr>
          <a:xfrm rot="10800000" flipH="1" flipV="1">
            <a:off x="2469065" y="7473401"/>
            <a:ext cx="1046210" cy="224"/>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pic>
        <p:nvPicPr>
          <p:cNvPr id="39" name="Imagem 38"/>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903672" y="6883760"/>
            <a:ext cx="955550" cy="1046990"/>
          </a:xfrm>
          <a:prstGeom prst="rect">
            <a:avLst/>
          </a:prstGeom>
        </p:spPr>
      </p:pic>
      <p:sp>
        <p:nvSpPr>
          <p:cNvPr id="40" name="CaixaDeTexto 39"/>
          <p:cNvSpPr txBox="1"/>
          <p:nvPr/>
        </p:nvSpPr>
        <p:spPr>
          <a:xfrm>
            <a:off x="2036621" y="7100206"/>
            <a:ext cx="822600" cy="848129"/>
          </a:xfrm>
          <a:prstGeom prst="rect">
            <a:avLst/>
          </a:prstGeom>
          <a:noFill/>
        </p:spPr>
        <p:txBody>
          <a:bodyPr wrap="square" rtlCol="0" anchor="ctr">
            <a:noAutofit/>
          </a:bodyPr>
          <a:lstStyle/>
          <a:p>
            <a:pPr algn="ctr"/>
            <a:endParaRPr lang="pt-BR" sz="4050" b="1">
              <a:solidFill>
                <a:schemeClr val="bg1"/>
              </a:solidFill>
              <a:latin typeface="Poppins" panose="00000500000000000000" pitchFamily="2" charset="0"/>
              <a:cs typeface="Poppins" panose="00000500000000000000" pitchFamily="2" charset="0"/>
            </a:endParaRPr>
          </a:p>
        </p:txBody>
      </p:sp>
      <p:grpSp>
        <p:nvGrpSpPr>
          <p:cNvPr id="41" name="Grupo 40"/>
          <p:cNvGrpSpPr/>
          <p:nvPr userDrawn="1"/>
        </p:nvGrpSpPr>
        <p:grpSpPr>
          <a:xfrm rot="5400000">
            <a:off x="8638738" y="2447375"/>
            <a:ext cx="1289486" cy="351000"/>
            <a:chOff x="6518136" y="4850711"/>
            <a:chExt cx="859657" cy="234000"/>
          </a:xfrm>
        </p:grpSpPr>
        <p:sp>
          <p:nvSpPr>
            <p:cNvPr id="42" name="Elipse 41"/>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3" name="Conector reto 42"/>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3" name="Subtítulo 2"/>
          <p:cNvSpPr>
            <a:spLocks noGrp="1"/>
          </p:cNvSpPr>
          <p:nvPr userDrawn="1">
            <p:ph type="subTitle" idx="1" hasCustomPrompt="1"/>
          </p:nvPr>
        </p:nvSpPr>
        <p:spPr>
          <a:xfrm>
            <a:off x="6632978" y="5818854"/>
            <a:ext cx="847800" cy="847800"/>
          </a:xfrm>
          <a:prstGeom prst="rect">
            <a:avLst/>
          </a:prstGeom>
        </p:spPr>
        <p:txBody>
          <a:bodyPr anchor="ctr"/>
          <a:lstStyle>
            <a:lvl1pPr marL="0" indent="0" algn="ctr">
              <a:buNone/>
              <a:defRPr sz="2700" b="1">
                <a:solidFill>
                  <a:schemeClr val="bg1"/>
                </a:solidFill>
                <a:latin typeface="Poppins" panose="00000500000000000000" pitchFamily="2" charset="0"/>
                <a:cs typeface="Poppins" panose="00000500000000000000"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pPr lvl="0"/>
            <a:r>
              <a:rPr lang="pt-BR"/>
              <a:t>nº</a:t>
            </a:r>
          </a:p>
        </p:txBody>
      </p:sp>
      <p:sp>
        <p:nvSpPr>
          <p:cNvPr id="10" name="Espaço Reservado para Texto 9"/>
          <p:cNvSpPr>
            <a:spLocks noGrp="1"/>
          </p:cNvSpPr>
          <p:nvPr userDrawn="1">
            <p:ph type="body" sz="quarter" idx="10" hasCustomPrompt="1"/>
          </p:nvPr>
        </p:nvSpPr>
        <p:spPr>
          <a:xfrm>
            <a:off x="6493496" y="6748048"/>
            <a:ext cx="3463023" cy="132635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4" name="Espaço Reservado para Texto 13"/>
          <p:cNvSpPr>
            <a:spLocks noGrp="1"/>
          </p:cNvSpPr>
          <p:nvPr userDrawn="1">
            <p:ph type="body" sz="quarter" idx="12" hasCustomPrompt="1"/>
          </p:nvPr>
        </p:nvSpPr>
        <p:spPr>
          <a:xfrm>
            <a:off x="447932" y="8487058"/>
            <a:ext cx="2674143" cy="906974"/>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6" name="Espaço Reservado para Texto 13"/>
          <p:cNvSpPr>
            <a:spLocks noGrp="1"/>
          </p:cNvSpPr>
          <p:nvPr userDrawn="1">
            <p:ph type="body" sz="quarter" idx="13" hasCustomPrompt="1"/>
          </p:nvPr>
        </p:nvSpPr>
        <p:spPr>
          <a:xfrm>
            <a:off x="447932" y="8069693"/>
            <a:ext cx="2674143" cy="488519"/>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19" name="Espaço Reservado para Texto 18"/>
          <p:cNvSpPr>
            <a:spLocks noGrp="1"/>
          </p:cNvSpPr>
          <p:nvPr userDrawn="1">
            <p:ph type="body" sz="quarter" idx="14" hasCustomPrompt="1"/>
          </p:nvPr>
        </p:nvSpPr>
        <p:spPr>
          <a:xfrm>
            <a:off x="2031101" y="7021334"/>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20" name="Espaço Reservado para Texto 9"/>
          <p:cNvSpPr>
            <a:spLocks noGrp="1"/>
          </p:cNvSpPr>
          <p:nvPr userDrawn="1">
            <p:ph type="body" sz="quarter" idx="15" hasCustomPrompt="1"/>
          </p:nvPr>
        </p:nvSpPr>
        <p:spPr>
          <a:xfrm>
            <a:off x="13530021" y="2761219"/>
            <a:ext cx="3463023" cy="1326356"/>
          </a:xfrm>
          <a:prstGeom prst="rect">
            <a:avLst/>
          </a:prstGeom>
        </p:spPr>
        <p:txBody>
          <a:bodyPr anchor="b"/>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2" name="Espaço Reservado para Texto 9"/>
          <p:cNvSpPr>
            <a:spLocks noGrp="1"/>
          </p:cNvSpPr>
          <p:nvPr userDrawn="1">
            <p:ph type="body" sz="quarter" idx="17" hasCustomPrompt="1"/>
          </p:nvPr>
        </p:nvSpPr>
        <p:spPr>
          <a:xfrm>
            <a:off x="9764360" y="727829"/>
            <a:ext cx="2998494" cy="1326356"/>
          </a:xfrm>
          <a:prstGeom prst="rect">
            <a:avLst/>
          </a:prstGeom>
        </p:spPr>
        <p:txBody>
          <a:bodyPr anchor="b"/>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3" name="Espaço Reservado para Texto 18"/>
          <p:cNvSpPr>
            <a:spLocks noGrp="1"/>
          </p:cNvSpPr>
          <p:nvPr userDrawn="1">
            <p:ph type="body" sz="quarter" idx="18" hasCustomPrompt="1"/>
          </p:nvPr>
        </p:nvSpPr>
        <p:spPr>
          <a:xfrm>
            <a:off x="8870164" y="1349604"/>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24" name="Espaço Reservado para Texto 18"/>
          <p:cNvSpPr>
            <a:spLocks noGrp="1"/>
          </p:cNvSpPr>
          <p:nvPr userDrawn="1">
            <p:ph type="body" sz="quarter" idx="19" hasCustomPrompt="1"/>
          </p:nvPr>
        </p:nvSpPr>
        <p:spPr>
          <a:xfrm>
            <a:off x="12612568" y="3331409"/>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31" name="Elipse 30"/>
          <p:cNvSpPr/>
          <p:nvPr userDrawn="1"/>
        </p:nvSpPr>
        <p:spPr>
          <a:xfrm rot="5400000">
            <a:off x="13332906" y="7462803"/>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35" name="Conector angulado 34"/>
          <p:cNvCxnSpPr>
            <a:stCxn id="31" idx="6"/>
          </p:cNvCxnSpPr>
          <p:nvPr userDrawn="1"/>
        </p:nvCxnSpPr>
        <p:spPr>
          <a:xfrm rot="16200000" flipH="1">
            <a:off x="13358726" y="7963483"/>
            <a:ext cx="1198094" cy="898733"/>
          </a:xfrm>
          <a:prstGeom prst="bentConnector3">
            <a:avLst>
              <a:gd name="adj1" fmla="val 92688"/>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6" name="Imagem 35"/>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3877174" y="8308940"/>
            <a:ext cx="960122" cy="1046990"/>
          </a:xfrm>
          <a:prstGeom prst="rect">
            <a:avLst/>
          </a:prstGeom>
        </p:spPr>
      </p:pic>
      <p:sp>
        <p:nvSpPr>
          <p:cNvPr id="38" name="Espaço Reservado para Texto 9"/>
          <p:cNvSpPr>
            <a:spLocks noGrp="1"/>
          </p:cNvSpPr>
          <p:nvPr>
            <p:ph type="body" sz="quarter" idx="16" hasCustomPrompt="1"/>
          </p:nvPr>
        </p:nvSpPr>
        <p:spPr>
          <a:xfrm>
            <a:off x="14904856" y="8742941"/>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44" name="Espaço Reservado para Texto 18"/>
          <p:cNvSpPr>
            <a:spLocks noGrp="1"/>
          </p:cNvSpPr>
          <p:nvPr>
            <p:ph type="body" sz="quarter" idx="20" hasCustomPrompt="1"/>
          </p:nvPr>
        </p:nvSpPr>
        <p:spPr>
          <a:xfrm>
            <a:off x="13999862" y="8451236"/>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Tree>
    <p:extLst>
      <p:ext uri="{BB962C8B-B14F-4D97-AF65-F5344CB8AC3E}">
        <p14:creationId xmlns:p14="http://schemas.microsoft.com/office/powerpoint/2010/main" val="424937065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rilha_SIS_4_4">
    <p:bg>
      <p:bgPr>
        <a:solidFill>
          <a:srgbClr val="EFEFEF"/>
        </a:solidFill>
        <a:effectLst/>
      </p:bgPr>
    </p:bg>
    <p:spTree>
      <p:nvGrpSpPr>
        <p:cNvPr id="1" name=""/>
        <p:cNvGrpSpPr/>
        <p:nvPr/>
      </p:nvGrpSpPr>
      <p:grpSpPr>
        <a:xfrm>
          <a:off x="0" y="0"/>
          <a:ext cx="0" cy="0"/>
          <a:chOff x="0" y="0"/>
          <a:chExt cx="0" cy="0"/>
        </a:xfrm>
      </p:grpSpPr>
      <p:sp>
        <p:nvSpPr>
          <p:cNvPr id="17" name="Elipse 16"/>
          <p:cNvSpPr/>
          <p:nvPr userDrawn="1"/>
        </p:nvSpPr>
        <p:spPr>
          <a:xfrm rot="16200000" flipV="1">
            <a:off x="3396908" y="7274877"/>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grpSp>
        <p:nvGrpSpPr>
          <p:cNvPr id="18" name="Grupo 17"/>
          <p:cNvGrpSpPr/>
          <p:nvPr userDrawn="1"/>
        </p:nvGrpSpPr>
        <p:grpSpPr>
          <a:xfrm>
            <a:off x="11481857" y="3631122"/>
            <a:ext cx="1357851" cy="351000"/>
            <a:chOff x="7061962" y="2141288"/>
            <a:chExt cx="905234" cy="234000"/>
          </a:xfrm>
        </p:grpSpPr>
        <p:sp>
          <p:nvSpPr>
            <p:cNvPr id="26" name="Elipse 25"/>
            <p:cNvSpPr/>
            <p:nvPr/>
          </p:nvSpPr>
          <p:spPr>
            <a:xfrm>
              <a:off x="7061962" y="2141288"/>
              <a:ext cx="234000" cy="234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27" name="Conector reto 26"/>
            <p:cNvCxnSpPr/>
            <p:nvPr/>
          </p:nvCxnSpPr>
          <p:spPr>
            <a:xfrm rot="10800000" flipH="1" flipV="1">
              <a:off x="7269723" y="2256208"/>
              <a:ext cx="697473" cy="149"/>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pic>
        <p:nvPicPr>
          <p:cNvPr id="33" name="Imagem 32"/>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2491306" y="3174631"/>
            <a:ext cx="955549" cy="1046990"/>
          </a:xfrm>
          <a:prstGeom prst="rect">
            <a:avLst/>
          </a:prstGeom>
        </p:spPr>
      </p:pic>
      <p:cxnSp>
        <p:nvCxnSpPr>
          <p:cNvPr id="37" name="Conector reto 36"/>
          <p:cNvCxnSpPr/>
          <p:nvPr userDrawn="1"/>
        </p:nvCxnSpPr>
        <p:spPr>
          <a:xfrm rot="10800000" flipH="1" flipV="1">
            <a:off x="2469065" y="7473401"/>
            <a:ext cx="1046210" cy="224"/>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9" name="Imagem 38"/>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1903672" y="6886253"/>
            <a:ext cx="955550" cy="1042004"/>
          </a:xfrm>
          <a:prstGeom prst="rect">
            <a:avLst/>
          </a:prstGeom>
        </p:spPr>
      </p:pic>
      <p:sp>
        <p:nvSpPr>
          <p:cNvPr id="40" name="CaixaDeTexto 39"/>
          <p:cNvSpPr txBox="1"/>
          <p:nvPr/>
        </p:nvSpPr>
        <p:spPr>
          <a:xfrm>
            <a:off x="2036621" y="7100206"/>
            <a:ext cx="822600" cy="848129"/>
          </a:xfrm>
          <a:prstGeom prst="rect">
            <a:avLst/>
          </a:prstGeom>
          <a:noFill/>
        </p:spPr>
        <p:txBody>
          <a:bodyPr wrap="square" rtlCol="0" anchor="ctr">
            <a:noAutofit/>
          </a:bodyPr>
          <a:lstStyle/>
          <a:p>
            <a:pPr algn="ctr"/>
            <a:endParaRPr lang="pt-BR" sz="4050" b="1">
              <a:solidFill>
                <a:schemeClr val="bg1"/>
              </a:solidFill>
              <a:latin typeface="Poppins" panose="00000500000000000000" pitchFamily="2" charset="0"/>
              <a:cs typeface="Poppins" panose="00000500000000000000" pitchFamily="2" charset="0"/>
            </a:endParaRPr>
          </a:p>
        </p:txBody>
      </p:sp>
      <p:sp>
        <p:nvSpPr>
          <p:cNvPr id="14" name="Espaço Reservado para Texto 13"/>
          <p:cNvSpPr>
            <a:spLocks noGrp="1"/>
          </p:cNvSpPr>
          <p:nvPr userDrawn="1">
            <p:ph type="body" sz="quarter" idx="12" hasCustomPrompt="1"/>
          </p:nvPr>
        </p:nvSpPr>
        <p:spPr>
          <a:xfrm>
            <a:off x="447932" y="8029858"/>
            <a:ext cx="2674143" cy="906974"/>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6" name="Espaço Reservado para Texto 13"/>
          <p:cNvSpPr>
            <a:spLocks noGrp="1"/>
          </p:cNvSpPr>
          <p:nvPr userDrawn="1">
            <p:ph type="body" sz="quarter" idx="13" hasCustomPrompt="1"/>
          </p:nvPr>
        </p:nvSpPr>
        <p:spPr>
          <a:xfrm>
            <a:off x="13530021" y="3297678"/>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19" name="Espaço Reservado para Texto 18"/>
          <p:cNvSpPr>
            <a:spLocks noGrp="1"/>
          </p:cNvSpPr>
          <p:nvPr userDrawn="1">
            <p:ph type="body" sz="quarter" idx="14" hasCustomPrompt="1"/>
          </p:nvPr>
        </p:nvSpPr>
        <p:spPr>
          <a:xfrm>
            <a:off x="2031101" y="7021334"/>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20" name="Espaço Reservado para Texto 9"/>
          <p:cNvSpPr>
            <a:spLocks noGrp="1"/>
          </p:cNvSpPr>
          <p:nvPr userDrawn="1">
            <p:ph type="body" sz="quarter" idx="15" hasCustomPrompt="1"/>
          </p:nvPr>
        </p:nvSpPr>
        <p:spPr>
          <a:xfrm>
            <a:off x="13530021" y="3693907"/>
            <a:ext cx="3463023" cy="1079261"/>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4" name="Espaço Reservado para Texto 18"/>
          <p:cNvSpPr>
            <a:spLocks noGrp="1"/>
          </p:cNvSpPr>
          <p:nvPr userDrawn="1">
            <p:ph type="body" sz="quarter" idx="19" hasCustomPrompt="1"/>
          </p:nvPr>
        </p:nvSpPr>
        <p:spPr>
          <a:xfrm>
            <a:off x="12612568" y="3331409"/>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grpSp>
        <p:nvGrpSpPr>
          <p:cNvPr id="38" name="Grupo 37"/>
          <p:cNvGrpSpPr/>
          <p:nvPr userDrawn="1"/>
        </p:nvGrpSpPr>
        <p:grpSpPr>
          <a:xfrm rot="10800000">
            <a:off x="5638118" y="6056550"/>
            <a:ext cx="1289486" cy="351000"/>
            <a:chOff x="6518136" y="4850711"/>
            <a:chExt cx="859657" cy="234000"/>
          </a:xfrm>
        </p:grpSpPr>
        <p:sp>
          <p:nvSpPr>
            <p:cNvPr id="44" name="Elipse 43"/>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5" name="Conector reto 44"/>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46" name="Imagem 45"/>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6517283" y="5602796"/>
            <a:ext cx="960122" cy="1046990"/>
          </a:xfrm>
          <a:prstGeom prst="rect">
            <a:avLst/>
          </a:prstGeom>
        </p:spPr>
      </p:pic>
      <p:sp>
        <p:nvSpPr>
          <p:cNvPr id="47" name="Subtítulo 2"/>
          <p:cNvSpPr>
            <a:spLocks noGrp="1"/>
          </p:cNvSpPr>
          <p:nvPr>
            <p:ph type="subTitle" idx="1" hasCustomPrompt="1"/>
          </p:nvPr>
        </p:nvSpPr>
        <p:spPr>
          <a:xfrm>
            <a:off x="6632978" y="5818854"/>
            <a:ext cx="847800" cy="847800"/>
          </a:xfrm>
          <a:prstGeom prst="rect">
            <a:avLst/>
          </a:prstGeom>
        </p:spPr>
        <p:txBody>
          <a:bodyPr anchor="ctr"/>
          <a:lstStyle>
            <a:lvl1pPr marL="0" indent="0" algn="ctr">
              <a:buNone/>
              <a:defRPr sz="2700" b="1">
                <a:solidFill>
                  <a:schemeClr val="bg1"/>
                </a:solidFill>
                <a:latin typeface="Poppins" panose="00000500000000000000" pitchFamily="2" charset="0"/>
                <a:cs typeface="Poppins" panose="00000500000000000000"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pPr lvl="0"/>
            <a:r>
              <a:rPr lang="pt-BR"/>
              <a:t>nº</a:t>
            </a:r>
          </a:p>
        </p:txBody>
      </p:sp>
      <p:sp>
        <p:nvSpPr>
          <p:cNvPr id="48" name="Espaço Reservado para Texto 9"/>
          <p:cNvSpPr>
            <a:spLocks noGrp="1"/>
          </p:cNvSpPr>
          <p:nvPr>
            <p:ph type="body" sz="quarter" idx="10" hasCustomPrompt="1"/>
          </p:nvPr>
        </p:nvSpPr>
        <p:spPr>
          <a:xfrm>
            <a:off x="6493496" y="6748048"/>
            <a:ext cx="3463023" cy="132635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pic>
        <p:nvPicPr>
          <p:cNvPr id="49" name="Imagem 48"/>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733679" y="1211362"/>
            <a:ext cx="960122" cy="1046990"/>
          </a:xfrm>
          <a:prstGeom prst="rect">
            <a:avLst/>
          </a:prstGeom>
        </p:spPr>
      </p:pic>
      <p:grpSp>
        <p:nvGrpSpPr>
          <p:cNvPr id="50" name="Grupo 49"/>
          <p:cNvGrpSpPr/>
          <p:nvPr userDrawn="1"/>
        </p:nvGrpSpPr>
        <p:grpSpPr>
          <a:xfrm rot="5400000">
            <a:off x="8638738" y="2447375"/>
            <a:ext cx="1289486" cy="351000"/>
            <a:chOff x="6518136" y="4850711"/>
            <a:chExt cx="859657" cy="234000"/>
          </a:xfrm>
        </p:grpSpPr>
        <p:sp>
          <p:nvSpPr>
            <p:cNvPr id="51" name="Elipse 50"/>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52" name="Conector reto 51"/>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53" name="Espaço Reservado para Texto 9"/>
          <p:cNvSpPr>
            <a:spLocks noGrp="1"/>
          </p:cNvSpPr>
          <p:nvPr>
            <p:ph type="body" sz="quarter" idx="17" hasCustomPrompt="1"/>
          </p:nvPr>
        </p:nvSpPr>
        <p:spPr>
          <a:xfrm>
            <a:off x="9764360" y="727829"/>
            <a:ext cx="2998494" cy="1326356"/>
          </a:xfrm>
          <a:prstGeom prst="rect">
            <a:avLst/>
          </a:prstGeom>
        </p:spPr>
        <p:txBody>
          <a:bodyPr anchor="b"/>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54" name="Espaço Reservado para Texto 18"/>
          <p:cNvSpPr>
            <a:spLocks noGrp="1"/>
          </p:cNvSpPr>
          <p:nvPr>
            <p:ph type="body" sz="quarter" idx="18" hasCustomPrompt="1"/>
          </p:nvPr>
        </p:nvSpPr>
        <p:spPr>
          <a:xfrm>
            <a:off x="8870164" y="1349604"/>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Tree>
    <p:extLst>
      <p:ext uri="{BB962C8B-B14F-4D97-AF65-F5344CB8AC3E}">
        <p14:creationId xmlns:p14="http://schemas.microsoft.com/office/powerpoint/2010/main" val="275104434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rilha_SIS_4_3">
    <p:bg>
      <p:bgPr>
        <a:solidFill>
          <a:srgbClr val="EFEFEF"/>
        </a:solidFill>
        <a:effectLst/>
      </p:bgPr>
    </p:bg>
    <p:spTree>
      <p:nvGrpSpPr>
        <p:cNvPr id="1" name=""/>
        <p:cNvGrpSpPr/>
        <p:nvPr/>
      </p:nvGrpSpPr>
      <p:grpSpPr>
        <a:xfrm>
          <a:off x="0" y="0"/>
          <a:ext cx="0" cy="0"/>
          <a:chOff x="0" y="0"/>
          <a:chExt cx="0" cy="0"/>
        </a:xfrm>
      </p:grpSpPr>
      <p:sp>
        <p:nvSpPr>
          <p:cNvPr id="17" name="Elipse 16"/>
          <p:cNvSpPr/>
          <p:nvPr userDrawn="1"/>
        </p:nvSpPr>
        <p:spPr>
          <a:xfrm rot="16200000" flipV="1">
            <a:off x="3396908" y="7274877"/>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grpSp>
        <p:nvGrpSpPr>
          <p:cNvPr id="18" name="Grupo 17"/>
          <p:cNvGrpSpPr/>
          <p:nvPr userDrawn="1"/>
        </p:nvGrpSpPr>
        <p:grpSpPr>
          <a:xfrm>
            <a:off x="11481857" y="3631122"/>
            <a:ext cx="1357851" cy="351000"/>
            <a:chOff x="7061962" y="2141288"/>
            <a:chExt cx="905234" cy="234000"/>
          </a:xfrm>
        </p:grpSpPr>
        <p:sp>
          <p:nvSpPr>
            <p:cNvPr id="26" name="Elipse 25"/>
            <p:cNvSpPr/>
            <p:nvPr/>
          </p:nvSpPr>
          <p:spPr>
            <a:xfrm>
              <a:off x="7061962" y="2141288"/>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27" name="Conector reto 26"/>
            <p:cNvCxnSpPr/>
            <p:nvPr/>
          </p:nvCxnSpPr>
          <p:spPr>
            <a:xfrm rot="10800000" flipH="1" flipV="1">
              <a:off x="7269723" y="2256208"/>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32" name="Imagem 3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735965" y="1211362"/>
            <a:ext cx="955549" cy="1046990"/>
          </a:xfrm>
          <a:prstGeom prst="rect">
            <a:avLst/>
          </a:prstGeom>
        </p:spPr>
      </p:pic>
      <p:pic>
        <p:nvPicPr>
          <p:cNvPr id="33" name="Imagem 32"/>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2489020" y="3174631"/>
            <a:ext cx="960122" cy="1046990"/>
          </a:xfrm>
          <a:prstGeom prst="rect">
            <a:avLst/>
          </a:prstGeom>
        </p:spPr>
      </p:pic>
      <p:cxnSp>
        <p:nvCxnSpPr>
          <p:cNvPr id="37" name="Conector reto 36"/>
          <p:cNvCxnSpPr/>
          <p:nvPr userDrawn="1"/>
        </p:nvCxnSpPr>
        <p:spPr>
          <a:xfrm rot="10800000" flipH="1" flipV="1">
            <a:off x="2469065" y="7473401"/>
            <a:ext cx="1046210" cy="224"/>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9" name="Imagem 38"/>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903672" y="6886253"/>
            <a:ext cx="955550" cy="1042004"/>
          </a:xfrm>
          <a:prstGeom prst="rect">
            <a:avLst/>
          </a:prstGeom>
        </p:spPr>
      </p:pic>
      <p:sp>
        <p:nvSpPr>
          <p:cNvPr id="40" name="CaixaDeTexto 39"/>
          <p:cNvSpPr txBox="1"/>
          <p:nvPr/>
        </p:nvSpPr>
        <p:spPr>
          <a:xfrm>
            <a:off x="2036621" y="7100206"/>
            <a:ext cx="822600" cy="848129"/>
          </a:xfrm>
          <a:prstGeom prst="rect">
            <a:avLst/>
          </a:prstGeom>
          <a:noFill/>
        </p:spPr>
        <p:txBody>
          <a:bodyPr wrap="square" rtlCol="0" anchor="ctr">
            <a:noAutofit/>
          </a:bodyPr>
          <a:lstStyle/>
          <a:p>
            <a:pPr algn="ctr"/>
            <a:endParaRPr lang="pt-BR" sz="4050" b="1">
              <a:solidFill>
                <a:schemeClr val="bg1"/>
              </a:solidFill>
              <a:latin typeface="Poppins" panose="00000500000000000000" pitchFamily="2" charset="0"/>
              <a:cs typeface="Poppins" panose="00000500000000000000" pitchFamily="2" charset="0"/>
            </a:endParaRPr>
          </a:p>
        </p:txBody>
      </p:sp>
      <p:grpSp>
        <p:nvGrpSpPr>
          <p:cNvPr id="41" name="Grupo 40"/>
          <p:cNvGrpSpPr/>
          <p:nvPr userDrawn="1"/>
        </p:nvGrpSpPr>
        <p:grpSpPr>
          <a:xfrm rot="5400000">
            <a:off x="8638738" y="2447375"/>
            <a:ext cx="1289486" cy="351000"/>
            <a:chOff x="6518136" y="4850711"/>
            <a:chExt cx="859657" cy="234000"/>
          </a:xfrm>
        </p:grpSpPr>
        <p:sp>
          <p:nvSpPr>
            <p:cNvPr id="42" name="Elipse 41"/>
            <p:cNvSpPr/>
            <p:nvPr/>
          </p:nvSpPr>
          <p:spPr>
            <a:xfrm>
              <a:off x="7143793" y="4850711"/>
              <a:ext cx="234000" cy="234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3" name="Conector reto 42"/>
            <p:cNvCxnSpPr/>
            <p:nvPr/>
          </p:nvCxnSpPr>
          <p:spPr>
            <a:xfrm rot="10800000" flipH="1" flipV="1">
              <a:off x="6518136" y="4972537"/>
              <a:ext cx="697473" cy="149"/>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sp>
        <p:nvSpPr>
          <p:cNvPr id="14" name="Espaço Reservado para Texto 13"/>
          <p:cNvSpPr>
            <a:spLocks noGrp="1"/>
          </p:cNvSpPr>
          <p:nvPr userDrawn="1">
            <p:ph type="body" sz="quarter" idx="12" hasCustomPrompt="1"/>
          </p:nvPr>
        </p:nvSpPr>
        <p:spPr>
          <a:xfrm>
            <a:off x="447932" y="8029858"/>
            <a:ext cx="2674143" cy="906974"/>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6" name="Espaço Reservado para Texto 13"/>
          <p:cNvSpPr>
            <a:spLocks noGrp="1"/>
          </p:cNvSpPr>
          <p:nvPr>
            <p:ph type="body" sz="quarter" idx="13" hasCustomPrompt="1"/>
          </p:nvPr>
        </p:nvSpPr>
        <p:spPr>
          <a:xfrm>
            <a:off x="9766953" y="1149659"/>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19" name="Espaço Reservado para Texto 18"/>
          <p:cNvSpPr>
            <a:spLocks noGrp="1"/>
          </p:cNvSpPr>
          <p:nvPr userDrawn="1">
            <p:ph type="body" sz="quarter" idx="14" hasCustomPrompt="1"/>
          </p:nvPr>
        </p:nvSpPr>
        <p:spPr>
          <a:xfrm>
            <a:off x="2031101" y="7021334"/>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20" name="Espaço Reservado para Texto 9"/>
          <p:cNvSpPr>
            <a:spLocks noGrp="1"/>
          </p:cNvSpPr>
          <p:nvPr userDrawn="1">
            <p:ph type="body" sz="quarter" idx="15" hasCustomPrompt="1"/>
          </p:nvPr>
        </p:nvSpPr>
        <p:spPr>
          <a:xfrm>
            <a:off x="13530021" y="2761219"/>
            <a:ext cx="3463023" cy="1326356"/>
          </a:xfrm>
          <a:prstGeom prst="rect">
            <a:avLst/>
          </a:prstGeom>
        </p:spPr>
        <p:txBody>
          <a:bodyPr anchor="b"/>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2" name="Espaço Reservado para Texto 9"/>
          <p:cNvSpPr>
            <a:spLocks noGrp="1"/>
          </p:cNvSpPr>
          <p:nvPr>
            <p:ph type="body" sz="quarter" idx="17" hasCustomPrompt="1"/>
          </p:nvPr>
        </p:nvSpPr>
        <p:spPr>
          <a:xfrm>
            <a:off x="9764360" y="1532502"/>
            <a:ext cx="2998494" cy="84031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3" name="Espaço Reservado para Texto 18"/>
          <p:cNvSpPr>
            <a:spLocks noGrp="1"/>
          </p:cNvSpPr>
          <p:nvPr>
            <p:ph type="body" sz="quarter" idx="18" hasCustomPrompt="1"/>
          </p:nvPr>
        </p:nvSpPr>
        <p:spPr>
          <a:xfrm>
            <a:off x="8870164" y="1349604"/>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24" name="Espaço Reservado para Texto 18"/>
          <p:cNvSpPr>
            <a:spLocks noGrp="1"/>
          </p:cNvSpPr>
          <p:nvPr userDrawn="1">
            <p:ph type="body" sz="quarter" idx="19" hasCustomPrompt="1"/>
          </p:nvPr>
        </p:nvSpPr>
        <p:spPr>
          <a:xfrm>
            <a:off x="12612568" y="3331409"/>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grpSp>
        <p:nvGrpSpPr>
          <p:cNvPr id="38" name="Grupo 37"/>
          <p:cNvGrpSpPr/>
          <p:nvPr userDrawn="1"/>
        </p:nvGrpSpPr>
        <p:grpSpPr>
          <a:xfrm rot="10800000">
            <a:off x="5638118" y="6056550"/>
            <a:ext cx="1289486" cy="351000"/>
            <a:chOff x="6518136" y="4850711"/>
            <a:chExt cx="859657" cy="234000"/>
          </a:xfrm>
        </p:grpSpPr>
        <p:sp>
          <p:nvSpPr>
            <p:cNvPr id="44" name="Elipse 43"/>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5" name="Conector reto 44"/>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46" name="Imagem 45"/>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517283" y="5602796"/>
            <a:ext cx="960122" cy="1046990"/>
          </a:xfrm>
          <a:prstGeom prst="rect">
            <a:avLst/>
          </a:prstGeom>
        </p:spPr>
      </p:pic>
      <p:sp>
        <p:nvSpPr>
          <p:cNvPr id="47" name="Subtítulo 2"/>
          <p:cNvSpPr>
            <a:spLocks noGrp="1"/>
          </p:cNvSpPr>
          <p:nvPr>
            <p:ph type="subTitle" idx="1" hasCustomPrompt="1"/>
          </p:nvPr>
        </p:nvSpPr>
        <p:spPr>
          <a:xfrm>
            <a:off x="6632978" y="5818854"/>
            <a:ext cx="847800" cy="847800"/>
          </a:xfrm>
          <a:prstGeom prst="rect">
            <a:avLst/>
          </a:prstGeom>
        </p:spPr>
        <p:txBody>
          <a:bodyPr anchor="ctr"/>
          <a:lstStyle>
            <a:lvl1pPr marL="0" indent="0" algn="ctr">
              <a:buNone/>
              <a:defRPr sz="2700" b="1">
                <a:solidFill>
                  <a:schemeClr val="bg1"/>
                </a:solidFill>
                <a:latin typeface="Poppins" panose="00000500000000000000" pitchFamily="2" charset="0"/>
                <a:cs typeface="Poppins" panose="00000500000000000000"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pPr lvl="0"/>
            <a:r>
              <a:rPr lang="pt-BR"/>
              <a:t>nº</a:t>
            </a:r>
          </a:p>
        </p:txBody>
      </p:sp>
      <p:sp>
        <p:nvSpPr>
          <p:cNvPr id="48" name="Espaço Reservado para Texto 9"/>
          <p:cNvSpPr>
            <a:spLocks noGrp="1"/>
          </p:cNvSpPr>
          <p:nvPr>
            <p:ph type="body" sz="quarter" idx="10" hasCustomPrompt="1"/>
          </p:nvPr>
        </p:nvSpPr>
        <p:spPr>
          <a:xfrm>
            <a:off x="6493496" y="6748048"/>
            <a:ext cx="3463023" cy="132635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Tree>
    <p:extLst>
      <p:ext uri="{BB962C8B-B14F-4D97-AF65-F5344CB8AC3E}">
        <p14:creationId xmlns:p14="http://schemas.microsoft.com/office/powerpoint/2010/main" val="348913747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rilha_SIS_4_2">
    <p:bg>
      <p:bgPr>
        <a:solidFill>
          <a:srgbClr val="EFEFEF"/>
        </a:solidFill>
        <a:effectLst/>
      </p:bgPr>
    </p:bg>
    <p:spTree>
      <p:nvGrpSpPr>
        <p:cNvPr id="1" name=""/>
        <p:cNvGrpSpPr/>
        <p:nvPr/>
      </p:nvGrpSpPr>
      <p:grpSpPr>
        <a:xfrm>
          <a:off x="0" y="0"/>
          <a:ext cx="0" cy="0"/>
          <a:chOff x="0" y="0"/>
          <a:chExt cx="0" cy="0"/>
        </a:xfrm>
      </p:grpSpPr>
      <p:sp>
        <p:nvSpPr>
          <p:cNvPr id="17" name="Elipse 16"/>
          <p:cNvSpPr/>
          <p:nvPr userDrawn="1"/>
        </p:nvSpPr>
        <p:spPr>
          <a:xfrm rot="16200000" flipV="1">
            <a:off x="3396908" y="7274877"/>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grpSp>
        <p:nvGrpSpPr>
          <p:cNvPr id="18" name="Grupo 17"/>
          <p:cNvGrpSpPr/>
          <p:nvPr userDrawn="1"/>
        </p:nvGrpSpPr>
        <p:grpSpPr>
          <a:xfrm>
            <a:off x="11481857" y="3631122"/>
            <a:ext cx="1357851" cy="351000"/>
            <a:chOff x="7061962" y="2141288"/>
            <a:chExt cx="905234" cy="234000"/>
          </a:xfrm>
        </p:grpSpPr>
        <p:sp>
          <p:nvSpPr>
            <p:cNvPr id="26" name="Elipse 25"/>
            <p:cNvSpPr/>
            <p:nvPr/>
          </p:nvSpPr>
          <p:spPr>
            <a:xfrm>
              <a:off x="7061962" y="2141288"/>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27" name="Conector reto 26"/>
            <p:cNvCxnSpPr/>
            <p:nvPr/>
          </p:nvCxnSpPr>
          <p:spPr>
            <a:xfrm rot="10800000" flipH="1" flipV="1">
              <a:off x="7269723" y="2256208"/>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grpSp>
        <p:nvGrpSpPr>
          <p:cNvPr id="28" name="Grupo 27"/>
          <p:cNvGrpSpPr/>
          <p:nvPr userDrawn="1"/>
        </p:nvGrpSpPr>
        <p:grpSpPr>
          <a:xfrm rot="10800000">
            <a:off x="5638118" y="6056550"/>
            <a:ext cx="1289486" cy="351000"/>
            <a:chOff x="6518136" y="4850711"/>
            <a:chExt cx="859657" cy="234000"/>
          </a:xfrm>
        </p:grpSpPr>
        <p:sp>
          <p:nvSpPr>
            <p:cNvPr id="29" name="Elipse 28"/>
            <p:cNvSpPr/>
            <p:nvPr/>
          </p:nvSpPr>
          <p:spPr>
            <a:xfrm>
              <a:off x="7143793" y="4850711"/>
              <a:ext cx="234000" cy="234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30" name="Conector reto 29"/>
            <p:cNvCxnSpPr/>
            <p:nvPr/>
          </p:nvCxnSpPr>
          <p:spPr>
            <a:xfrm rot="10800000" flipH="1" flipV="1">
              <a:off x="6518136" y="4972537"/>
              <a:ext cx="697473" cy="149"/>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pic>
        <p:nvPicPr>
          <p:cNvPr id="32" name="Imagem 3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733679" y="1211362"/>
            <a:ext cx="960122" cy="1046990"/>
          </a:xfrm>
          <a:prstGeom prst="rect">
            <a:avLst/>
          </a:prstGeom>
        </p:spPr>
      </p:pic>
      <p:pic>
        <p:nvPicPr>
          <p:cNvPr id="33" name="Imagem 3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2489020" y="3174631"/>
            <a:ext cx="960122" cy="1046990"/>
          </a:xfrm>
          <a:prstGeom prst="rect">
            <a:avLst/>
          </a:prstGeom>
        </p:spPr>
      </p:pic>
      <p:pic>
        <p:nvPicPr>
          <p:cNvPr id="34" name="Imagem 33"/>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6519569" y="5602796"/>
            <a:ext cx="955549" cy="1046990"/>
          </a:xfrm>
          <a:prstGeom prst="rect">
            <a:avLst/>
          </a:prstGeom>
        </p:spPr>
      </p:pic>
      <p:cxnSp>
        <p:nvCxnSpPr>
          <p:cNvPr id="37" name="Conector reto 36"/>
          <p:cNvCxnSpPr/>
          <p:nvPr userDrawn="1"/>
        </p:nvCxnSpPr>
        <p:spPr>
          <a:xfrm rot="10800000" flipH="1" flipV="1">
            <a:off x="2469065" y="7473401"/>
            <a:ext cx="1046210" cy="224"/>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9" name="Imagem 38"/>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903672" y="6886253"/>
            <a:ext cx="955550" cy="1042004"/>
          </a:xfrm>
          <a:prstGeom prst="rect">
            <a:avLst/>
          </a:prstGeom>
        </p:spPr>
      </p:pic>
      <p:sp>
        <p:nvSpPr>
          <p:cNvPr id="40" name="CaixaDeTexto 39"/>
          <p:cNvSpPr txBox="1"/>
          <p:nvPr/>
        </p:nvSpPr>
        <p:spPr>
          <a:xfrm>
            <a:off x="2036621" y="7100206"/>
            <a:ext cx="822600" cy="848129"/>
          </a:xfrm>
          <a:prstGeom prst="rect">
            <a:avLst/>
          </a:prstGeom>
          <a:noFill/>
        </p:spPr>
        <p:txBody>
          <a:bodyPr wrap="square" rtlCol="0" anchor="ctr">
            <a:noAutofit/>
          </a:bodyPr>
          <a:lstStyle/>
          <a:p>
            <a:pPr algn="ctr"/>
            <a:endParaRPr lang="pt-BR" sz="4050" b="1">
              <a:solidFill>
                <a:schemeClr val="bg1"/>
              </a:solidFill>
              <a:latin typeface="Poppins" panose="00000500000000000000" pitchFamily="2" charset="0"/>
              <a:cs typeface="Poppins" panose="00000500000000000000" pitchFamily="2" charset="0"/>
            </a:endParaRPr>
          </a:p>
        </p:txBody>
      </p:sp>
      <p:grpSp>
        <p:nvGrpSpPr>
          <p:cNvPr id="41" name="Grupo 40"/>
          <p:cNvGrpSpPr/>
          <p:nvPr userDrawn="1"/>
        </p:nvGrpSpPr>
        <p:grpSpPr>
          <a:xfrm rot="5400000">
            <a:off x="8638738" y="2447375"/>
            <a:ext cx="1289486" cy="351000"/>
            <a:chOff x="6518136" y="4850711"/>
            <a:chExt cx="859657" cy="234000"/>
          </a:xfrm>
        </p:grpSpPr>
        <p:sp>
          <p:nvSpPr>
            <p:cNvPr id="42" name="Elipse 41"/>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3" name="Conector reto 42"/>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3" name="Subtítulo 2"/>
          <p:cNvSpPr>
            <a:spLocks noGrp="1"/>
          </p:cNvSpPr>
          <p:nvPr userDrawn="1">
            <p:ph type="subTitle" idx="1" hasCustomPrompt="1"/>
          </p:nvPr>
        </p:nvSpPr>
        <p:spPr>
          <a:xfrm>
            <a:off x="6632978" y="5818854"/>
            <a:ext cx="847800" cy="847800"/>
          </a:xfrm>
          <a:prstGeom prst="rect">
            <a:avLst/>
          </a:prstGeom>
        </p:spPr>
        <p:txBody>
          <a:bodyPr anchor="ctr"/>
          <a:lstStyle>
            <a:lvl1pPr marL="0" indent="0" algn="ctr">
              <a:buNone/>
              <a:defRPr sz="2700" b="1">
                <a:solidFill>
                  <a:schemeClr val="bg1"/>
                </a:solidFill>
                <a:latin typeface="Poppins" panose="00000500000000000000" pitchFamily="2" charset="0"/>
                <a:cs typeface="Poppins" panose="00000500000000000000"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pPr lvl="0"/>
            <a:r>
              <a:rPr lang="pt-BR"/>
              <a:t>nº</a:t>
            </a:r>
          </a:p>
        </p:txBody>
      </p:sp>
      <p:sp>
        <p:nvSpPr>
          <p:cNvPr id="10" name="Espaço Reservado para Texto 9"/>
          <p:cNvSpPr>
            <a:spLocks noGrp="1"/>
          </p:cNvSpPr>
          <p:nvPr userDrawn="1">
            <p:ph type="body" sz="quarter" idx="10" hasCustomPrompt="1"/>
          </p:nvPr>
        </p:nvSpPr>
        <p:spPr>
          <a:xfrm>
            <a:off x="6493496" y="7077232"/>
            <a:ext cx="3463023" cy="132635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4" name="Espaço Reservado para Texto 13"/>
          <p:cNvSpPr>
            <a:spLocks noGrp="1"/>
          </p:cNvSpPr>
          <p:nvPr userDrawn="1">
            <p:ph type="body" sz="quarter" idx="12" hasCustomPrompt="1"/>
          </p:nvPr>
        </p:nvSpPr>
        <p:spPr>
          <a:xfrm>
            <a:off x="447932" y="8029858"/>
            <a:ext cx="2674143" cy="906974"/>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6" name="Espaço Reservado para Texto 13"/>
          <p:cNvSpPr>
            <a:spLocks noGrp="1"/>
          </p:cNvSpPr>
          <p:nvPr userDrawn="1">
            <p:ph type="body" sz="quarter" idx="13" hasCustomPrompt="1"/>
          </p:nvPr>
        </p:nvSpPr>
        <p:spPr>
          <a:xfrm>
            <a:off x="6493495" y="6694338"/>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19" name="Espaço Reservado para Texto 18"/>
          <p:cNvSpPr>
            <a:spLocks noGrp="1"/>
          </p:cNvSpPr>
          <p:nvPr userDrawn="1">
            <p:ph type="body" sz="quarter" idx="14" hasCustomPrompt="1"/>
          </p:nvPr>
        </p:nvSpPr>
        <p:spPr>
          <a:xfrm>
            <a:off x="2031101" y="7021334"/>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20" name="Espaço Reservado para Texto 9"/>
          <p:cNvSpPr>
            <a:spLocks noGrp="1"/>
          </p:cNvSpPr>
          <p:nvPr userDrawn="1">
            <p:ph type="body" sz="quarter" idx="15" hasCustomPrompt="1"/>
          </p:nvPr>
        </p:nvSpPr>
        <p:spPr>
          <a:xfrm>
            <a:off x="13530021" y="2761219"/>
            <a:ext cx="3463023" cy="1326356"/>
          </a:xfrm>
          <a:prstGeom prst="rect">
            <a:avLst/>
          </a:prstGeom>
        </p:spPr>
        <p:txBody>
          <a:bodyPr anchor="b"/>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2" name="Espaço Reservado para Texto 9"/>
          <p:cNvSpPr>
            <a:spLocks noGrp="1"/>
          </p:cNvSpPr>
          <p:nvPr userDrawn="1">
            <p:ph type="body" sz="quarter" idx="17" hasCustomPrompt="1"/>
          </p:nvPr>
        </p:nvSpPr>
        <p:spPr>
          <a:xfrm>
            <a:off x="9764360" y="727829"/>
            <a:ext cx="2998494" cy="1326356"/>
          </a:xfrm>
          <a:prstGeom prst="rect">
            <a:avLst/>
          </a:prstGeom>
        </p:spPr>
        <p:txBody>
          <a:bodyPr anchor="b"/>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3" name="Espaço Reservado para Texto 18"/>
          <p:cNvSpPr>
            <a:spLocks noGrp="1"/>
          </p:cNvSpPr>
          <p:nvPr userDrawn="1">
            <p:ph type="body" sz="quarter" idx="18" hasCustomPrompt="1"/>
          </p:nvPr>
        </p:nvSpPr>
        <p:spPr>
          <a:xfrm>
            <a:off x="8870164" y="1349604"/>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24" name="Espaço Reservado para Texto 18"/>
          <p:cNvSpPr>
            <a:spLocks noGrp="1"/>
          </p:cNvSpPr>
          <p:nvPr userDrawn="1">
            <p:ph type="body" sz="quarter" idx="19" hasCustomPrompt="1"/>
          </p:nvPr>
        </p:nvSpPr>
        <p:spPr>
          <a:xfrm>
            <a:off x="12612568" y="3331409"/>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Tree>
    <p:extLst>
      <p:ext uri="{BB962C8B-B14F-4D97-AF65-F5344CB8AC3E}">
        <p14:creationId xmlns:p14="http://schemas.microsoft.com/office/powerpoint/2010/main" val="31462758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rilha_SIS_4_1">
    <p:bg>
      <p:bgPr>
        <a:solidFill>
          <a:srgbClr val="EFEFEF"/>
        </a:solidFill>
        <a:effectLst/>
      </p:bgPr>
    </p:bg>
    <p:spTree>
      <p:nvGrpSpPr>
        <p:cNvPr id="1" name=""/>
        <p:cNvGrpSpPr/>
        <p:nvPr/>
      </p:nvGrpSpPr>
      <p:grpSpPr>
        <a:xfrm>
          <a:off x="0" y="0"/>
          <a:ext cx="0" cy="0"/>
          <a:chOff x="0" y="0"/>
          <a:chExt cx="0" cy="0"/>
        </a:xfrm>
      </p:grpSpPr>
      <p:sp>
        <p:nvSpPr>
          <p:cNvPr id="17" name="Elipse 16"/>
          <p:cNvSpPr/>
          <p:nvPr userDrawn="1"/>
        </p:nvSpPr>
        <p:spPr>
          <a:xfrm rot="16200000" flipV="1">
            <a:off x="3396908" y="7274877"/>
            <a:ext cx="351000" cy="351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grpSp>
        <p:nvGrpSpPr>
          <p:cNvPr id="18" name="Grupo 17"/>
          <p:cNvGrpSpPr/>
          <p:nvPr userDrawn="1"/>
        </p:nvGrpSpPr>
        <p:grpSpPr>
          <a:xfrm>
            <a:off x="11481857" y="3631122"/>
            <a:ext cx="1357851" cy="351000"/>
            <a:chOff x="7061962" y="2141288"/>
            <a:chExt cx="905234" cy="234000"/>
          </a:xfrm>
        </p:grpSpPr>
        <p:sp>
          <p:nvSpPr>
            <p:cNvPr id="26" name="Elipse 25"/>
            <p:cNvSpPr/>
            <p:nvPr/>
          </p:nvSpPr>
          <p:spPr>
            <a:xfrm>
              <a:off x="7061962" y="2141288"/>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27" name="Conector reto 26"/>
            <p:cNvCxnSpPr/>
            <p:nvPr/>
          </p:nvCxnSpPr>
          <p:spPr>
            <a:xfrm rot="10800000" flipH="1" flipV="1">
              <a:off x="7269723" y="2256208"/>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grpSp>
        <p:nvGrpSpPr>
          <p:cNvPr id="28" name="Grupo 27"/>
          <p:cNvGrpSpPr/>
          <p:nvPr userDrawn="1"/>
        </p:nvGrpSpPr>
        <p:grpSpPr>
          <a:xfrm rot="10800000">
            <a:off x="5638118" y="6056550"/>
            <a:ext cx="1289486" cy="351000"/>
            <a:chOff x="6518136" y="4850711"/>
            <a:chExt cx="859657" cy="234000"/>
          </a:xfrm>
        </p:grpSpPr>
        <p:sp>
          <p:nvSpPr>
            <p:cNvPr id="29" name="Elipse 28"/>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30" name="Conector reto 29"/>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32" name="Imagem 3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733679" y="1211362"/>
            <a:ext cx="960122" cy="1046990"/>
          </a:xfrm>
          <a:prstGeom prst="rect">
            <a:avLst/>
          </a:prstGeom>
        </p:spPr>
      </p:pic>
      <p:pic>
        <p:nvPicPr>
          <p:cNvPr id="33" name="Imagem 3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2489020" y="3174631"/>
            <a:ext cx="960122" cy="1046990"/>
          </a:xfrm>
          <a:prstGeom prst="rect">
            <a:avLst/>
          </a:prstGeom>
        </p:spPr>
      </p:pic>
      <p:pic>
        <p:nvPicPr>
          <p:cNvPr id="34" name="Imagem 33"/>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6517283" y="5602796"/>
            <a:ext cx="960122" cy="1046990"/>
          </a:xfrm>
          <a:prstGeom prst="rect">
            <a:avLst/>
          </a:prstGeom>
        </p:spPr>
      </p:pic>
      <p:cxnSp>
        <p:nvCxnSpPr>
          <p:cNvPr id="37" name="Conector reto 36"/>
          <p:cNvCxnSpPr/>
          <p:nvPr userDrawn="1"/>
        </p:nvCxnSpPr>
        <p:spPr>
          <a:xfrm rot="10800000" flipH="1" flipV="1">
            <a:off x="2469065" y="7473401"/>
            <a:ext cx="1046210" cy="224"/>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pic>
        <p:nvPicPr>
          <p:cNvPr id="39" name="Imagem 38"/>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903672" y="6883760"/>
            <a:ext cx="955550" cy="1046990"/>
          </a:xfrm>
          <a:prstGeom prst="rect">
            <a:avLst/>
          </a:prstGeom>
        </p:spPr>
      </p:pic>
      <p:sp>
        <p:nvSpPr>
          <p:cNvPr id="40" name="CaixaDeTexto 39"/>
          <p:cNvSpPr txBox="1"/>
          <p:nvPr/>
        </p:nvSpPr>
        <p:spPr>
          <a:xfrm>
            <a:off x="2036621" y="7100206"/>
            <a:ext cx="822600" cy="848129"/>
          </a:xfrm>
          <a:prstGeom prst="rect">
            <a:avLst/>
          </a:prstGeom>
          <a:noFill/>
        </p:spPr>
        <p:txBody>
          <a:bodyPr wrap="square" rtlCol="0" anchor="ctr">
            <a:noAutofit/>
          </a:bodyPr>
          <a:lstStyle/>
          <a:p>
            <a:pPr algn="ctr"/>
            <a:endParaRPr lang="pt-BR" sz="4050" b="1">
              <a:solidFill>
                <a:schemeClr val="bg1"/>
              </a:solidFill>
              <a:latin typeface="Poppins" panose="00000500000000000000" pitchFamily="2" charset="0"/>
              <a:cs typeface="Poppins" panose="00000500000000000000" pitchFamily="2" charset="0"/>
            </a:endParaRPr>
          </a:p>
        </p:txBody>
      </p:sp>
      <p:grpSp>
        <p:nvGrpSpPr>
          <p:cNvPr id="41" name="Grupo 40"/>
          <p:cNvGrpSpPr/>
          <p:nvPr userDrawn="1"/>
        </p:nvGrpSpPr>
        <p:grpSpPr>
          <a:xfrm rot="5400000">
            <a:off x="8638738" y="2447375"/>
            <a:ext cx="1289486" cy="351000"/>
            <a:chOff x="6518136" y="4850711"/>
            <a:chExt cx="859657" cy="234000"/>
          </a:xfrm>
        </p:grpSpPr>
        <p:sp>
          <p:nvSpPr>
            <p:cNvPr id="42" name="Elipse 41"/>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3" name="Conector reto 42"/>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3" name="Subtítulo 2"/>
          <p:cNvSpPr>
            <a:spLocks noGrp="1"/>
          </p:cNvSpPr>
          <p:nvPr userDrawn="1">
            <p:ph type="subTitle" idx="1" hasCustomPrompt="1"/>
          </p:nvPr>
        </p:nvSpPr>
        <p:spPr>
          <a:xfrm>
            <a:off x="6632978" y="5818854"/>
            <a:ext cx="847800" cy="847800"/>
          </a:xfrm>
          <a:prstGeom prst="rect">
            <a:avLst/>
          </a:prstGeom>
        </p:spPr>
        <p:txBody>
          <a:bodyPr anchor="ctr"/>
          <a:lstStyle>
            <a:lvl1pPr marL="0" indent="0" algn="ctr">
              <a:buNone/>
              <a:defRPr sz="2700" b="1">
                <a:solidFill>
                  <a:schemeClr val="bg1"/>
                </a:solidFill>
                <a:latin typeface="Poppins" panose="00000500000000000000" pitchFamily="2" charset="0"/>
                <a:cs typeface="Poppins" panose="00000500000000000000"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pPr lvl="0"/>
            <a:r>
              <a:rPr lang="pt-BR"/>
              <a:t>nº</a:t>
            </a:r>
          </a:p>
        </p:txBody>
      </p:sp>
      <p:sp>
        <p:nvSpPr>
          <p:cNvPr id="10" name="Espaço Reservado para Texto 9"/>
          <p:cNvSpPr>
            <a:spLocks noGrp="1"/>
          </p:cNvSpPr>
          <p:nvPr userDrawn="1">
            <p:ph type="body" sz="quarter" idx="10" hasCustomPrompt="1"/>
          </p:nvPr>
        </p:nvSpPr>
        <p:spPr>
          <a:xfrm>
            <a:off x="6493496" y="6748048"/>
            <a:ext cx="3463023" cy="132635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4" name="Espaço Reservado para Texto 13"/>
          <p:cNvSpPr>
            <a:spLocks noGrp="1"/>
          </p:cNvSpPr>
          <p:nvPr userDrawn="1">
            <p:ph type="body" sz="quarter" idx="12" hasCustomPrompt="1"/>
          </p:nvPr>
        </p:nvSpPr>
        <p:spPr>
          <a:xfrm>
            <a:off x="447932" y="8487058"/>
            <a:ext cx="2674143" cy="906974"/>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6" name="Espaço Reservado para Texto 13"/>
          <p:cNvSpPr>
            <a:spLocks noGrp="1"/>
          </p:cNvSpPr>
          <p:nvPr userDrawn="1">
            <p:ph type="body" sz="quarter" idx="13" hasCustomPrompt="1"/>
          </p:nvPr>
        </p:nvSpPr>
        <p:spPr>
          <a:xfrm>
            <a:off x="447932" y="8069693"/>
            <a:ext cx="2674143" cy="488519"/>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19" name="Espaço Reservado para Texto 18"/>
          <p:cNvSpPr>
            <a:spLocks noGrp="1"/>
          </p:cNvSpPr>
          <p:nvPr userDrawn="1">
            <p:ph type="body" sz="quarter" idx="14" hasCustomPrompt="1"/>
          </p:nvPr>
        </p:nvSpPr>
        <p:spPr>
          <a:xfrm>
            <a:off x="2031101" y="7021334"/>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20" name="Espaço Reservado para Texto 9"/>
          <p:cNvSpPr>
            <a:spLocks noGrp="1"/>
          </p:cNvSpPr>
          <p:nvPr userDrawn="1">
            <p:ph type="body" sz="quarter" idx="15" hasCustomPrompt="1"/>
          </p:nvPr>
        </p:nvSpPr>
        <p:spPr>
          <a:xfrm>
            <a:off x="13530021" y="2761219"/>
            <a:ext cx="3463023" cy="1326356"/>
          </a:xfrm>
          <a:prstGeom prst="rect">
            <a:avLst/>
          </a:prstGeom>
        </p:spPr>
        <p:txBody>
          <a:bodyPr anchor="b"/>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2" name="Espaço Reservado para Texto 9"/>
          <p:cNvSpPr>
            <a:spLocks noGrp="1"/>
          </p:cNvSpPr>
          <p:nvPr userDrawn="1">
            <p:ph type="body" sz="quarter" idx="17" hasCustomPrompt="1"/>
          </p:nvPr>
        </p:nvSpPr>
        <p:spPr>
          <a:xfrm>
            <a:off x="9764360" y="727829"/>
            <a:ext cx="2998494" cy="1326356"/>
          </a:xfrm>
          <a:prstGeom prst="rect">
            <a:avLst/>
          </a:prstGeom>
        </p:spPr>
        <p:txBody>
          <a:bodyPr anchor="b"/>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3" name="Espaço Reservado para Texto 18"/>
          <p:cNvSpPr>
            <a:spLocks noGrp="1"/>
          </p:cNvSpPr>
          <p:nvPr userDrawn="1">
            <p:ph type="body" sz="quarter" idx="18" hasCustomPrompt="1"/>
          </p:nvPr>
        </p:nvSpPr>
        <p:spPr>
          <a:xfrm>
            <a:off x="8870164" y="1349604"/>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24" name="Espaço Reservado para Texto 18"/>
          <p:cNvSpPr>
            <a:spLocks noGrp="1"/>
          </p:cNvSpPr>
          <p:nvPr userDrawn="1">
            <p:ph type="body" sz="quarter" idx="19" hasCustomPrompt="1"/>
          </p:nvPr>
        </p:nvSpPr>
        <p:spPr>
          <a:xfrm>
            <a:off x="12612568" y="3331409"/>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Tree>
    <p:extLst>
      <p:ext uri="{BB962C8B-B14F-4D97-AF65-F5344CB8AC3E}">
        <p14:creationId xmlns:p14="http://schemas.microsoft.com/office/powerpoint/2010/main" val="334925724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Trilha_SIS_3_3">
    <p:bg>
      <p:bgPr>
        <a:solidFill>
          <a:srgbClr val="EFEFEF"/>
        </a:solidFill>
        <a:effectLst/>
      </p:bgPr>
    </p:bg>
    <p:spTree>
      <p:nvGrpSpPr>
        <p:cNvPr id="1" name=""/>
        <p:cNvGrpSpPr/>
        <p:nvPr/>
      </p:nvGrpSpPr>
      <p:grpSpPr>
        <a:xfrm>
          <a:off x="0" y="0"/>
          <a:ext cx="0" cy="0"/>
          <a:chOff x="0" y="0"/>
          <a:chExt cx="0" cy="0"/>
        </a:xfrm>
      </p:grpSpPr>
      <p:pic>
        <p:nvPicPr>
          <p:cNvPr id="53" name="Imagem 31">
            <a:extLst>
              <a:ext uri="{FF2B5EF4-FFF2-40B4-BE49-F238E27FC236}">
                <a16:creationId xmlns:a16="http://schemas.microsoft.com/office/drawing/2014/main" id="{C8E34D0E-266E-12AA-B4EB-1E523A373CD8}"/>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81201" y="4734151"/>
            <a:ext cx="960122" cy="1046990"/>
          </a:xfrm>
          <a:prstGeom prst="rect">
            <a:avLst/>
          </a:prstGeom>
        </p:spPr>
      </p:pic>
      <p:grpSp>
        <p:nvGrpSpPr>
          <p:cNvPr id="45" name="Grupo 40">
            <a:extLst>
              <a:ext uri="{FF2B5EF4-FFF2-40B4-BE49-F238E27FC236}">
                <a16:creationId xmlns:a16="http://schemas.microsoft.com/office/drawing/2014/main" id="{578F0D4F-D74D-C182-AE9E-A1C5A7BB0675}"/>
              </a:ext>
            </a:extLst>
          </p:cNvPr>
          <p:cNvGrpSpPr/>
          <p:nvPr userDrawn="1"/>
        </p:nvGrpSpPr>
        <p:grpSpPr>
          <a:xfrm rot="5400000">
            <a:off x="772039" y="5752665"/>
            <a:ext cx="1289486" cy="351000"/>
            <a:chOff x="6518136" y="4850711"/>
            <a:chExt cx="859657" cy="234000"/>
          </a:xfrm>
          <a:solidFill>
            <a:srgbClr val="060303"/>
          </a:solidFill>
        </p:grpSpPr>
        <p:sp>
          <p:nvSpPr>
            <p:cNvPr id="46" name="Elipse 41">
              <a:extLst>
                <a:ext uri="{FF2B5EF4-FFF2-40B4-BE49-F238E27FC236}">
                  <a16:creationId xmlns:a16="http://schemas.microsoft.com/office/drawing/2014/main" id="{A752E9A1-E5F0-348C-88FE-473BB16A9BB3}"/>
                </a:ext>
              </a:extLst>
            </p:cNvPr>
            <p:cNvSpPr/>
            <p:nvPr/>
          </p:nvSpPr>
          <p:spPr>
            <a:xfrm>
              <a:off x="7143793" y="4850711"/>
              <a:ext cx="234000" cy="234000"/>
            </a:xfrm>
            <a:prstGeom prst="ellipse">
              <a:avLst/>
            </a:prstGeom>
            <a:grpFill/>
            <a:ln>
              <a:solidFill>
                <a:srgbClr val="0603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7" name="Conector reto 42">
              <a:extLst>
                <a:ext uri="{FF2B5EF4-FFF2-40B4-BE49-F238E27FC236}">
                  <a16:creationId xmlns:a16="http://schemas.microsoft.com/office/drawing/2014/main" id="{DC9FDE36-6BCA-F174-233C-C3FE19C48A49}"/>
                </a:ext>
              </a:extLst>
            </p:cNvPr>
            <p:cNvCxnSpPr/>
            <p:nvPr/>
          </p:nvCxnSpPr>
          <p:spPr>
            <a:xfrm rot="10800000" flipH="1" flipV="1">
              <a:off x="6518136" y="4972537"/>
              <a:ext cx="697473" cy="149"/>
            </a:xfrm>
            <a:prstGeom prst="line">
              <a:avLst/>
            </a:prstGeom>
            <a:grpFill/>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49" name="Espaço Reservado para Texto 18">
            <a:extLst>
              <a:ext uri="{FF2B5EF4-FFF2-40B4-BE49-F238E27FC236}">
                <a16:creationId xmlns:a16="http://schemas.microsoft.com/office/drawing/2014/main" id="{9FDFE7C7-692C-0093-62E2-0414D1CE6A54}"/>
              </a:ext>
            </a:extLst>
          </p:cNvPr>
          <p:cNvSpPr>
            <a:spLocks noGrp="1"/>
          </p:cNvSpPr>
          <p:nvPr>
            <p:ph type="body" sz="quarter" idx="22" hasCustomPrompt="1"/>
          </p:nvPr>
        </p:nvSpPr>
        <p:spPr>
          <a:xfrm>
            <a:off x="1003465" y="4862705"/>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50" name="Espaço Reservado para Texto 13">
            <a:extLst>
              <a:ext uri="{FF2B5EF4-FFF2-40B4-BE49-F238E27FC236}">
                <a16:creationId xmlns:a16="http://schemas.microsoft.com/office/drawing/2014/main" id="{64271FFC-0C86-0C03-A5E4-17DF4E539B6D}"/>
              </a:ext>
            </a:extLst>
          </p:cNvPr>
          <p:cNvSpPr>
            <a:spLocks noGrp="1"/>
          </p:cNvSpPr>
          <p:nvPr>
            <p:ph type="body" sz="quarter" idx="23" hasCustomPrompt="1"/>
          </p:nvPr>
        </p:nvSpPr>
        <p:spPr>
          <a:xfrm>
            <a:off x="13001336" y="3432059"/>
            <a:ext cx="2674143" cy="488519"/>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52" name="Espaço Reservado para Texto 9">
            <a:extLst>
              <a:ext uri="{FF2B5EF4-FFF2-40B4-BE49-F238E27FC236}">
                <a16:creationId xmlns:a16="http://schemas.microsoft.com/office/drawing/2014/main" id="{4EB75AD5-6E33-BB07-58B0-905F25E50E5A}"/>
              </a:ext>
            </a:extLst>
          </p:cNvPr>
          <p:cNvSpPr>
            <a:spLocks noGrp="1"/>
          </p:cNvSpPr>
          <p:nvPr>
            <p:ph type="body" sz="quarter" idx="24" hasCustomPrompt="1"/>
          </p:nvPr>
        </p:nvSpPr>
        <p:spPr>
          <a:xfrm>
            <a:off x="1909565" y="4430455"/>
            <a:ext cx="2998494" cy="1160250"/>
          </a:xfrm>
          <a:prstGeom prst="rect">
            <a:avLst/>
          </a:prstGeom>
        </p:spPr>
        <p:txBody>
          <a:bodyPr anchor="b"/>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pic>
        <p:nvPicPr>
          <p:cNvPr id="22" name="Imagem 31">
            <a:extLst>
              <a:ext uri="{FF2B5EF4-FFF2-40B4-BE49-F238E27FC236}">
                <a16:creationId xmlns:a16="http://schemas.microsoft.com/office/drawing/2014/main" id="{9C9C66E3-720D-CD0A-296C-4BE5364303AA}"/>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15681532" y="3493439"/>
            <a:ext cx="955549" cy="1046990"/>
          </a:xfrm>
          <a:prstGeom prst="rect">
            <a:avLst/>
          </a:prstGeom>
        </p:spPr>
      </p:pic>
      <p:grpSp>
        <p:nvGrpSpPr>
          <p:cNvPr id="23" name="Grupo 40">
            <a:extLst>
              <a:ext uri="{FF2B5EF4-FFF2-40B4-BE49-F238E27FC236}">
                <a16:creationId xmlns:a16="http://schemas.microsoft.com/office/drawing/2014/main" id="{17FBDF62-7C8A-3476-E663-4FB3B3714A72}"/>
              </a:ext>
            </a:extLst>
          </p:cNvPr>
          <p:cNvGrpSpPr/>
          <p:nvPr userDrawn="1"/>
        </p:nvGrpSpPr>
        <p:grpSpPr>
          <a:xfrm rot="5400000">
            <a:off x="15570451" y="4715598"/>
            <a:ext cx="1289486" cy="351000"/>
            <a:chOff x="6518136" y="4850711"/>
            <a:chExt cx="859657" cy="234000"/>
          </a:xfrm>
        </p:grpSpPr>
        <p:sp>
          <p:nvSpPr>
            <p:cNvPr id="24" name="Elipse 41">
              <a:extLst>
                <a:ext uri="{FF2B5EF4-FFF2-40B4-BE49-F238E27FC236}">
                  <a16:creationId xmlns:a16="http://schemas.microsoft.com/office/drawing/2014/main" id="{97F3BDE1-730E-29AD-3933-CE184D71B40B}"/>
                </a:ext>
              </a:extLst>
            </p:cNvPr>
            <p:cNvSpPr/>
            <p:nvPr/>
          </p:nvSpPr>
          <p:spPr>
            <a:xfrm>
              <a:off x="7143793" y="4850711"/>
              <a:ext cx="234000" cy="234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25" name="Conector reto 42">
              <a:extLst>
                <a:ext uri="{FF2B5EF4-FFF2-40B4-BE49-F238E27FC236}">
                  <a16:creationId xmlns:a16="http://schemas.microsoft.com/office/drawing/2014/main" id="{E20A42E9-AF95-AF83-8CAC-0C0467B21C8E}"/>
                </a:ext>
              </a:extLst>
            </p:cNvPr>
            <p:cNvCxnSpPr/>
            <p:nvPr/>
          </p:nvCxnSpPr>
          <p:spPr>
            <a:xfrm rot="10800000" flipH="1" flipV="1">
              <a:off x="6518136" y="4972537"/>
              <a:ext cx="697473" cy="149"/>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sp>
        <p:nvSpPr>
          <p:cNvPr id="26" name="Espaço Reservado para Texto 9">
            <a:extLst>
              <a:ext uri="{FF2B5EF4-FFF2-40B4-BE49-F238E27FC236}">
                <a16:creationId xmlns:a16="http://schemas.microsoft.com/office/drawing/2014/main" id="{EFE6FB74-1C76-1A32-F822-3E3D3DD94958}"/>
              </a:ext>
            </a:extLst>
          </p:cNvPr>
          <p:cNvSpPr>
            <a:spLocks noGrp="1"/>
          </p:cNvSpPr>
          <p:nvPr>
            <p:ph type="body" sz="quarter" idx="17" hasCustomPrompt="1"/>
          </p:nvPr>
        </p:nvSpPr>
        <p:spPr>
          <a:xfrm>
            <a:off x="12679728" y="3806803"/>
            <a:ext cx="2998494" cy="1110228"/>
          </a:xfrm>
          <a:prstGeom prst="rect">
            <a:avLst/>
          </a:prstGeom>
        </p:spPr>
        <p:txBody>
          <a:bodyPr anchor="t"/>
          <a:lstStyle>
            <a:lvl1pPr marL="0" indent="0" algn="r">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7" name="Espaço Reservado para Texto 18">
            <a:extLst>
              <a:ext uri="{FF2B5EF4-FFF2-40B4-BE49-F238E27FC236}">
                <a16:creationId xmlns:a16="http://schemas.microsoft.com/office/drawing/2014/main" id="{6C0F4D27-3240-4733-6170-CF7D139E36CE}"/>
              </a:ext>
            </a:extLst>
          </p:cNvPr>
          <p:cNvSpPr>
            <a:spLocks noGrp="1"/>
          </p:cNvSpPr>
          <p:nvPr>
            <p:ph type="body" sz="quarter" idx="18" hasCustomPrompt="1"/>
          </p:nvPr>
        </p:nvSpPr>
        <p:spPr>
          <a:xfrm>
            <a:off x="15815731" y="3631682"/>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28" name="Elipse 27"/>
          <p:cNvSpPr/>
          <p:nvPr userDrawn="1"/>
        </p:nvSpPr>
        <p:spPr>
          <a:xfrm rot="5400000">
            <a:off x="7825149" y="4900209"/>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29" name="Conector angulado 28"/>
          <p:cNvCxnSpPr>
            <a:stCxn id="28" idx="6"/>
          </p:cNvCxnSpPr>
          <p:nvPr userDrawn="1"/>
        </p:nvCxnSpPr>
        <p:spPr>
          <a:xfrm rot="16200000" flipH="1">
            <a:off x="7850969" y="5400889"/>
            <a:ext cx="1198094" cy="898733"/>
          </a:xfrm>
          <a:prstGeom prst="bentConnector3">
            <a:avLst>
              <a:gd name="adj1" fmla="val 92688"/>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0" name="Imagem 29"/>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217020" y="5746346"/>
            <a:ext cx="960122" cy="1046990"/>
          </a:xfrm>
          <a:prstGeom prst="rect">
            <a:avLst/>
          </a:prstGeom>
        </p:spPr>
      </p:pic>
      <p:sp>
        <p:nvSpPr>
          <p:cNvPr id="31" name="Espaço Reservado para Texto 9"/>
          <p:cNvSpPr>
            <a:spLocks noGrp="1"/>
          </p:cNvSpPr>
          <p:nvPr>
            <p:ph type="body" sz="quarter" idx="16" hasCustomPrompt="1"/>
          </p:nvPr>
        </p:nvSpPr>
        <p:spPr>
          <a:xfrm>
            <a:off x="8266553" y="6935631"/>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32" name="Espaço Reservado para Texto 18"/>
          <p:cNvSpPr>
            <a:spLocks noGrp="1"/>
          </p:cNvSpPr>
          <p:nvPr>
            <p:ph type="body" sz="quarter" idx="20" hasCustomPrompt="1"/>
          </p:nvPr>
        </p:nvSpPr>
        <p:spPr>
          <a:xfrm>
            <a:off x="8339707" y="5888642"/>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Tree>
    <p:extLst>
      <p:ext uri="{BB962C8B-B14F-4D97-AF65-F5344CB8AC3E}">
        <p14:creationId xmlns:p14="http://schemas.microsoft.com/office/powerpoint/2010/main" val="27424651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rilha_SIS_3_2">
    <p:bg>
      <p:bgPr>
        <a:solidFill>
          <a:srgbClr val="EFEFEF"/>
        </a:solidFill>
        <a:effectLst/>
      </p:bgPr>
    </p:bg>
    <p:spTree>
      <p:nvGrpSpPr>
        <p:cNvPr id="1" name=""/>
        <p:cNvGrpSpPr/>
        <p:nvPr/>
      </p:nvGrpSpPr>
      <p:grpSpPr>
        <a:xfrm>
          <a:off x="0" y="0"/>
          <a:ext cx="0" cy="0"/>
          <a:chOff x="0" y="0"/>
          <a:chExt cx="0" cy="0"/>
        </a:xfrm>
      </p:grpSpPr>
      <p:pic>
        <p:nvPicPr>
          <p:cNvPr id="53" name="Imagem 31">
            <a:extLst>
              <a:ext uri="{FF2B5EF4-FFF2-40B4-BE49-F238E27FC236}">
                <a16:creationId xmlns:a16="http://schemas.microsoft.com/office/drawing/2014/main" id="{C8E34D0E-266E-12AA-B4EB-1E523A373CD8}"/>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81201" y="4734151"/>
            <a:ext cx="960122" cy="1046990"/>
          </a:xfrm>
          <a:prstGeom prst="rect">
            <a:avLst/>
          </a:prstGeom>
        </p:spPr>
      </p:pic>
      <p:pic>
        <p:nvPicPr>
          <p:cNvPr id="51" name="Imagem 31">
            <a:extLst>
              <a:ext uri="{FF2B5EF4-FFF2-40B4-BE49-F238E27FC236}">
                <a16:creationId xmlns:a16="http://schemas.microsoft.com/office/drawing/2014/main" id="{2EA33C3F-2674-839C-D54B-3EE467C38C2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221592" y="5746345"/>
            <a:ext cx="955550" cy="1046990"/>
          </a:xfrm>
          <a:prstGeom prst="rect">
            <a:avLst/>
          </a:prstGeom>
        </p:spPr>
      </p:pic>
      <p:sp>
        <p:nvSpPr>
          <p:cNvPr id="2" name="Elipse 30">
            <a:extLst>
              <a:ext uri="{FF2B5EF4-FFF2-40B4-BE49-F238E27FC236}">
                <a16:creationId xmlns:a16="http://schemas.microsoft.com/office/drawing/2014/main" id="{00E9A901-C5A5-B9DC-CA28-B0A760D5B140}"/>
              </a:ext>
            </a:extLst>
          </p:cNvPr>
          <p:cNvSpPr/>
          <p:nvPr userDrawn="1"/>
        </p:nvSpPr>
        <p:spPr>
          <a:xfrm rot="5400000">
            <a:off x="7825149" y="4900209"/>
            <a:ext cx="351000" cy="351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pic>
        <p:nvPicPr>
          <p:cNvPr id="4" name="Imagem 31">
            <a:extLst>
              <a:ext uri="{FF2B5EF4-FFF2-40B4-BE49-F238E27FC236}">
                <a16:creationId xmlns:a16="http://schemas.microsoft.com/office/drawing/2014/main" id="{9C9C66E3-720D-CD0A-296C-4BE5364303AA}"/>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5679246" y="3493439"/>
            <a:ext cx="960122" cy="1046990"/>
          </a:xfrm>
          <a:prstGeom prst="rect">
            <a:avLst/>
          </a:prstGeom>
        </p:spPr>
      </p:pic>
      <p:cxnSp>
        <p:nvCxnSpPr>
          <p:cNvPr id="5" name="Conector angulado 34">
            <a:extLst>
              <a:ext uri="{FF2B5EF4-FFF2-40B4-BE49-F238E27FC236}">
                <a16:creationId xmlns:a16="http://schemas.microsoft.com/office/drawing/2014/main" id="{619F2878-1FD7-B64B-F094-5CA4F5D1689B}"/>
              </a:ext>
            </a:extLst>
          </p:cNvPr>
          <p:cNvCxnSpPr>
            <a:stCxn id="2" idx="6"/>
          </p:cNvCxnSpPr>
          <p:nvPr userDrawn="1"/>
        </p:nvCxnSpPr>
        <p:spPr>
          <a:xfrm rot="16200000" flipH="1">
            <a:off x="7850969" y="5400889"/>
            <a:ext cx="1198094" cy="898733"/>
          </a:xfrm>
          <a:prstGeom prst="bentConnector3">
            <a:avLst>
              <a:gd name="adj1" fmla="val 92688"/>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nvGrpSpPr>
          <p:cNvPr id="7" name="Grupo 40">
            <a:extLst>
              <a:ext uri="{FF2B5EF4-FFF2-40B4-BE49-F238E27FC236}">
                <a16:creationId xmlns:a16="http://schemas.microsoft.com/office/drawing/2014/main" id="{17FBDF62-7C8A-3476-E663-4FB3B3714A72}"/>
              </a:ext>
            </a:extLst>
          </p:cNvPr>
          <p:cNvGrpSpPr/>
          <p:nvPr userDrawn="1"/>
        </p:nvGrpSpPr>
        <p:grpSpPr>
          <a:xfrm rot="5400000">
            <a:off x="15570451" y="4715598"/>
            <a:ext cx="1289486" cy="351000"/>
            <a:chOff x="6518136" y="4850711"/>
            <a:chExt cx="859657" cy="234000"/>
          </a:xfrm>
        </p:grpSpPr>
        <p:sp>
          <p:nvSpPr>
            <p:cNvPr id="8" name="Elipse 41">
              <a:extLst>
                <a:ext uri="{FF2B5EF4-FFF2-40B4-BE49-F238E27FC236}">
                  <a16:creationId xmlns:a16="http://schemas.microsoft.com/office/drawing/2014/main" id="{97F3BDE1-730E-29AD-3933-CE184D71B40B}"/>
                </a:ext>
              </a:extLst>
            </p:cNvPr>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9" name="Conector reto 42">
              <a:extLst>
                <a:ext uri="{FF2B5EF4-FFF2-40B4-BE49-F238E27FC236}">
                  <a16:creationId xmlns:a16="http://schemas.microsoft.com/office/drawing/2014/main" id="{E20A42E9-AF95-AF83-8CAC-0C0467B21C8E}"/>
                </a:ext>
              </a:extLst>
            </p:cNvPr>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12" name="Espaço Reservado para Texto 9">
            <a:extLst>
              <a:ext uri="{FF2B5EF4-FFF2-40B4-BE49-F238E27FC236}">
                <a16:creationId xmlns:a16="http://schemas.microsoft.com/office/drawing/2014/main" id="{EFE6FB74-1C76-1A32-F822-3E3D3DD94958}"/>
              </a:ext>
            </a:extLst>
          </p:cNvPr>
          <p:cNvSpPr>
            <a:spLocks noGrp="1"/>
          </p:cNvSpPr>
          <p:nvPr>
            <p:ph type="body" sz="quarter" idx="17" hasCustomPrompt="1"/>
          </p:nvPr>
        </p:nvSpPr>
        <p:spPr>
          <a:xfrm>
            <a:off x="12679728" y="3148435"/>
            <a:ext cx="2998494" cy="1326356"/>
          </a:xfrm>
          <a:prstGeom prst="rect">
            <a:avLst/>
          </a:prstGeom>
        </p:spPr>
        <p:txBody>
          <a:bodyPr anchor="b"/>
          <a:lstStyle>
            <a:lvl1pPr marL="0" indent="0" algn="r">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5" name="Espaço Reservado para Texto 18">
            <a:extLst>
              <a:ext uri="{FF2B5EF4-FFF2-40B4-BE49-F238E27FC236}">
                <a16:creationId xmlns:a16="http://schemas.microsoft.com/office/drawing/2014/main" id="{6C0F4D27-3240-4733-6170-CF7D139E36CE}"/>
              </a:ext>
            </a:extLst>
          </p:cNvPr>
          <p:cNvSpPr>
            <a:spLocks noGrp="1"/>
          </p:cNvSpPr>
          <p:nvPr>
            <p:ph type="body" sz="quarter" idx="18" hasCustomPrompt="1"/>
          </p:nvPr>
        </p:nvSpPr>
        <p:spPr>
          <a:xfrm>
            <a:off x="15815731" y="3631682"/>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38" name="Espaço Reservado para Texto 18">
            <a:extLst>
              <a:ext uri="{FF2B5EF4-FFF2-40B4-BE49-F238E27FC236}">
                <a16:creationId xmlns:a16="http://schemas.microsoft.com/office/drawing/2014/main" id="{8BD0E57A-36B1-6833-C62A-A95E69EB55AB}"/>
              </a:ext>
            </a:extLst>
          </p:cNvPr>
          <p:cNvSpPr>
            <a:spLocks noGrp="1"/>
          </p:cNvSpPr>
          <p:nvPr>
            <p:ph type="body" sz="quarter" idx="20" hasCustomPrompt="1"/>
          </p:nvPr>
        </p:nvSpPr>
        <p:spPr>
          <a:xfrm>
            <a:off x="8339707" y="5888642"/>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grpSp>
        <p:nvGrpSpPr>
          <p:cNvPr id="45" name="Grupo 40">
            <a:extLst>
              <a:ext uri="{FF2B5EF4-FFF2-40B4-BE49-F238E27FC236}">
                <a16:creationId xmlns:a16="http://schemas.microsoft.com/office/drawing/2014/main" id="{578F0D4F-D74D-C182-AE9E-A1C5A7BB0675}"/>
              </a:ext>
            </a:extLst>
          </p:cNvPr>
          <p:cNvGrpSpPr/>
          <p:nvPr userDrawn="1"/>
        </p:nvGrpSpPr>
        <p:grpSpPr>
          <a:xfrm rot="5400000">
            <a:off x="772039" y="5752665"/>
            <a:ext cx="1289486" cy="351000"/>
            <a:chOff x="6518136" y="4850711"/>
            <a:chExt cx="859657" cy="234000"/>
          </a:xfrm>
          <a:solidFill>
            <a:srgbClr val="060303"/>
          </a:solidFill>
        </p:grpSpPr>
        <p:sp>
          <p:nvSpPr>
            <p:cNvPr id="46" name="Elipse 41">
              <a:extLst>
                <a:ext uri="{FF2B5EF4-FFF2-40B4-BE49-F238E27FC236}">
                  <a16:creationId xmlns:a16="http://schemas.microsoft.com/office/drawing/2014/main" id="{A752E9A1-E5F0-348C-88FE-473BB16A9BB3}"/>
                </a:ext>
              </a:extLst>
            </p:cNvPr>
            <p:cNvSpPr/>
            <p:nvPr/>
          </p:nvSpPr>
          <p:spPr>
            <a:xfrm>
              <a:off x="7143793" y="4850711"/>
              <a:ext cx="234000" cy="234000"/>
            </a:xfrm>
            <a:prstGeom prst="ellipse">
              <a:avLst/>
            </a:prstGeom>
            <a:grpFill/>
            <a:ln>
              <a:solidFill>
                <a:srgbClr val="0603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7" name="Conector reto 42">
              <a:extLst>
                <a:ext uri="{FF2B5EF4-FFF2-40B4-BE49-F238E27FC236}">
                  <a16:creationId xmlns:a16="http://schemas.microsoft.com/office/drawing/2014/main" id="{DC9FDE36-6BCA-F174-233C-C3FE19C48A49}"/>
                </a:ext>
              </a:extLst>
            </p:cNvPr>
            <p:cNvCxnSpPr/>
            <p:nvPr/>
          </p:nvCxnSpPr>
          <p:spPr>
            <a:xfrm rot="10800000" flipH="1" flipV="1">
              <a:off x="6518136" y="4972537"/>
              <a:ext cx="697473" cy="149"/>
            </a:xfrm>
            <a:prstGeom prst="line">
              <a:avLst/>
            </a:prstGeom>
            <a:grpFill/>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49" name="Espaço Reservado para Texto 18">
            <a:extLst>
              <a:ext uri="{FF2B5EF4-FFF2-40B4-BE49-F238E27FC236}">
                <a16:creationId xmlns:a16="http://schemas.microsoft.com/office/drawing/2014/main" id="{9FDFE7C7-692C-0093-62E2-0414D1CE6A54}"/>
              </a:ext>
            </a:extLst>
          </p:cNvPr>
          <p:cNvSpPr>
            <a:spLocks noGrp="1"/>
          </p:cNvSpPr>
          <p:nvPr>
            <p:ph type="body" sz="quarter" idx="22" hasCustomPrompt="1"/>
          </p:nvPr>
        </p:nvSpPr>
        <p:spPr>
          <a:xfrm>
            <a:off x="1003465" y="4862705"/>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50" name="Espaço Reservado para Texto 13">
            <a:extLst>
              <a:ext uri="{FF2B5EF4-FFF2-40B4-BE49-F238E27FC236}">
                <a16:creationId xmlns:a16="http://schemas.microsoft.com/office/drawing/2014/main" id="{64271FFC-0C86-0C03-A5E4-17DF4E539B6D}"/>
              </a:ext>
            </a:extLst>
          </p:cNvPr>
          <p:cNvSpPr>
            <a:spLocks noGrp="1"/>
          </p:cNvSpPr>
          <p:nvPr>
            <p:ph type="body" sz="quarter" idx="23" hasCustomPrompt="1"/>
          </p:nvPr>
        </p:nvSpPr>
        <p:spPr>
          <a:xfrm>
            <a:off x="8273580" y="6920963"/>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52" name="Espaço Reservado para Texto 9">
            <a:extLst>
              <a:ext uri="{FF2B5EF4-FFF2-40B4-BE49-F238E27FC236}">
                <a16:creationId xmlns:a16="http://schemas.microsoft.com/office/drawing/2014/main" id="{4EB75AD5-6E33-BB07-58B0-905F25E50E5A}"/>
              </a:ext>
            </a:extLst>
          </p:cNvPr>
          <p:cNvSpPr>
            <a:spLocks noGrp="1"/>
          </p:cNvSpPr>
          <p:nvPr>
            <p:ph type="body" sz="quarter" idx="24" hasCustomPrompt="1"/>
          </p:nvPr>
        </p:nvSpPr>
        <p:spPr>
          <a:xfrm>
            <a:off x="1909565" y="4430455"/>
            <a:ext cx="2998494" cy="1160250"/>
          </a:xfrm>
          <a:prstGeom prst="rect">
            <a:avLst/>
          </a:prstGeom>
        </p:spPr>
        <p:txBody>
          <a:bodyPr anchor="b"/>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1" name="Espaço Reservado para Texto 9"/>
          <p:cNvSpPr>
            <a:spLocks noGrp="1"/>
          </p:cNvSpPr>
          <p:nvPr>
            <p:ph type="body" sz="quarter" idx="16" hasCustomPrompt="1"/>
          </p:nvPr>
        </p:nvSpPr>
        <p:spPr>
          <a:xfrm>
            <a:off x="8266553" y="7301391"/>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Tree>
    <p:extLst>
      <p:ext uri="{BB962C8B-B14F-4D97-AF65-F5344CB8AC3E}">
        <p14:creationId xmlns:p14="http://schemas.microsoft.com/office/powerpoint/2010/main" val="140949150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rilha_SIS_3_1">
    <p:bg>
      <p:bgPr>
        <a:solidFill>
          <a:srgbClr val="EFEFEF"/>
        </a:solidFill>
        <a:effectLst/>
      </p:bgPr>
    </p:bg>
    <p:spTree>
      <p:nvGrpSpPr>
        <p:cNvPr id="1" name=""/>
        <p:cNvGrpSpPr/>
        <p:nvPr/>
      </p:nvGrpSpPr>
      <p:grpSpPr>
        <a:xfrm>
          <a:off x="0" y="0"/>
          <a:ext cx="0" cy="0"/>
          <a:chOff x="0" y="0"/>
          <a:chExt cx="0" cy="0"/>
        </a:xfrm>
      </p:grpSpPr>
      <p:sp>
        <p:nvSpPr>
          <p:cNvPr id="31" name="Elipse 30"/>
          <p:cNvSpPr/>
          <p:nvPr userDrawn="1"/>
        </p:nvSpPr>
        <p:spPr>
          <a:xfrm rot="5400000">
            <a:off x="7825149" y="4900209"/>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pic>
        <p:nvPicPr>
          <p:cNvPr id="32" name="Imagem 3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5679246" y="3493439"/>
            <a:ext cx="960122" cy="1046990"/>
          </a:xfrm>
          <a:prstGeom prst="rect">
            <a:avLst/>
          </a:prstGeom>
        </p:spPr>
      </p:pic>
      <p:cxnSp>
        <p:nvCxnSpPr>
          <p:cNvPr id="35" name="Conector angulado 34"/>
          <p:cNvCxnSpPr>
            <a:stCxn id="31" idx="6"/>
          </p:cNvCxnSpPr>
          <p:nvPr userDrawn="1"/>
        </p:nvCxnSpPr>
        <p:spPr>
          <a:xfrm rot="16200000" flipH="1">
            <a:off x="7850969" y="5400889"/>
            <a:ext cx="1198094" cy="898733"/>
          </a:xfrm>
          <a:prstGeom prst="bentConnector3">
            <a:avLst>
              <a:gd name="adj1" fmla="val 92688"/>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6" name="Imagem 35"/>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217020" y="5746346"/>
            <a:ext cx="960122" cy="1046990"/>
          </a:xfrm>
          <a:prstGeom prst="rect">
            <a:avLst/>
          </a:prstGeom>
        </p:spPr>
      </p:pic>
      <p:grpSp>
        <p:nvGrpSpPr>
          <p:cNvPr id="41" name="Grupo 40"/>
          <p:cNvGrpSpPr/>
          <p:nvPr userDrawn="1"/>
        </p:nvGrpSpPr>
        <p:grpSpPr>
          <a:xfrm rot="5400000">
            <a:off x="15570451" y="4715598"/>
            <a:ext cx="1289486" cy="351000"/>
            <a:chOff x="6518136" y="4850711"/>
            <a:chExt cx="859657" cy="234000"/>
          </a:xfrm>
        </p:grpSpPr>
        <p:sp>
          <p:nvSpPr>
            <p:cNvPr id="42" name="Elipse 41"/>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3" name="Conector reto 42"/>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21" name="Espaço Reservado para Texto 9"/>
          <p:cNvSpPr>
            <a:spLocks noGrp="1"/>
          </p:cNvSpPr>
          <p:nvPr userDrawn="1">
            <p:ph type="body" sz="quarter" idx="16" hasCustomPrompt="1"/>
          </p:nvPr>
        </p:nvSpPr>
        <p:spPr>
          <a:xfrm>
            <a:off x="8266553" y="6935631"/>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2" name="Espaço Reservado para Texto 9"/>
          <p:cNvSpPr>
            <a:spLocks noGrp="1"/>
          </p:cNvSpPr>
          <p:nvPr userDrawn="1">
            <p:ph type="body" sz="quarter" idx="17" hasCustomPrompt="1"/>
          </p:nvPr>
        </p:nvSpPr>
        <p:spPr>
          <a:xfrm>
            <a:off x="12679728" y="3148435"/>
            <a:ext cx="2998494" cy="1326356"/>
          </a:xfrm>
          <a:prstGeom prst="rect">
            <a:avLst/>
          </a:prstGeom>
        </p:spPr>
        <p:txBody>
          <a:bodyPr anchor="b"/>
          <a:lstStyle>
            <a:lvl1pPr marL="0" indent="0" algn="r">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3" name="Espaço Reservado para Texto 18"/>
          <p:cNvSpPr>
            <a:spLocks noGrp="1"/>
          </p:cNvSpPr>
          <p:nvPr userDrawn="1">
            <p:ph type="body" sz="quarter" idx="18" hasCustomPrompt="1"/>
          </p:nvPr>
        </p:nvSpPr>
        <p:spPr>
          <a:xfrm>
            <a:off x="15815731" y="3631682"/>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25" name="Espaço Reservado para Texto 18"/>
          <p:cNvSpPr>
            <a:spLocks noGrp="1"/>
          </p:cNvSpPr>
          <p:nvPr userDrawn="1">
            <p:ph type="body" sz="quarter" idx="20" hasCustomPrompt="1"/>
          </p:nvPr>
        </p:nvSpPr>
        <p:spPr>
          <a:xfrm>
            <a:off x="8339707" y="5888642"/>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pic>
        <p:nvPicPr>
          <p:cNvPr id="2" name="Imagem 31">
            <a:extLst>
              <a:ext uri="{FF2B5EF4-FFF2-40B4-BE49-F238E27FC236}">
                <a16:creationId xmlns:a16="http://schemas.microsoft.com/office/drawing/2014/main" id="{89EA1505-53FB-3B40-C91E-97FFB173BF32}"/>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69266" y="4724462"/>
            <a:ext cx="955550" cy="1046990"/>
          </a:xfrm>
          <a:prstGeom prst="rect">
            <a:avLst/>
          </a:prstGeom>
        </p:spPr>
      </p:pic>
      <p:grpSp>
        <p:nvGrpSpPr>
          <p:cNvPr id="4" name="Grupo 40">
            <a:extLst>
              <a:ext uri="{FF2B5EF4-FFF2-40B4-BE49-F238E27FC236}">
                <a16:creationId xmlns:a16="http://schemas.microsoft.com/office/drawing/2014/main" id="{24C6B366-85A2-991C-E13D-133B8F900EE3}"/>
              </a:ext>
            </a:extLst>
          </p:cNvPr>
          <p:cNvGrpSpPr/>
          <p:nvPr userDrawn="1"/>
        </p:nvGrpSpPr>
        <p:grpSpPr>
          <a:xfrm rot="5400000">
            <a:off x="772039" y="5752665"/>
            <a:ext cx="1289486" cy="351000"/>
            <a:chOff x="6518136" y="4850711"/>
            <a:chExt cx="859657" cy="234000"/>
          </a:xfrm>
        </p:grpSpPr>
        <p:sp>
          <p:nvSpPr>
            <p:cNvPr id="5" name="Elipse 41">
              <a:extLst>
                <a:ext uri="{FF2B5EF4-FFF2-40B4-BE49-F238E27FC236}">
                  <a16:creationId xmlns:a16="http://schemas.microsoft.com/office/drawing/2014/main" id="{3567D7DF-3C09-16F0-ECB6-D473B09C4715}"/>
                </a:ext>
              </a:extLst>
            </p:cNvPr>
            <p:cNvSpPr/>
            <p:nvPr/>
          </p:nvSpPr>
          <p:spPr>
            <a:xfrm>
              <a:off x="7143793" y="4850711"/>
              <a:ext cx="234000" cy="234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6" name="Conector reto 42">
              <a:extLst>
                <a:ext uri="{FF2B5EF4-FFF2-40B4-BE49-F238E27FC236}">
                  <a16:creationId xmlns:a16="http://schemas.microsoft.com/office/drawing/2014/main" id="{1BBAA7DD-81AA-6A89-B500-5EE8714A68A8}"/>
                </a:ext>
              </a:extLst>
            </p:cNvPr>
            <p:cNvCxnSpPr/>
            <p:nvPr/>
          </p:nvCxnSpPr>
          <p:spPr>
            <a:xfrm rot="10800000" flipH="1" flipV="1">
              <a:off x="6518136" y="4972537"/>
              <a:ext cx="697473" cy="149"/>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sp>
        <p:nvSpPr>
          <p:cNvPr id="7" name="Espaço Reservado para Texto 9">
            <a:extLst>
              <a:ext uri="{FF2B5EF4-FFF2-40B4-BE49-F238E27FC236}">
                <a16:creationId xmlns:a16="http://schemas.microsoft.com/office/drawing/2014/main" id="{4B8BE006-DD0E-F312-6C44-18A4F0E31D89}"/>
              </a:ext>
            </a:extLst>
          </p:cNvPr>
          <p:cNvSpPr>
            <a:spLocks noGrp="1"/>
          </p:cNvSpPr>
          <p:nvPr>
            <p:ph type="body" sz="quarter" idx="21" hasCustomPrompt="1"/>
          </p:nvPr>
        </p:nvSpPr>
        <p:spPr>
          <a:xfrm>
            <a:off x="1897661" y="5246650"/>
            <a:ext cx="2998494" cy="788389"/>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8" name="Espaço Reservado para Texto 18">
            <a:extLst>
              <a:ext uri="{FF2B5EF4-FFF2-40B4-BE49-F238E27FC236}">
                <a16:creationId xmlns:a16="http://schemas.microsoft.com/office/drawing/2014/main" id="{C0110B66-87B3-D006-65F4-833C1FD9D07C}"/>
              </a:ext>
            </a:extLst>
          </p:cNvPr>
          <p:cNvSpPr>
            <a:spLocks noGrp="1"/>
          </p:cNvSpPr>
          <p:nvPr>
            <p:ph type="body" sz="quarter" idx="22" hasCustomPrompt="1"/>
          </p:nvPr>
        </p:nvSpPr>
        <p:spPr>
          <a:xfrm>
            <a:off x="1003465" y="4862705"/>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9" name="Espaço Reservado para Texto 13">
            <a:extLst>
              <a:ext uri="{FF2B5EF4-FFF2-40B4-BE49-F238E27FC236}">
                <a16:creationId xmlns:a16="http://schemas.microsoft.com/office/drawing/2014/main" id="{ED33B234-5DA0-6742-AED0-82F454B955D2}"/>
              </a:ext>
            </a:extLst>
          </p:cNvPr>
          <p:cNvSpPr>
            <a:spLocks noGrp="1"/>
          </p:cNvSpPr>
          <p:nvPr>
            <p:ph type="body" sz="quarter" idx="23" hasCustomPrompt="1"/>
          </p:nvPr>
        </p:nvSpPr>
        <p:spPr>
          <a:xfrm>
            <a:off x="1900253" y="4879142"/>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Tree>
    <p:extLst>
      <p:ext uri="{BB962C8B-B14F-4D97-AF65-F5344CB8AC3E}">
        <p14:creationId xmlns:p14="http://schemas.microsoft.com/office/powerpoint/2010/main" val="299295874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rilha_SIS_2_2">
    <p:bg>
      <p:bgPr>
        <a:solidFill>
          <a:srgbClr val="EFEFEF"/>
        </a:solidFill>
        <a:effectLst/>
      </p:bgPr>
    </p:bg>
    <p:spTree>
      <p:nvGrpSpPr>
        <p:cNvPr id="1" name=""/>
        <p:cNvGrpSpPr/>
        <p:nvPr/>
      </p:nvGrpSpPr>
      <p:grpSpPr>
        <a:xfrm>
          <a:off x="0" y="0"/>
          <a:ext cx="0" cy="0"/>
          <a:chOff x="0" y="0"/>
          <a:chExt cx="0" cy="0"/>
        </a:xfrm>
      </p:grpSpPr>
      <p:pic>
        <p:nvPicPr>
          <p:cNvPr id="53" name="Imagem 31">
            <a:extLst>
              <a:ext uri="{FF2B5EF4-FFF2-40B4-BE49-F238E27FC236}">
                <a16:creationId xmlns:a16="http://schemas.microsoft.com/office/drawing/2014/main" id="{C8E34D0E-266E-12AA-B4EB-1E523A373CD8}"/>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81201" y="4734151"/>
            <a:ext cx="960122" cy="1046990"/>
          </a:xfrm>
          <a:prstGeom prst="rect">
            <a:avLst/>
          </a:prstGeom>
        </p:spPr>
      </p:pic>
      <p:pic>
        <p:nvPicPr>
          <p:cNvPr id="51" name="Imagem 31">
            <a:extLst>
              <a:ext uri="{FF2B5EF4-FFF2-40B4-BE49-F238E27FC236}">
                <a16:creationId xmlns:a16="http://schemas.microsoft.com/office/drawing/2014/main" id="{2EA33C3F-2674-839C-D54B-3EE467C38C2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221592" y="5746345"/>
            <a:ext cx="955550" cy="1046990"/>
          </a:xfrm>
          <a:prstGeom prst="rect">
            <a:avLst/>
          </a:prstGeom>
        </p:spPr>
      </p:pic>
      <p:sp>
        <p:nvSpPr>
          <p:cNvPr id="2" name="Elipse 30">
            <a:extLst>
              <a:ext uri="{FF2B5EF4-FFF2-40B4-BE49-F238E27FC236}">
                <a16:creationId xmlns:a16="http://schemas.microsoft.com/office/drawing/2014/main" id="{00E9A901-C5A5-B9DC-CA28-B0A760D5B140}"/>
              </a:ext>
            </a:extLst>
          </p:cNvPr>
          <p:cNvSpPr/>
          <p:nvPr userDrawn="1"/>
        </p:nvSpPr>
        <p:spPr>
          <a:xfrm rot="5400000">
            <a:off x="7825149" y="4900209"/>
            <a:ext cx="351000" cy="351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5" name="Conector angulado 34">
            <a:extLst>
              <a:ext uri="{FF2B5EF4-FFF2-40B4-BE49-F238E27FC236}">
                <a16:creationId xmlns:a16="http://schemas.microsoft.com/office/drawing/2014/main" id="{619F2878-1FD7-B64B-F094-5CA4F5D1689B}"/>
              </a:ext>
            </a:extLst>
          </p:cNvPr>
          <p:cNvCxnSpPr>
            <a:stCxn id="2" idx="6"/>
          </p:cNvCxnSpPr>
          <p:nvPr userDrawn="1"/>
        </p:nvCxnSpPr>
        <p:spPr>
          <a:xfrm rot="16200000" flipH="1">
            <a:off x="7850969" y="5400889"/>
            <a:ext cx="1198094" cy="898733"/>
          </a:xfrm>
          <a:prstGeom prst="bentConnector3">
            <a:avLst>
              <a:gd name="adj1" fmla="val 92688"/>
            </a:avLst>
          </a:prstGeom>
          <a:ln>
            <a:solidFill>
              <a:srgbClr val="EE2026"/>
            </a:solidFill>
          </a:ln>
        </p:spPr>
        <p:style>
          <a:lnRef idx="1">
            <a:schemeClr val="accent1"/>
          </a:lnRef>
          <a:fillRef idx="0">
            <a:schemeClr val="accent1"/>
          </a:fillRef>
          <a:effectRef idx="0">
            <a:schemeClr val="accent1"/>
          </a:effectRef>
          <a:fontRef idx="minor">
            <a:schemeClr val="tx1"/>
          </a:fontRef>
        </p:style>
      </p:cxnSp>
      <p:sp>
        <p:nvSpPr>
          <p:cNvPr id="38" name="Espaço Reservado para Texto 18">
            <a:extLst>
              <a:ext uri="{FF2B5EF4-FFF2-40B4-BE49-F238E27FC236}">
                <a16:creationId xmlns:a16="http://schemas.microsoft.com/office/drawing/2014/main" id="{8BD0E57A-36B1-6833-C62A-A95E69EB55AB}"/>
              </a:ext>
            </a:extLst>
          </p:cNvPr>
          <p:cNvSpPr>
            <a:spLocks noGrp="1"/>
          </p:cNvSpPr>
          <p:nvPr>
            <p:ph type="body" sz="quarter" idx="20" hasCustomPrompt="1"/>
          </p:nvPr>
        </p:nvSpPr>
        <p:spPr>
          <a:xfrm>
            <a:off x="8339707" y="5888642"/>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grpSp>
        <p:nvGrpSpPr>
          <p:cNvPr id="45" name="Grupo 40">
            <a:extLst>
              <a:ext uri="{FF2B5EF4-FFF2-40B4-BE49-F238E27FC236}">
                <a16:creationId xmlns:a16="http://schemas.microsoft.com/office/drawing/2014/main" id="{578F0D4F-D74D-C182-AE9E-A1C5A7BB0675}"/>
              </a:ext>
            </a:extLst>
          </p:cNvPr>
          <p:cNvGrpSpPr/>
          <p:nvPr userDrawn="1"/>
        </p:nvGrpSpPr>
        <p:grpSpPr>
          <a:xfrm rot="5400000">
            <a:off x="772039" y="5752665"/>
            <a:ext cx="1289486" cy="351000"/>
            <a:chOff x="6518136" y="4850711"/>
            <a:chExt cx="859657" cy="234000"/>
          </a:xfrm>
          <a:solidFill>
            <a:srgbClr val="060303"/>
          </a:solidFill>
        </p:grpSpPr>
        <p:sp>
          <p:nvSpPr>
            <p:cNvPr id="46" name="Elipse 41">
              <a:extLst>
                <a:ext uri="{FF2B5EF4-FFF2-40B4-BE49-F238E27FC236}">
                  <a16:creationId xmlns:a16="http://schemas.microsoft.com/office/drawing/2014/main" id="{A752E9A1-E5F0-348C-88FE-473BB16A9BB3}"/>
                </a:ext>
              </a:extLst>
            </p:cNvPr>
            <p:cNvSpPr/>
            <p:nvPr/>
          </p:nvSpPr>
          <p:spPr>
            <a:xfrm>
              <a:off x="7143793" y="4850711"/>
              <a:ext cx="234000" cy="234000"/>
            </a:xfrm>
            <a:prstGeom prst="ellipse">
              <a:avLst/>
            </a:prstGeom>
            <a:grpFill/>
            <a:ln>
              <a:solidFill>
                <a:srgbClr val="06030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7" name="Conector reto 42">
              <a:extLst>
                <a:ext uri="{FF2B5EF4-FFF2-40B4-BE49-F238E27FC236}">
                  <a16:creationId xmlns:a16="http://schemas.microsoft.com/office/drawing/2014/main" id="{DC9FDE36-6BCA-F174-233C-C3FE19C48A49}"/>
                </a:ext>
              </a:extLst>
            </p:cNvPr>
            <p:cNvCxnSpPr/>
            <p:nvPr/>
          </p:nvCxnSpPr>
          <p:spPr>
            <a:xfrm rot="10800000" flipH="1" flipV="1">
              <a:off x="6518136" y="4972537"/>
              <a:ext cx="697473" cy="149"/>
            </a:xfrm>
            <a:prstGeom prst="line">
              <a:avLst/>
            </a:prstGeom>
            <a:grpFill/>
            <a:ln>
              <a:solidFill>
                <a:srgbClr val="060303"/>
              </a:solidFill>
            </a:ln>
          </p:spPr>
          <p:style>
            <a:lnRef idx="1">
              <a:schemeClr val="accent1"/>
            </a:lnRef>
            <a:fillRef idx="0">
              <a:schemeClr val="accent1"/>
            </a:fillRef>
            <a:effectRef idx="0">
              <a:schemeClr val="accent1"/>
            </a:effectRef>
            <a:fontRef idx="minor">
              <a:schemeClr val="tx1"/>
            </a:fontRef>
          </p:style>
        </p:cxnSp>
      </p:grpSp>
      <p:sp>
        <p:nvSpPr>
          <p:cNvPr id="49" name="Espaço Reservado para Texto 18">
            <a:extLst>
              <a:ext uri="{FF2B5EF4-FFF2-40B4-BE49-F238E27FC236}">
                <a16:creationId xmlns:a16="http://schemas.microsoft.com/office/drawing/2014/main" id="{9FDFE7C7-692C-0093-62E2-0414D1CE6A54}"/>
              </a:ext>
            </a:extLst>
          </p:cNvPr>
          <p:cNvSpPr>
            <a:spLocks noGrp="1"/>
          </p:cNvSpPr>
          <p:nvPr>
            <p:ph type="body" sz="quarter" idx="22" hasCustomPrompt="1"/>
          </p:nvPr>
        </p:nvSpPr>
        <p:spPr>
          <a:xfrm>
            <a:off x="1003465" y="4862705"/>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50" name="Espaço Reservado para Texto 13">
            <a:extLst>
              <a:ext uri="{FF2B5EF4-FFF2-40B4-BE49-F238E27FC236}">
                <a16:creationId xmlns:a16="http://schemas.microsoft.com/office/drawing/2014/main" id="{64271FFC-0C86-0C03-A5E4-17DF4E539B6D}"/>
              </a:ext>
            </a:extLst>
          </p:cNvPr>
          <p:cNvSpPr>
            <a:spLocks noGrp="1"/>
          </p:cNvSpPr>
          <p:nvPr>
            <p:ph type="body" sz="quarter" idx="23" hasCustomPrompt="1"/>
          </p:nvPr>
        </p:nvSpPr>
        <p:spPr>
          <a:xfrm>
            <a:off x="8273580" y="6920963"/>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52" name="Espaço Reservado para Texto 9">
            <a:extLst>
              <a:ext uri="{FF2B5EF4-FFF2-40B4-BE49-F238E27FC236}">
                <a16:creationId xmlns:a16="http://schemas.microsoft.com/office/drawing/2014/main" id="{4EB75AD5-6E33-BB07-58B0-905F25E50E5A}"/>
              </a:ext>
            </a:extLst>
          </p:cNvPr>
          <p:cNvSpPr>
            <a:spLocks noGrp="1"/>
          </p:cNvSpPr>
          <p:nvPr>
            <p:ph type="body" sz="quarter" idx="24" hasCustomPrompt="1"/>
          </p:nvPr>
        </p:nvSpPr>
        <p:spPr>
          <a:xfrm>
            <a:off x="1909565" y="4430455"/>
            <a:ext cx="2998494" cy="1160250"/>
          </a:xfrm>
          <a:prstGeom prst="rect">
            <a:avLst/>
          </a:prstGeom>
        </p:spPr>
        <p:txBody>
          <a:bodyPr anchor="b"/>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1" name="Espaço Reservado para Texto 9"/>
          <p:cNvSpPr>
            <a:spLocks noGrp="1"/>
          </p:cNvSpPr>
          <p:nvPr>
            <p:ph type="body" sz="quarter" idx="16" hasCustomPrompt="1"/>
          </p:nvPr>
        </p:nvSpPr>
        <p:spPr>
          <a:xfrm>
            <a:off x="8266553" y="7301391"/>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Tree>
    <p:extLst>
      <p:ext uri="{BB962C8B-B14F-4D97-AF65-F5344CB8AC3E}">
        <p14:creationId xmlns:p14="http://schemas.microsoft.com/office/powerpoint/2010/main" val="65368038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rilha_SIS_2_1">
    <p:bg>
      <p:bgPr>
        <a:solidFill>
          <a:srgbClr val="EFEFEF"/>
        </a:solidFill>
        <a:effectLst/>
      </p:bgPr>
    </p:bg>
    <p:spTree>
      <p:nvGrpSpPr>
        <p:cNvPr id="1" name=""/>
        <p:cNvGrpSpPr/>
        <p:nvPr/>
      </p:nvGrpSpPr>
      <p:grpSpPr>
        <a:xfrm>
          <a:off x="0" y="0"/>
          <a:ext cx="0" cy="0"/>
          <a:chOff x="0" y="0"/>
          <a:chExt cx="0" cy="0"/>
        </a:xfrm>
      </p:grpSpPr>
      <p:sp>
        <p:nvSpPr>
          <p:cNvPr id="31" name="Elipse 30"/>
          <p:cNvSpPr/>
          <p:nvPr userDrawn="1"/>
        </p:nvSpPr>
        <p:spPr>
          <a:xfrm rot="5400000">
            <a:off x="7825149" y="4900209"/>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35" name="Conector angulado 34"/>
          <p:cNvCxnSpPr>
            <a:stCxn id="31" idx="6"/>
          </p:cNvCxnSpPr>
          <p:nvPr userDrawn="1"/>
        </p:nvCxnSpPr>
        <p:spPr>
          <a:xfrm rot="16200000" flipH="1">
            <a:off x="7850969" y="5400889"/>
            <a:ext cx="1198094" cy="898733"/>
          </a:xfrm>
          <a:prstGeom prst="bentConnector3">
            <a:avLst>
              <a:gd name="adj1" fmla="val 92688"/>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6" name="Imagem 35"/>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8217020" y="5746346"/>
            <a:ext cx="960122" cy="1046990"/>
          </a:xfrm>
          <a:prstGeom prst="rect">
            <a:avLst/>
          </a:prstGeom>
        </p:spPr>
      </p:pic>
      <p:sp>
        <p:nvSpPr>
          <p:cNvPr id="21" name="Espaço Reservado para Texto 9"/>
          <p:cNvSpPr>
            <a:spLocks noGrp="1"/>
          </p:cNvSpPr>
          <p:nvPr userDrawn="1">
            <p:ph type="body" sz="quarter" idx="16" hasCustomPrompt="1"/>
          </p:nvPr>
        </p:nvSpPr>
        <p:spPr>
          <a:xfrm>
            <a:off x="8266553" y="6935631"/>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5" name="Espaço Reservado para Texto 18"/>
          <p:cNvSpPr>
            <a:spLocks noGrp="1"/>
          </p:cNvSpPr>
          <p:nvPr userDrawn="1">
            <p:ph type="body" sz="quarter" idx="20" hasCustomPrompt="1"/>
          </p:nvPr>
        </p:nvSpPr>
        <p:spPr>
          <a:xfrm>
            <a:off x="8339707" y="5888642"/>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pic>
        <p:nvPicPr>
          <p:cNvPr id="2" name="Imagem 31">
            <a:extLst>
              <a:ext uri="{FF2B5EF4-FFF2-40B4-BE49-F238E27FC236}">
                <a16:creationId xmlns:a16="http://schemas.microsoft.com/office/drawing/2014/main" id="{89EA1505-53FB-3B40-C91E-97FFB173BF32}"/>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869266" y="4724462"/>
            <a:ext cx="955550" cy="1046990"/>
          </a:xfrm>
          <a:prstGeom prst="rect">
            <a:avLst/>
          </a:prstGeom>
        </p:spPr>
      </p:pic>
      <p:grpSp>
        <p:nvGrpSpPr>
          <p:cNvPr id="4" name="Grupo 40">
            <a:extLst>
              <a:ext uri="{FF2B5EF4-FFF2-40B4-BE49-F238E27FC236}">
                <a16:creationId xmlns:a16="http://schemas.microsoft.com/office/drawing/2014/main" id="{24C6B366-85A2-991C-E13D-133B8F900EE3}"/>
              </a:ext>
            </a:extLst>
          </p:cNvPr>
          <p:cNvGrpSpPr/>
          <p:nvPr userDrawn="1"/>
        </p:nvGrpSpPr>
        <p:grpSpPr>
          <a:xfrm rot="5400000">
            <a:off x="772039" y="5752665"/>
            <a:ext cx="1289486" cy="351000"/>
            <a:chOff x="6518136" y="4850711"/>
            <a:chExt cx="859657" cy="234000"/>
          </a:xfrm>
        </p:grpSpPr>
        <p:sp>
          <p:nvSpPr>
            <p:cNvPr id="5" name="Elipse 41">
              <a:extLst>
                <a:ext uri="{FF2B5EF4-FFF2-40B4-BE49-F238E27FC236}">
                  <a16:creationId xmlns:a16="http://schemas.microsoft.com/office/drawing/2014/main" id="{3567D7DF-3C09-16F0-ECB6-D473B09C4715}"/>
                </a:ext>
              </a:extLst>
            </p:cNvPr>
            <p:cNvSpPr/>
            <p:nvPr/>
          </p:nvSpPr>
          <p:spPr>
            <a:xfrm>
              <a:off x="7143793" y="4850711"/>
              <a:ext cx="234000" cy="234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6" name="Conector reto 42">
              <a:extLst>
                <a:ext uri="{FF2B5EF4-FFF2-40B4-BE49-F238E27FC236}">
                  <a16:creationId xmlns:a16="http://schemas.microsoft.com/office/drawing/2014/main" id="{1BBAA7DD-81AA-6A89-B500-5EE8714A68A8}"/>
                </a:ext>
              </a:extLst>
            </p:cNvPr>
            <p:cNvCxnSpPr/>
            <p:nvPr/>
          </p:nvCxnSpPr>
          <p:spPr>
            <a:xfrm rot="10800000" flipH="1" flipV="1">
              <a:off x="6518136" y="4972537"/>
              <a:ext cx="697473" cy="149"/>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sp>
        <p:nvSpPr>
          <p:cNvPr id="7" name="Espaço Reservado para Texto 9">
            <a:extLst>
              <a:ext uri="{FF2B5EF4-FFF2-40B4-BE49-F238E27FC236}">
                <a16:creationId xmlns:a16="http://schemas.microsoft.com/office/drawing/2014/main" id="{4B8BE006-DD0E-F312-6C44-18A4F0E31D89}"/>
              </a:ext>
            </a:extLst>
          </p:cNvPr>
          <p:cNvSpPr>
            <a:spLocks noGrp="1"/>
          </p:cNvSpPr>
          <p:nvPr>
            <p:ph type="body" sz="quarter" idx="21" hasCustomPrompt="1"/>
          </p:nvPr>
        </p:nvSpPr>
        <p:spPr>
          <a:xfrm>
            <a:off x="1897661" y="5246650"/>
            <a:ext cx="2998494" cy="788389"/>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8" name="Espaço Reservado para Texto 18">
            <a:extLst>
              <a:ext uri="{FF2B5EF4-FFF2-40B4-BE49-F238E27FC236}">
                <a16:creationId xmlns:a16="http://schemas.microsoft.com/office/drawing/2014/main" id="{C0110B66-87B3-D006-65F4-833C1FD9D07C}"/>
              </a:ext>
            </a:extLst>
          </p:cNvPr>
          <p:cNvSpPr>
            <a:spLocks noGrp="1"/>
          </p:cNvSpPr>
          <p:nvPr>
            <p:ph type="body" sz="quarter" idx="22" hasCustomPrompt="1"/>
          </p:nvPr>
        </p:nvSpPr>
        <p:spPr>
          <a:xfrm>
            <a:off x="1003465" y="4862705"/>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9" name="Espaço Reservado para Texto 13">
            <a:extLst>
              <a:ext uri="{FF2B5EF4-FFF2-40B4-BE49-F238E27FC236}">
                <a16:creationId xmlns:a16="http://schemas.microsoft.com/office/drawing/2014/main" id="{ED33B234-5DA0-6742-AED0-82F454B955D2}"/>
              </a:ext>
            </a:extLst>
          </p:cNvPr>
          <p:cNvSpPr>
            <a:spLocks noGrp="1"/>
          </p:cNvSpPr>
          <p:nvPr>
            <p:ph type="body" sz="quarter" idx="23" hasCustomPrompt="1"/>
          </p:nvPr>
        </p:nvSpPr>
        <p:spPr>
          <a:xfrm>
            <a:off x="1900253" y="4879142"/>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Tree>
    <p:extLst>
      <p:ext uri="{BB962C8B-B14F-4D97-AF65-F5344CB8AC3E}">
        <p14:creationId xmlns:p14="http://schemas.microsoft.com/office/powerpoint/2010/main" val="417243393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rilha_SIS_1">
    <p:spTree>
      <p:nvGrpSpPr>
        <p:cNvPr id="1" name=""/>
        <p:cNvGrpSpPr/>
        <p:nvPr/>
      </p:nvGrpSpPr>
      <p:grpSpPr>
        <a:xfrm>
          <a:off x="0" y="0"/>
          <a:ext cx="0" cy="0"/>
          <a:chOff x="0" y="0"/>
          <a:chExt cx="0" cy="0"/>
        </a:xfrm>
      </p:grpSpPr>
      <p:pic>
        <p:nvPicPr>
          <p:cNvPr id="3" name="Imagem 2" descr="Forma&#10;&#10;Descrição gerada automaticamente com confiança média">
            <a:extLst>
              <a:ext uri="{FF2B5EF4-FFF2-40B4-BE49-F238E27FC236}">
                <a16:creationId xmlns:a16="http://schemas.microsoft.com/office/drawing/2014/main" id="{80DEC414-B9BB-D43D-CEAE-AE24D519E556}"/>
              </a:ext>
            </a:extLst>
          </p:cNvPr>
          <p:cNvPicPr>
            <a:picLocks noChangeAspect="1"/>
          </p:cNvPicPr>
          <p:nvPr userDrawn="1"/>
        </p:nvPicPr>
        <p:blipFill>
          <a:blip r:embed="rId2" cstate="print">
            <a:alphaModFix amt="4000"/>
            <a:extLst>
              <a:ext uri="{28A0092B-C50C-407E-A947-70E740481C1C}">
                <a14:useLocalDpi xmlns:a14="http://schemas.microsoft.com/office/drawing/2010/main"/>
              </a:ext>
            </a:extLst>
          </a:blip>
          <a:stretch>
            <a:fillRect/>
          </a:stretch>
        </p:blipFill>
        <p:spPr>
          <a:xfrm>
            <a:off x="7292" y="0"/>
            <a:ext cx="18273416" cy="10287000"/>
          </a:xfrm>
          <a:prstGeom prst="rect">
            <a:avLst/>
          </a:prstGeom>
        </p:spPr>
      </p:pic>
      <p:pic>
        <p:nvPicPr>
          <p:cNvPr id="4" name="Imagem 3">
            <a:extLst>
              <a:ext uri="{FF2B5EF4-FFF2-40B4-BE49-F238E27FC236}">
                <a16:creationId xmlns:a16="http://schemas.microsoft.com/office/drawing/2014/main" id="{9EABDEFB-34C2-857E-ADD2-E7314C1D8A30}"/>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a:off x="11699858" y="1367208"/>
            <a:ext cx="6615378" cy="8919792"/>
          </a:xfrm>
          <a:prstGeom prst="rect">
            <a:avLst/>
          </a:prstGeom>
        </p:spPr>
      </p:pic>
    </p:spTree>
    <p:extLst>
      <p:ext uri="{BB962C8B-B14F-4D97-AF65-F5344CB8AC3E}">
        <p14:creationId xmlns:p14="http://schemas.microsoft.com/office/powerpoint/2010/main" val="14229925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_Layout Personalizado">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0F2ED3E9-3B0B-E370-C738-4D436A14D453}"/>
              </a:ext>
            </a:extLst>
          </p:cNvPr>
          <p:cNvSpPr/>
          <p:nvPr userDrawn="1"/>
        </p:nvSpPr>
        <p:spPr>
          <a:xfrm>
            <a:off x="0" y="0"/>
            <a:ext cx="18288000" cy="10287000"/>
          </a:xfrm>
          <a:prstGeom prst="rect">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2" name="Imagem 11">
            <a:extLst>
              <a:ext uri="{FF2B5EF4-FFF2-40B4-BE49-F238E27FC236}">
                <a16:creationId xmlns:a16="http://schemas.microsoft.com/office/drawing/2014/main" id="{06070741-F12A-8AE0-A856-496655A6D282}"/>
              </a:ext>
            </a:extLst>
          </p:cNvPr>
          <p:cNvPicPr>
            <a:picLocks/>
          </p:cNvPicPr>
          <p:nvPr userDrawn="1"/>
        </p:nvPicPr>
        <p:blipFill>
          <a:blip r:embed="rId2"/>
          <a:stretch>
            <a:fillRect/>
          </a:stretch>
        </p:blipFill>
        <p:spPr>
          <a:xfrm>
            <a:off x="8704814" y="2055603"/>
            <a:ext cx="6307210" cy="4564807"/>
          </a:xfrm>
          <a:prstGeom prst="rect">
            <a:avLst/>
          </a:prstGeom>
        </p:spPr>
      </p:pic>
      <p:pic>
        <p:nvPicPr>
          <p:cNvPr id="9" name="Imagem 8">
            <a:extLst>
              <a:ext uri="{FF2B5EF4-FFF2-40B4-BE49-F238E27FC236}">
                <a16:creationId xmlns:a16="http://schemas.microsoft.com/office/drawing/2014/main" id="{FE5C3D9F-B029-0E1B-FAB8-ED8C67722FE7}"/>
              </a:ext>
            </a:extLst>
          </p:cNvPr>
          <p:cNvPicPr>
            <a:picLocks/>
          </p:cNvPicPr>
          <p:nvPr userDrawn="1"/>
        </p:nvPicPr>
        <p:blipFill>
          <a:blip r:embed="rId2"/>
          <a:stretch>
            <a:fillRect/>
          </a:stretch>
        </p:blipFill>
        <p:spPr>
          <a:xfrm>
            <a:off x="8704814" y="2055603"/>
            <a:ext cx="6307210" cy="4564807"/>
          </a:xfrm>
          <a:prstGeom prst="rect">
            <a:avLst/>
          </a:prstGeom>
        </p:spPr>
      </p:pic>
      <p:sp>
        <p:nvSpPr>
          <p:cNvPr id="7" name="TextBox 4">
            <a:extLst>
              <a:ext uri="{FF2B5EF4-FFF2-40B4-BE49-F238E27FC236}">
                <a16:creationId xmlns:a16="http://schemas.microsoft.com/office/drawing/2014/main" id="{CF524BA5-8A5B-145B-7D69-2189A7ECA0A4}"/>
              </a:ext>
            </a:extLst>
          </p:cNvPr>
          <p:cNvSpPr txBox="1"/>
          <p:nvPr userDrawn="1"/>
        </p:nvSpPr>
        <p:spPr>
          <a:xfrm>
            <a:off x="3224043" y="3598169"/>
            <a:ext cx="5102506" cy="2344928"/>
          </a:xfrm>
          <a:prstGeom prst="rect">
            <a:avLst/>
          </a:prstGeom>
        </p:spPr>
        <p:txBody>
          <a:bodyPr lIns="0" tIns="0" rIns="0" bIns="0" rtlCol="0" anchor="t">
            <a:spAutoFit/>
          </a:bodyPr>
          <a:lstStyle/>
          <a:p>
            <a:pPr algn="r">
              <a:lnSpc>
                <a:spcPts val="6015"/>
              </a:lnSpc>
            </a:pPr>
            <a:r>
              <a:rPr lang="pt-BR" sz="6399" noProof="0">
                <a:solidFill>
                  <a:srgbClr val="000000"/>
                </a:solidFill>
                <a:latin typeface="Poppins Bold"/>
              </a:rPr>
              <a:t>Educação Profissional Paulista</a:t>
            </a:r>
          </a:p>
        </p:txBody>
      </p:sp>
      <p:sp>
        <p:nvSpPr>
          <p:cNvPr id="2" name="TextBox 5">
            <a:extLst>
              <a:ext uri="{FF2B5EF4-FFF2-40B4-BE49-F238E27FC236}">
                <a16:creationId xmlns:a16="http://schemas.microsoft.com/office/drawing/2014/main" id="{6DBC72C7-C710-800A-C379-F6C1DBE65031}"/>
              </a:ext>
            </a:extLst>
          </p:cNvPr>
          <p:cNvSpPr txBox="1"/>
          <p:nvPr userDrawn="1"/>
        </p:nvSpPr>
        <p:spPr>
          <a:xfrm>
            <a:off x="9104402" y="3475910"/>
            <a:ext cx="5367683" cy="846386"/>
          </a:xfrm>
          <a:prstGeom prst="rect">
            <a:avLst/>
          </a:prstGeom>
        </p:spPr>
        <p:txBody>
          <a:bodyPr lIns="0" tIns="0" rIns="0" bIns="0" rtlCol="0" anchor="t">
            <a:spAutoFit/>
          </a:bodyPr>
          <a:lstStyle/>
          <a:p>
            <a:pPr>
              <a:lnSpc>
                <a:spcPts val="6845"/>
              </a:lnSpc>
            </a:pPr>
            <a:r>
              <a:rPr lang="pt-BR" sz="5000" noProof="0">
                <a:solidFill>
                  <a:srgbClr val="FFFFFF"/>
                </a:solidFill>
                <a:latin typeface="Poppins Light"/>
              </a:rPr>
              <a:t>Técnico em </a:t>
            </a:r>
          </a:p>
        </p:txBody>
      </p:sp>
      <p:sp>
        <p:nvSpPr>
          <p:cNvPr id="4" name="TextBox 6">
            <a:extLst>
              <a:ext uri="{FF2B5EF4-FFF2-40B4-BE49-F238E27FC236}">
                <a16:creationId xmlns:a16="http://schemas.microsoft.com/office/drawing/2014/main" id="{6C42670F-F865-673C-461A-99A20C35AD88}"/>
              </a:ext>
            </a:extLst>
          </p:cNvPr>
          <p:cNvSpPr txBox="1"/>
          <p:nvPr userDrawn="1"/>
        </p:nvSpPr>
        <p:spPr>
          <a:xfrm>
            <a:off x="9174600" y="4344718"/>
            <a:ext cx="5510664" cy="1446550"/>
          </a:xfrm>
          <a:prstGeom prst="rect">
            <a:avLst/>
          </a:prstGeom>
        </p:spPr>
        <p:txBody>
          <a:bodyPr wrap="square" lIns="0" tIns="0" rIns="0" bIns="0" rtlCol="0" anchor="t">
            <a:spAutoFit/>
          </a:bodyPr>
          <a:lstStyle/>
          <a:p>
            <a:pPr>
              <a:lnSpc>
                <a:spcPct val="100000"/>
              </a:lnSpc>
            </a:pPr>
            <a:r>
              <a:rPr lang="pt-BR" sz="4700" noProof="0">
                <a:solidFill>
                  <a:srgbClr val="FFFFFF"/>
                </a:solidFill>
                <a:latin typeface="Poppins Bold"/>
              </a:rPr>
              <a:t>Desenvolvimento de Sistemas</a:t>
            </a:r>
          </a:p>
        </p:txBody>
      </p:sp>
    </p:spTree>
    <p:extLst>
      <p:ext uri="{BB962C8B-B14F-4D97-AF65-F5344CB8AC3E}">
        <p14:creationId xmlns:p14="http://schemas.microsoft.com/office/powerpoint/2010/main" val="45673459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Layout Personalizado" userDrawn="1">
  <p:cSld name="Layout Personalizado">
    <p:spTree>
      <p:nvGrpSpPr>
        <p:cNvPr id="1" name="Shape 10"/>
        <p:cNvGrpSpPr/>
        <p:nvPr/>
      </p:nvGrpSpPr>
      <p:grpSpPr>
        <a:xfrm>
          <a:off x="0" y="0"/>
          <a:ext cx="0" cy="0"/>
          <a:chOff x="0" y="0"/>
          <a:chExt cx="0" cy="0"/>
        </a:xfrm>
      </p:grpSpPr>
      <p:pic>
        <p:nvPicPr>
          <p:cNvPr id="3" name="Google Shape;11;p2">
            <a:extLst>
              <a:ext uri="{FF2B5EF4-FFF2-40B4-BE49-F238E27FC236}">
                <a16:creationId xmlns:a16="http://schemas.microsoft.com/office/drawing/2014/main" id="{CD1033A7-228B-1DA2-EB35-B102BEEA1D77}"/>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8288000" cy="10288800"/>
          </a:xfrm>
          <a:prstGeom prst="rect">
            <a:avLst/>
          </a:prstGeom>
          <a:noFill/>
          <a:ln>
            <a:noFill/>
          </a:ln>
        </p:spPr>
      </p:pic>
      <p:pic>
        <p:nvPicPr>
          <p:cNvPr id="10" name="Imagem 9">
            <a:extLst>
              <a:ext uri="{FF2B5EF4-FFF2-40B4-BE49-F238E27FC236}">
                <a16:creationId xmlns:a16="http://schemas.microsoft.com/office/drawing/2014/main" id="{07A11B52-8612-7C71-6344-4D7DD1546904}"/>
              </a:ext>
            </a:extLst>
          </p:cNvPr>
          <p:cNvPicPr>
            <a:picLocks/>
          </p:cNvPicPr>
          <p:nvPr userDrawn="1"/>
        </p:nvPicPr>
        <p:blipFill>
          <a:blip r:embed="rId3"/>
          <a:stretch>
            <a:fillRect/>
          </a:stretch>
        </p:blipFill>
        <p:spPr>
          <a:xfrm>
            <a:off x="0" y="0"/>
            <a:ext cx="12848420" cy="8071212"/>
          </a:xfrm>
          <a:prstGeom prst="rect">
            <a:avLst/>
          </a:prstGeom>
        </p:spPr>
      </p:pic>
      <p:pic>
        <p:nvPicPr>
          <p:cNvPr id="12" name="Imagem 11">
            <a:extLst>
              <a:ext uri="{FF2B5EF4-FFF2-40B4-BE49-F238E27FC236}">
                <a16:creationId xmlns:a16="http://schemas.microsoft.com/office/drawing/2014/main" id="{AB59D086-9918-4A78-62CA-F827D324B434}"/>
              </a:ext>
            </a:extLst>
          </p:cNvPr>
          <p:cNvPicPr>
            <a:picLocks/>
          </p:cNvPicPr>
          <p:nvPr userDrawn="1"/>
        </p:nvPicPr>
        <p:blipFill>
          <a:blip r:embed="rId3"/>
          <a:stretch>
            <a:fillRect/>
          </a:stretch>
        </p:blipFill>
        <p:spPr>
          <a:xfrm>
            <a:off x="0" y="0"/>
            <a:ext cx="12848420" cy="8071212"/>
          </a:xfrm>
          <a:prstGeom prst="rect">
            <a:avLst/>
          </a:prstGeom>
        </p:spPr>
      </p:pic>
      <p:sp>
        <p:nvSpPr>
          <p:cNvPr id="5" name="CaixaDeTexto 4">
            <a:extLst>
              <a:ext uri="{FF2B5EF4-FFF2-40B4-BE49-F238E27FC236}">
                <a16:creationId xmlns:a16="http://schemas.microsoft.com/office/drawing/2014/main" id="{8F753BE2-99F0-4892-173B-5CB027D775FC}"/>
              </a:ext>
            </a:extLst>
          </p:cNvPr>
          <p:cNvSpPr txBox="1"/>
          <p:nvPr userDrawn="1"/>
        </p:nvSpPr>
        <p:spPr>
          <a:xfrm>
            <a:off x="19576473" y="292330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211634642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Layout Personalizado" preserve="1" userDrawn="1">
  <p:cSld name="1_Layout Personalizado">
    <p:spTree>
      <p:nvGrpSpPr>
        <p:cNvPr id="1" name="Shape 10"/>
        <p:cNvGrpSpPr/>
        <p:nvPr/>
      </p:nvGrpSpPr>
      <p:grpSpPr>
        <a:xfrm>
          <a:off x="0" y="0"/>
          <a:ext cx="0" cy="0"/>
          <a:chOff x="0" y="0"/>
          <a:chExt cx="0" cy="0"/>
        </a:xfrm>
      </p:grpSpPr>
      <p:pic>
        <p:nvPicPr>
          <p:cNvPr id="6" name="Google Shape;11;p2">
            <a:extLst>
              <a:ext uri="{FF2B5EF4-FFF2-40B4-BE49-F238E27FC236}">
                <a16:creationId xmlns:a16="http://schemas.microsoft.com/office/drawing/2014/main" id="{8A610ACC-90D2-5456-1F39-1F02FE18018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8288000" cy="10288800"/>
          </a:xfrm>
          <a:prstGeom prst="rect">
            <a:avLst/>
          </a:prstGeom>
          <a:noFill/>
          <a:ln>
            <a:noFill/>
          </a:ln>
        </p:spPr>
      </p:pic>
      <p:pic>
        <p:nvPicPr>
          <p:cNvPr id="11" name="Imagem 10">
            <a:extLst>
              <a:ext uri="{FF2B5EF4-FFF2-40B4-BE49-F238E27FC236}">
                <a16:creationId xmlns:a16="http://schemas.microsoft.com/office/drawing/2014/main" id="{1F5C4FA3-FDFE-F25F-F9AA-D22600A1B77A}"/>
              </a:ext>
            </a:extLst>
          </p:cNvPr>
          <p:cNvPicPr>
            <a:picLocks/>
          </p:cNvPicPr>
          <p:nvPr userDrawn="1"/>
        </p:nvPicPr>
        <p:blipFill>
          <a:blip r:embed="rId3"/>
          <a:stretch>
            <a:fillRect/>
          </a:stretch>
        </p:blipFill>
        <p:spPr>
          <a:xfrm>
            <a:off x="0" y="0"/>
            <a:ext cx="12848420" cy="8071212"/>
          </a:xfrm>
          <a:prstGeom prst="rect">
            <a:avLst/>
          </a:prstGeom>
        </p:spPr>
      </p:pic>
      <p:pic>
        <p:nvPicPr>
          <p:cNvPr id="14" name="Imagem 13">
            <a:extLst>
              <a:ext uri="{FF2B5EF4-FFF2-40B4-BE49-F238E27FC236}">
                <a16:creationId xmlns:a16="http://schemas.microsoft.com/office/drawing/2014/main" id="{DA9D6DCB-5B8A-0587-499F-0019E7333D48}"/>
              </a:ext>
            </a:extLst>
          </p:cNvPr>
          <p:cNvPicPr>
            <a:picLocks/>
          </p:cNvPicPr>
          <p:nvPr userDrawn="1"/>
        </p:nvPicPr>
        <p:blipFill>
          <a:blip r:embed="rId3"/>
          <a:stretch>
            <a:fillRect/>
          </a:stretch>
        </p:blipFill>
        <p:spPr>
          <a:xfrm>
            <a:off x="0" y="0"/>
            <a:ext cx="12848420" cy="8071212"/>
          </a:xfrm>
          <a:prstGeom prst="rect">
            <a:avLst/>
          </a:prstGeom>
        </p:spPr>
      </p:pic>
      <p:sp>
        <p:nvSpPr>
          <p:cNvPr id="5" name="CaixaDeTexto 4">
            <a:extLst>
              <a:ext uri="{FF2B5EF4-FFF2-40B4-BE49-F238E27FC236}">
                <a16:creationId xmlns:a16="http://schemas.microsoft.com/office/drawing/2014/main" id="{8F753BE2-99F0-4892-173B-5CB027D775FC}"/>
              </a:ext>
            </a:extLst>
          </p:cNvPr>
          <p:cNvSpPr txBox="1"/>
          <p:nvPr userDrawn="1"/>
        </p:nvSpPr>
        <p:spPr>
          <a:xfrm>
            <a:off x="19576473" y="292330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2" name="Google Shape;643;p43">
            <a:extLst>
              <a:ext uri="{FF2B5EF4-FFF2-40B4-BE49-F238E27FC236}">
                <a16:creationId xmlns:a16="http://schemas.microsoft.com/office/drawing/2014/main" id="{C48BB9E0-E4E1-D9BE-BCF0-CCC4171FA07E}"/>
              </a:ext>
            </a:extLst>
          </p:cNvPr>
          <p:cNvSpPr txBox="1">
            <a:spLocks/>
          </p:cNvSpPr>
          <p:nvPr userDrawn="1"/>
        </p:nvSpPr>
        <p:spPr>
          <a:xfrm>
            <a:off x="937698" y="3829934"/>
            <a:ext cx="10222120" cy="8031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a:solidFill>
                  <a:srgbClr val="FF161F"/>
                </a:solidFill>
              </a:rPr>
              <a:t>Orientações ao Professor</a:t>
            </a:r>
          </a:p>
        </p:txBody>
      </p:sp>
    </p:spTree>
    <p:extLst>
      <p:ext uri="{BB962C8B-B14F-4D97-AF65-F5344CB8AC3E}">
        <p14:creationId xmlns:p14="http://schemas.microsoft.com/office/powerpoint/2010/main" val="294789509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Only" preserve="1" userDrawn="1">
  <p:cSld name="Title Only">
    <p:spTree>
      <p:nvGrpSpPr>
        <p:cNvPr id="1" name="Shape 16"/>
        <p:cNvGrpSpPr/>
        <p:nvPr/>
      </p:nvGrpSpPr>
      <p:grpSpPr>
        <a:xfrm>
          <a:off x="0" y="0"/>
          <a:ext cx="0" cy="0"/>
          <a:chOff x="0" y="0"/>
          <a:chExt cx="0" cy="0"/>
        </a:xfrm>
      </p:grpSpPr>
      <p:pic>
        <p:nvPicPr>
          <p:cNvPr id="6" name="Google Shape;164;p15">
            <a:extLst>
              <a:ext uri="{FF2B5EF4-FFF2-40B4-BE49-F238E27FC236}">
                <a16:creationId xmlns:a16="http://schemas.microsoft.com/office/drawing/2014/main" id="{2A40035A-46AA-DFA0-4141-7C162F3C6DEC}"/>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r="-3854"/>
          <a:stretch/>
        </p:blipFill>
        <p:spPr>
          <a:xfrm>
            <a:off x="0" y="0"/>
            <a:ext cx="8787534" cy="10287000"/>
          </a:xfrm>
          <a:prstGeom prst="rect">
            <a:avLst/>
          </a:prstGeom>
          <a:noFill/>
          <a:ln>
            <a:noFill/>
          </a:ln>
        </p:spPr>
      </p:pic>
      <p:sp>
        <p:nvSpPr>
          <p:cNvPr id="4" name="Retângulo 3">
            <a:extLst>
              <a:ext uri="{FF2B5EF4-FFF2-40B4-BE49-F238E27FC236}">
                <a16:creationId xmlns:a16="http://schemas.microsoft.com/office/drawing/2014/main" id="{569D7266-D0C4-A44D-9827-A0C02D9BAFF7}"/>
              </a:ext>
            </a:extLst>
          </p:cNvPr>
          <p:cNvSpPr/>
          <p:nvPr userDrawn="1"/>
        </p:nvSpPr>
        <p:spPr>
          <a:xfrm>
            <a:off x="8299521" y="-1"/>
            <a:ext cx="10013430" cy="102855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CaixaDeTexto 4">
            <a:extLst>
              <a:ext uri="{FF2B5EF4-FFF2-40B4-BE49-F238E27FC236}">
                <a16:creationId xmlns:a16="http://schemas.microsoft.com/office/drawing/2014/main" id="{94EF9377-0BC9-8D48-6EB4-411B8F209D6B}"/>
              </a:ext>
            </a:extLst>
          </p:cNvPr>
          <p:cNvSpPr txBox="1"/>
          <p:nvPr userDrawn="1"/>
        </p:nvSpPr>
        <p:spPr>
          <a:xfrm>
            <a:off x="-2203554" y="1514007"/>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12" name="Espaço Reservado para Texto 11">
            <a:extLst>
              <a:ext uri="{FF2B5EF4-FFF2-40B4-BE49-F238E27FC236}">
                <a16:creationId xmlns:a16="http://schemas.microsoft.com/office/drawing/2014/main" id="{5324B01E-494B-5E4B-E130-7F8451233889}"/>
              </a:ext>
            </a:extLst>
          </p:cNvPr>
          <p:cNvSpPr>
            <a:spLocks noGrp="1"/>
          </p:cNvSpPr>
          <p:nvPr>
            <p:ph type="body" sz="quarter" idx="10"/>
          </p:nvPr>
        </p:nvSpPr>
        <p:spPr>
          <a:xfrm>
            <a:off x="1035051" y="3822700"/>
            <a:ext cx="4076596" cy="3313113"/>
          </a:xfrm>
          <a:prstGeom prst="rect">
            <a:avLst/>
          </a:prstGeom>
        </p:spPr>
        <p:txBody>
          <a:bodyPr/>
          <a:lstStyle>
            <a:lvl1pPr>
              <a:defRPr sz="1800"/>
            </a:lvl1pPr>
          </a:lstStyle>
          <a:p>
            <a:pPr lvl="0"/>
            <a:endParaRPr lang="pt-BR"/>
          </a:p>
        </p:txBody>
      </p:sp>
      <p:sp>
        <p:nvSpPr>
          <p:cNvPr id="13" name="Espaço Reservado para Texto 11">
            <a:extLst>
              <a:ext uri="{FF2B5EF4-FFF2-40B4-BE49-F238E27FC236}">
                <a16:creationId xmlns:a16="http://schemas.microsoft.com/office/drawing/2014/main" id="{D70461BD-1593-C70D-1057-4FD1447C604E}"/>
              </a:ext>
            </a:extLst>
          </p:cNvPr>
          <p:cNvSpPr>
            <a:spLocks noGrp="1"/>
          </p:cNvSpPr>
          <p:nvPr>
            <p:ph type="body" sz="quarter" idx="11"/>
          </p:nvPr>
        </p:nvSpPr>
        <p:spPr>
          <a:xfrm>
            <a:off x="12997201" y="404944"/>
            <a:ext cx="4076596" cy="1139044"/>
          </a:xfrm>
          <a:prstGeom prst="rect">
            <a:avLst/>
          </a:prstGeom>
        </p:spPr>
        <p:txBody>
          <a:bodyPr/>
          <a:lstStyle>
            <a:lvl1pPr>
              <a:defRPr sz="1800"/>
            </a:lvl1pPr>
          </a:lstStyle>
          <a:p>
            <a:pPr lvl="0"/>
            <a:endParaRPr lang="pt-BR"/>
          </a:p>
        </p:txBody>
      </p:sp>
      <p:sp>
        <p:nvSpPr>
          <p:cNvPr id="14" name="Espaço Reservado para Texto 11">
            <a:extLst>
              <a:ext uri="{FF2B5EF4-FFF2-40B4-BE49-F238E27FC236}">
                <a16:creationId xmlns:a16="http://schemas.microsoft.com/office/drawing/2014/main" id="{78BE3200-A19B-129C-0001-7074E2293354}"/>
              </a:ext>
            </a:extLst>
          </p:cNvPr>
          <p:cNvSpPr>
            <a:spLocks noGrp="1"/>
          </p:cNvSpPr>
          <p:nvPr>
            <p:ph type="body" sz="quarter" idx="12"/>
          </p:nvPr>
        </p:nvSpPr>
        <p:spPr>
          <a:xfrm>
            <a:off x="12997201" y="1888970"/>
            <a:ext cx="4076596" cy="1139044"/>
          </a:xfrm>
          <a:prstGeom prst="rect">
            <a:avLst/>
          </a:prstGeom>
        </p:spPr>
        <p:txBody>
          <a:bodyPr/>
          <a:lstStyle>
            <a:lvl1pPr>
              <a:defRPr sz="1800"/>
            </a:lvl1pPr>
          </a:lstStyle>
          <a:p>
            <a:pPr lvl="0"/>
            <a:endParaRPr lang="pt-BR"/>
          </a:p>
        </p:txBody>
      </p:sp>
      <p:sp>
        <p:nvSpPr>
          <p:cNvPr id="15" name="Espaço Reservado para Texto 11">
            <a:extLst>
              <a:ext uri="{FF2B5EF4-FFF2-40B4-BE49-F238E27FC236}">
                <a16:creationId xmlns:a16="http://schemas.microsoft.com/office/drawing/2014/main" id="{D5B1F210-DB8A-2C19-6DC1-04B1A4E69F9E}"/>
              </a:ext>
            </a:extLst>
          </p:cNvPr>
          <p:cNvSpPr>
            <a:spLocks noGrp="1"/>
          </p:cNvSpPr>
          <p:nvPr>
            <p:ph type="body" sz="quarter" idx="13"/>
          </p:nvPr>
        </p:nvSpPr>
        <p:spPr>
          <a:xfrm>
            <a:off x="12997201" y="3552879"/>
            <a:ext cx="4076596" cy="1139044"/>
          </a:xfrm>
          <a:prstGeom prst="rect">
            <a:avLst/>
          </a:prstGeom>
        </p:spPr>
        <p:txBody>
          <a:bodyPr/>
          <a:lstStyle>
            <a:lvl1pPr>
              <a:defRPr sz="1800"/>
            </a:lvl1pPr>
          </a:lstStyle>
          <a:p>
            <a:pPr lvl="0"/>
            <a:endParaRPr lang="pt-BR"/>
          </a:p>
        </p:txBody>
      </p:sp>
      <p:sp>
        <p:nvSpPr>
          <p:cNvPr id="16" name="Espaço Reservado para Texto 11">
            <a:extLst>
              <a:ext uri="{FF2B5EF4-FFF2-40B4-BE49-F238E27FC236}">
                <a16:creationId xmlns:a16="http://schemas.microsoft.com/office/drawing/2014/main" id="{AEDDDAF3-00C6-4448-54A0-F213582A9D36}"/>
              </a:ext>
            </a:extLst>
          </p:cNvPr>
          <p:cNvSpPr>
            <a:spLocks noGrp="1"/>
          </p:cNvSpPr>
          <p:nvPr>
            <p:ph type="body" sz="quarter" idx="14"/>
          </p:nvPr>
        </p:nvSpPr>
        <p:spPr>
          <a:xfrm>
            <a:off x="12997201" y="5531581"/>
            <a:ext cx="4076596" cy="1139044"/>
          </a:xfrm>
          <a:prstGeom prst="rect">
            <a:avLst/>
          </a:prstGeom>
        </p:spPr>
        <p:txBody>
          <a:bodyPr/>
          <a:lstStyle>
            <a:lvl1pPr>
              <a:defRPr sz="1800"/>
            </a:lvl1pPr>
          </a:lstStyle>
          <a:p>
            <a:pPr lvl="0"/>
            <a:endParaRPr lang="pt-BR"/>
          </a:p>
        </p:txBody>
      </p:sp>
      <p:sp>
        <p:nvSpPr>
          <p:cNvPr id="17" name="Espaço Reservado para Texto 11">
            <a:extLst>
              <a:ext uri="{FF2B5EF4-FFF2-40B4-BE49-F238E27FC236}">
                <a16:creationId xmlns:a16="http://schemas.microsoft.com/office/drawing/2014/main" id="{33351543-E05B-156E-AB33-2E725E3AE564}"/>
              </a:ext>
            </a:extLst>
          </p:cNvPr>
          <p:cNvSpPr>
            <a:spLocks noGrp="1"/>
          </p:cNvSpPr>
          <p:nvPr>
            <p:ph type="body" sz="quarter" idx="15"/>
          </p:nvPr>
        </p:nvSpPr>
        <p:spPr>
          <a:xfrm>
            <a:off x="12997201" y="7120539"/>
            <a:ext cx="4076596" cy="1139044"/>
          </a:xfrm>
          <a:prstGeom prst="rect">
            <a:avLst/>
          </a:prstGeom>
        </p:spPr>
        <p:txBody>
          <a:bodyPr/>
          <a:lstStyle>
            <a:lvl1pPr>
              <a:defRPr sz="1800"/>
            </a:lvl1pPr>
          </a:lstStyle>
          <a:p>
            <a:pPr lvl="0"/>
            <a:endParaRPr lang="pt-BR"/>
          </a:p>
        </p:txBody>
      </p:sp>
      <p:sp>
        <p:nvSpPr>
          <p:cNvPr id="18" name="Espaço Reservado para Texto 11">
            <a:extLst>
              <a:ext uri="{FF2B5EF4-FFF2-40B4-BE49-F238E27FC236}">
                <a16:creationId xmlns:a16="http://schemas.microsoft.com/office/drawing/2014/main" id="{01D8F84B-5F4E-C2A3-883D-5A1C801EF18C}"/>
              </a:ext>
            </a:extLst>
          </p:cNvPr>
          <p:cNvSpPr>
            <a:spLocks noGrp="1"/>
          </p:cNvSpPr>
          <p:nvPr>
            <p:ph type="body" sz="quarter" idx="16"/>
          </p:nvPr>
        </p:nvSpPr>
        <p:spPr>
          <a:xfrm>
            <a:off x="12997201" y="8709496"/>
            <a:ext cx="4076596" cy="1139044"/>
          </a:xfrm>
          <a:prstGeom prst="rect">
            <a:avLst/>
          </a:prstGeom>
        </p:spPr>
        <p:txBody>
          <a:bodyPr/>
          <a:lstStyle>
            <a:lvl1pPr>
              <a:defRPr sz="1800"/>
            </a:lvl1pPr>
          </a:lstStyle>
          <a:p>
            <a:pPr lvl="0"/>
            <a:endParaRPr lang="pt-BR"/>
          </a:p>
        </p:txBody>
      </p:sp>
      <p:sp>
        <p:nvSpPr>
          <p:cNvPr id="20" name="Espaço Reservado para Imagem 19">
            <a:extLst>
              <a:ext uri="{FF2B5EF4-FFF2-40B4-BE49-F238E27FC236}">
                <a16:creationId xmlns:a16="http://schemas.microsoft.com/office/drawing/2014/main" id="{48712A06-262B-D6D3-C983-0170C2A084D1}"/>
              </a:ext>
            </a:extLst>
          </p:cNvPr>
          <p:cNvSpPr>
            <a:spLocks noGrp="1"/>
          </p:cNvSpPr>
          <p:nvPr>
            <p:ph type="pic" sz="quarter" idx="17"/>
          </p:nvPr>
        </p:nvSpPr>
        <p:spPr>
          <a:xfrm>
            <a:off x="8029575" y="438150"/>
            <a:ext cx="3922713" cy="2274888"/>
          </a:xfrm>
          <a:prstGeom prst="rect">
            <a:avLst/>
          </a:prstGeom>
          <a:solidFill>
            <a:schemeClr val="bg1">
              <a:lumMod val="85000"/>
            </a:schemeClr>
          </a:solidFill>
        </p:spPr>
        <p:txBody>
          <a:bodyPr/>
          <a:lstStyle/>
          <a:p>
            <a:endParaRPr lang="pt-BR"/>
          </a:p>
        </p:txBody>
      </p:sp>
      <p:sp>
        <p:nvSpPr>
          <p:cNvPr id="21" name="Espaço Reservado para Imagem 19">
            <a:extLst>
              <a:ext uri="{FF2B5EF4-FFF2-40B4-BE49-F238E27FC236}">
                <a16:creationId xmlns:a16="http://schemas.microsoft.com/office/drawing/2014/main" id="{0A8B1842-36CA-D18C-45E3-9B8BE54F5233}"/>
              </a:ext>
            </a:extLst>
          </p:cNvPr>
          <p:cNvSpPr>
            <a:spLocks noGrp="1"/>
          </p:cNvSpPr>
          <p:nvPr>
            <p:ph type="pic" sz="quarter" idx="18"/>
          </p:nvPr>
        </p:nvSpPr>
        <p:spPr>
          <a:xfrm>
            <a:off x="8029575" y="3361232"/>
            <a:ext cx="3922713" cy="2274888"/>
          </a:xfrm>
          <a:prstGeom prst="rect">
            <a:avLst/>
          </a:prstGeom>
          <a:solidFill>
            <a:schemeClr val="bg1">
              <a:lumMod val="85000"/>
            </a:schemeClr>
          </a:solidFill>
        </p:spPr>
        <p:txBody>
          <a:bodyPr/>
          <a:lstStyle/>
          <a:p>
            <a:endParaRPr lang="pt-BR"/>
          </a:p>
        </p:txBody>
      </p:sp>
      <p:sp>
        <p:nvSpPr>
          <p:cNvPr id="22" name="Espaço Reservado para Imagem 19">
            <a:extLst>
              <a:ext uri="{FF2B5EF4-FFF2-40B4-BE49-F238E27FC236}">
                <a16:creationId xmlns:a16="http://schemas.microsoft.com/office/drawing/2014/main" id="{9E259D35-9872-B049-FD84-CE39C4A5A725}"/>
              </a:ext>
            </a:extLst>
          </p:cNvPr>
          <p:cNvSpPr>
            <a:spLocks noGrp="1"/>
          </p:cNvSpPr>
          <p:nvPr>
            <p:ph type="pic" sz="quarter" idx="19"/>
          </p:nvPr>
        </p:nvSpPr>
        <p:spPr>
          <a:xfrm>
            <a:off x="8029575" y="5999501"/>
            <a:ext cx="3922713" cy="2274888"/>
          </a:xfrm>
          <a:prstGeom prst="rect">
            <a:avLst/>
          </a:prstGeom>
          <a:solidFill>
            <a:schemeClr val="bg1">
              <a:lumMod val="85000"/>
            </a:schemeClr>
          </a:solidFill>
        </p:spPr>
        <p:txBody>
          <a:bodyPr/>
          <a:lstStyle/>
          <a:p>
            <a:endParaRPr lang="pt-BR"/>
          </a:p>
        </p:txBody>
      </p:sp>
      <p:sp>
        <p:nvSpPr>
          <p:cNvPr id="23" name="Espaço Reservado para Texto 11">
            <a:extLst>
              <a:ext uri="{FF2B5EF4-FFF2-40B4-BE49-F238E27FC236}">
                <a16:creationId xmlns:a16="http://schemas.microsoft.com/office/drawing/2014/main" id="{AE1C7992-8AEB-845F-1366-E5FC6ECA3A5A}"/>
              </a:ext>
            </a:extLst>
          </p:cNvPr>
          <p:cNvSpPr>
            <a:spLocks noGrp="1"/>
          </p:cNvSpPr>
          <p:nvPr>
            <p:ph type="body" sz="quarter" idx="20"/>
          </p:nvPr>
        </p:nvSpPr>
        <p:spPr>
          <a:xfrm>
            <a:off x="8020466" y="2848341"/>
            <a:ext cx="4076596" cy="302847"/>
          </a:xfrm>
          <a:prstGeom prst="rect">
            <a:avLst/>
          </a:prstGeom>
        </p:spPr>
        <p:txBody>
          <a:bodyPr/>
          <a:lstStyle>
            <a:lvl1pPr>
              <a:defRPr sz="1800"/>
            </a:lvl1pPr>
          </a:lstStyle>
          <a:p>
            <a:pPr lvl="0"/>
            <a:endParaRPr lang="pt-BR"/>
          </a:p>
        </p:txBody>
      </p:sp>
      <p:sp>
        <p:nvSpPr>
          <p:cNvPr id="24" name="Espaço Reservado para Texto 11">
            <a:extLst>
              <a:ext uri="{FF2B5EF4-FFF2-40B4-BE49-F238E27FC236}">
                <a16:creationId xmlns:a16="http://schemas.microsoft.com/office/drawing/2014/main" id="{2D6CE238-2CC1-38FE-1D64-155E8DDF5FB2}"/>
              </a:ext>
            </a:extLst>
          </p:cNvPr>
          <p:cNvSpPr>
            <a:spLocks noGrp="1"/>
          </p:cNvSpPr>
          <p:nvPr>
            <p:ph type="body" sz="quarter" idx="21"/>
          </p:nvPr>
        </p:nvSpPr>
        <p:spPr>
          <a:xfrm>
            <a:off x="8020466" y="5726452"/>
            <a:ext cx="4076596" cy="302847"/>
          </a:xfrm>
          <a:prstGeom prst="rect">
            <a:avLst/>
          </a:prstGeom>
        </p:spPr>
        <p:txBody>
          <a:bodyPr/>
          <a:lstStyle>
            <a:lvl1pPr>
              <a:defRPr sz="1800"/>
            </a:lvl1pPr>
          </a:lstStyle>
          <a:p>
            <a:pPr lvl="0"/>
            <a:endParaRPr lang="pt-BR"/>
          </a:p>
        </p:txBody>
      </p:sp>
      <p:sp>
        <p:nvSpPr>
          <p:cNvPr id="25" name="Espaço Reservado para Texto 11">
            <a:extLst>
              <a:ext uri="{FF2B5EF4-FFF2-40B4-BE49-F238E27FC236}">
                <a16:creationId xmlns:a16="http://schemas.microsoft.com/office/drawing/2014/main" id="{CCF79652-1EF4-B51F-5A86-90BD5A7FF41E}"/>
              </a:ext>
            </a:extLst>
          </p:cNvPr>
          <p:cNvSpPr>
            <a:spLocks noGrp="1"/>
          </p:cNvSpPr>
          <p:nvPr>
            <p:ph type="body" sz="quarter" idx="22"/>
          </p:nvPr>
        </p:nvSpPr>
        <p:spPr>
          <a:xfrm>
            <a:off x="8020466" y="8364720"/>
            <a:ext cx="4076596" cy="302847"/>
          </a:xfrm>
          <a:prstGeom prst="rect">
            <a:avLst/>
          </a:prstGeom>
        </p:spPr>
        <p:txBody>
          <a:bodyPr/>
          <a:lstStyle>
            <a:lvl1pPr>
              <a:defRPr sz="1800"/>
            </a:lvl1pPr>
          </a:lstStyle>
          <a:p>
            <a:pPr lvl="0"/>
            <a:endParaRPr lang="pt-BR"/>
          </a:p>
        </p:txBody>
      </p:sp>
      <p:cxnSp>
        <p:nvCxnSpPr>
          <p:cNvPr id="29" name="Google Shape;88;p34">
            <a:extLst>
              <a:ext uri="{FF2B5EF4-FFF2-40B4-BE49-F238E27FC236}">
                <a16:creationId xmlns:a16="http://schemas.microsoft.com/office/drawing/2014/main" id="{A2EE80FD-890E-4D7D-AE29-D84D61A7F32E}"/>
              </a:ext>
            </a:extLst>
          </p:cNvPr>
          <p:cNvCxnSpPr/>
          <p:nvPr userDrawn="1"/>
        </p:nvCxnSpPr>
        <p:spPr>
          <a:xfrm>
            <a:off x="11534273" y="42431"/>
            <a:ext cx="0" cy="10287000"/>
          </a:xfrm>
          <a:prstGeom prst="straightConnector1">
            <a:avLst/>
          </a:prstGeom>
          <a:noFill/>
          <a:ln w="28575" cap="flat" cmpd="sng">
            <a:solidFill>
              <a:schemeClr val="dk1"/>
            </a:solidFill>
            <a:prstDash val="dot"/>
            <a:round/>
            <a:headEnd type="none" w="sm" len="sm"/>
            <a:tailEnd type="none" w="sm" len="sm"/>
          </a:ln>
        </p:spPr>
      </p:cxnSp>
      <p:cxnSp>
        <p:nvCxnSpPr>
          <p:cNvPr id="26" name="Google Shape;89;p34">
            <a:extLst>
              <a:ext uri="{FF2B5EF4-FFF2-40B4-BE49-F238E27FC236}">
                <a16:creationId xmlns:a16="http://schemas.microsoft.com/office/drawing/2014/main" id="{E6CB6094-B327-4FE9-85C2-75046C92B43B}"/>
              </a:ext>
            </a:extLst>
          </p:cNvPr>
          <p:cNvCxnSpPr/>
          <p:nvPr userDrawn="1"/>
        </p:nvCxnSpPr>
        <p:spPr>
          <a:xfrm rot="10800000">
            <a:off x="11091472" y="1514148"/>
            <a:ext cx="5800865" cy="0"/>
          </a:xfrm>
          <a:prstGeom prst="straightConnector1">
            <a:avLst/>
          </a:prstGeom>
          <a:noFill/>
          <a:ln w="19050" cap="flat" cmpd="sng">
            <a:solidFill>
              <a:srgbClr val="F4F4F4"/>
            </a:solidFill>
            <a:prstDash val="solid"/>
            <a:round/>
            <a:headEnd type="diamond" w="med" len="med"/>
            <a:tailEnd type="none" w="sm" len="sm"/>
          </a:ln>
        </p:spPr>
      </p:cxnSp>
      <p:cxnSp>
        <p:nvCxnSpPr>
          <p:cNvPr id="27" name="Google Shape;92;p34">
            <a:extLst>
              <a:ext uri="{FF2B5EF4-FFF2-40B4-BE49-F238E27FC236}">
                <a16:creationId xmlns:a16="http://schemas.microsoft.com/office/drawing/2014/main" id="{752A9B77-04F6-2F45-AE2A-463001DA7DFB}"/>
              </a:ext>
            </a:extLst>
          </p:cNvPr>
          <p:cNvCxnSpPr/>
          <p:nvPr userDrawn="1"/>
        </p:nvCxnSpPr>
        <p:spPr>
          <a:xfrm rot="10800000">
            <a:off x="11091472" y="4591077"/>
            <a:ext cx="5800865" cy="0"/>
          </a:xfrm>
          <a:prstGeom prst="straightConnector1">
            <a:avLst/>
          </a:prstGeom>
          <a:noFill/>
          <a:ln w="19050" cap="flat" cmpd="sng">
            <a:solidFill>
              <a:srgbClr val="F4F4F4"/>
            </a:solidFill>
            <a:prstDash val="solid"/>
            <a:round/>
            <a:headEnd type="diamond" w="med" len="med"/>
            <a:tailEnd type="none" w="sm" len="sm"/>
          </a:ln>
        </p:spPr>
      </p:cxnSp>
      <p:cxnSp>
        <p:nvCxnSpPr>
          <p:cNvPr id="28" name="Google Shape;95;p34">
            <a:extLst>
              <a:ext uri="{FF2B5EF4-FFF2-40B4-BE49-F238E27FC236}">
                <a16:creationId xmlns:a16="http://schemas.microsoft.com/office/drawing/2014/main" id="{BEADF656-22C2-5F8B-EF5F-18B5EE22D464}"/>
              </a:ext>
            </a:extLst>
          </p:cNvPr>
          <p:cNvCxnSpPr/>
          <p:nvPr userDrawn="1"/>
        </p:nvCxnSpPr>
        <p:spPr>
          <a:xfrm rot="10800000">
            <a:off x="11091471" y="7642394"/>
            <a:ext cx="5800865" cy="0"/>
          </a:xfrm>
          <a:prstGeom prst="straightConnector1">
            <a:avLst/>
          </a:prstGeom>
          <a:noFill/>
          <a:ln w="19050" cap="flat" cmpd="sng">
            <a:solidFill>
              <a:srgbClr val="F4F4F4"/>
            </a:solidFill>
            <a:prstDash val="solid"/>
            <a:round/>
            <a:headEnd type="diamond" w="med" len="med"/>
            <a:tailEnd type="none" w="sm" len="sm"/>
          </a:ln>
        </p:spPr>
      </p:cxnSp>
      <p:pic>
        <p:nvPicPr>
          <p:cNvPr id="11" name="Imagem 10">
            <a:extLst>
              <a:ext uri="{FF2B5EF4-FFF2-40B4-BE49-F238E27FC236}">
                <a16:creationId xmlns:a16="http://schemas.microsoft.com/office/drawing/2014/main" id="{7DF7385F-018C-2D3D-91B2-9AC0F88E941D}"/>
              </a:ext>
            </a:extLst>
          </p:cNvPr>
          <p:cNvPicPr>
            <a:picLocks/>
          </p:cNvPicPr>
          <p:nvPr userDrawn="1"/>
        </p:nvPicPr>
        <p:blipFill>
          <a:blip r:embed="rId3"/>
          <a:stretch>
            <a:fillRect/>
          </a:stretch>
        </p:blipFill>
        <p:spPr>
          <a:xfrm>
            <a:off x="381601" y="327600"/>
            <a:ext cx="3434405" cy="2390404"/>
          </a:xfrm>
          <a:prstGeom prst="rect">
            <a:avLst/>
          </a:prstGeom>
        </p:spPr>
      </p:pic>
      <p:sp>
        <p:nvSpPr>
          <p:cNvPr id="7" name="Google Shape;101;p34">
            <a:extLst>
              <a:ext uri="{FF2B5EF4-FFF2-40B4-BE49-F238E27FC236}">
                <a16:creationId xmlns:a16="http://schemas.microsoft.com/office/drawing/2014/main" id="{606FAC63-7E4F-1C04-DB5A-A68FE33CD612}"/>
              </a:ext>
            </a:extLst>
          </p:cNvPr>
          <p:cNvSpPr txBox="1"/>
          <p:nvPr userDrawn="1"/>
        </p:nvSpPr>
        <p:spPr>
          <a:xfrm>
            <a:off x="743543" y="1014222"/>
            <a:ext cx="2720160"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chemeClr val="lt1"/>
                </a:solidFill>
                <a:latin typeface="Poppins Light" pitchFamily="2" charset="77"/>
                <a:ea typeface="Poppins Medium"/>
                <a:cs typeface="Poppins Light" pitchFamily="2" charset="77"/>
                <a:sym typeface="Poppins Medium"/>
              </a:rPr>
              <a:t>Construindo o</a:t>
            </a:r>
            <a:r>
              <a:rPr lang="pt-BR" sz="3500" b="0" i="0" u="none" strike="noStrike" cap="none">
                <a:solidFill>
                  <a:schemeClr val="lt1"/>
                </a:solidFill>
                <a:latin typeface="Poppins Medium"/>
                <a:ea typeface="Poppins Medium"/>
                <a:cs typeface="Poppins Medium"/>
                <a:sym typeface="Poppins Medium"/>
              </a:rPr>
              <a:t> </a:t>
            </a:r>
            <a:r>
              <a:rPr lang="pt-BR" sz="3500" b="1" i="0" u="none" strike="noStrike" cap="none">
                <a:solidFill>
                  <a:schemeClr val="lt1"/>
                </a:solidFill>
                <a:latin typeface="Poppins"/>
                <a:ea typeface="Poppins"/>
                <a:cs typeface="Poppins"/>
                <a:sym typeface="Poppins"/>
              </a:rPr>
              <a:t>conceito</a:t>
            </a:r>
            <a:endParaRPr sz="3500" b="0" i="0" u="none" strike="noStrike" cap="none">
              <a:solidFill>
                <a:schemeClr val="lt1"/>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649BBA63-7482-E6D1-CC24-EC86DF5C161D}"/>
              </a:ext>
            </a:extLst>
          </p:cNvPr>
          <p:cNvSpPr txBox="1"/>
          <p:nvPr userDrawn="1"/>
        </p:nvSpPr>
        <p:spPr>
          <a:xfrm>
            <a:off x="-1135626" y="929148"/>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346073074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1_1. Conteudo" preserve="1" userDrawn="1">
  <p:cSld name="1_1. Conteudo">
    <p:spTree>
      <p:nvGrpSpPr>
        <p:cNvPr id="1" name="Shape 21"/>
        <p:cNvGrpSpPr/>
        <p:nvPr/>
      </p:nvGrpSpPr>
      <p:grpSpPr>
        <a:xfrm>
          <a:off x="0" y="0"/>
          <a:ext cx="0" cy="0"/>
          <a:chOff x="0" y="0"/>
          <a:chExt cx="0" cy="0"/>
        </a:xfrm>
      </p:grpSpPr>
      <p:pic>
        <p:nvPicPr>
          <p:cNvPr id="6" name="Google Shape;142;p13">
            <a:extLst>
              <a:ext uri="{FF2B5EF4-FFF2-40B4-BE49-F238E27FC236}">
                <a16:creationId xmlns:a16="http://schemas.microsoft.com/office/drawing/2014/main" id="{F07B1DA4-0BE0-8D2F-5B14-D586124A95EE}"/>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0" name="Google Shape;143;p13">
            <a:extLst>
              <a:ext uri="{FF2B5EF4-FFF2-40B4-BE49-F238E27FC236}">
                <a16:creationId xmlns:a16="http://schemas.microsoft.com/office/drawing/2014/main" id="{B59D7DFC-8F64-A1D7-B11E-A2CCF7E244A1}"/>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cxnSp>
        <p:nvCxnSpPr>
          <p:cNvPr id="16" name="Conector reto 136">
            <a:extLst>
              <a:ext uri="{FF2B5EF4-FFF2-40B4-BE49-F238E27FC236}">
                <a16:creationId xmlns:a16="http://schemas.microsoft.com/office/drawing/2014/main" id="{28ED8E59-867A-4118-491D-688DDC058D38}"/>
              </a:ext>
            </a:extLst>
          </p:cNvPr>
          <p:cNvCxnSpPr/>
          <p:nvPr userDrawn="1"/>
        </p:nvCxnSpPr>
        <p:spPr>
          <a:xfrm>
            <a:off x="9135066" y="1261373"/>
            <a:ext cx="0" cy="7651573"/>
          </a:xfrm>
          <a:prstGeom prst="line">
            <a:avLst/>
          </a:prstGeom>
          <a:ln w="38100">
            <a:solidFill>
              <a:srgbClr val="BFBFBF"/>
            </a:solidFill>
          </a:ln>
        </p:spPr>
        <p:style>
          <a:lnRef idx="1">
            <a:schemeClr val="accent1"/>
          </a:lnRef>
          <a:fillRef idx="0">
            <a:schemeClr val="accent1"/>
          </a:fillRef>
          <a:effectRef idx="0">
            <a:schemeClr val="accent1"/>
          </a:effectRef>
          <a:fontRef idx="minor">
            <a:schemeClr val="tx1"/>
          </a:fontRef>
        </p:style>
      </p:cxnSp>
      <p:sp>
        <p:nvSpPr>
          <p:cNvPr id="30" name="Google Shape;30;p31">
            <a:extLst>
              <a:ext uri="{FF2B5EF4-FFF2-40B4-BE49-F238E27FC236}">
                <a16:creationId xmlns:a16="http://schemas.microsoft.com/office/drawing/2014/main" id="{FB7070B6-E757-A6E0-8016-A32842AE691E}"/>
              </a:ext>
            </a:extLst>
          </p:cNvPr>
          <p:cNvSpPr txBox="1"/>
          <p:nvPr userDrawn="1"/>
        </p:nvSpPr>
        <p:spPr>
          <a:xfrm>
            <a:off x="2201317" y="1328935"/>
            <a:ext cx="6068031"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Objetivos da aula</a:t>
            </a:r>
            <a:endParaRPr sz="2700" b="1" i="0" u="none" strike="noStrike" cap="none">
              <a:solidFill>
                <a:srgbClr val="000000"/>
              </a:solidFill>
              <a:latin typeface="Poppins"/>
              <a:ea typeface="Poppins"/>
              <a:cs typeface="Poppins"/>
              <a:sym typeface="Poppins"/>
            </a:endParaRPr>
          </a:p>
        </p:txBody>
      </p:sp>
      <p:sp>
        <p:nvSpPr>
          <p:cNvPr id="51" name="Google Shape;29;p31">
            <a:extLst>
              <a:ext uri="{FF2B5EF4-FFF2-40B4-BE49-F238E27FC236}">
                <a16:creationId xmlns:a16="http://schemas.microsoft.com/office/drawing/2014/main" id="{741C94F6-1F01-E259-385F-4E743D12E89E}"/>
              </a:ext>
            </a:extLst>
          </p:cNvPr>
          <p:cNvSpPr txBox="1"/>
          <p:nvPr userDrawn="1"/>
        </p:nvSpPr>
        <p:spPr>
          <a:xfrm>
            <a:off x="11200516" y="1328480"/>
            <a:ext cx="6452345"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Habilidades técnicas</a:t>
            </a:r>
            <a:endParaRPr lang="pt-BR" sz="1400" b="0" i="0" u="none" strike="noStrike" cap="none">
              <a:solidFill>
                <a:srgbClr val="000000"/>
              </a:solidFill>
              <a:latin typeface="Poppins"/>
              <a:ea typeface="Poppins"/>
              <a:cs typeface="Poppins"/>
              <a:sym typeface="Poppins"/>
            </a:endParaRPr>
          </a:p>
        </p:txBody>
      </p:sp>
      <p:sp>
        <p:nvSpPr>
          <p:cNvPr id="52" name="Google Shape;27;p31">
            <a:extLst>
              <a:ext uri="{FF2B5EF4-FFF2-40B4-BE49-F238E27FC236}">
                <a16:creationId xmlns:a16="http://schemas.microsoft.com/office/drawing/2014/main" id="{D3A1B340-B3C1-6E5A-098C-780E2B17C68B}"/>
              </a:ext>
            </a:extLst>
          </p:cNvPr>
          <p:cNvSpPr txBox="1"/>
          <p:nvPr userDrawn="1"/>
        </p:nvSpPr>
        <p:spPr>
          <a:xfrm>
            <a:off x="2149782" y="4366136"/>
            <a:ext cx="5053542"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Recursos didáticos</a:t>
            </a:r>
            <a:endParaRPr sz="1400" b="0" i="0" u="none" strike="noStrike" cap="none">
              <a:solidFill>
                <a:srgbClr val="000000"/>
              </a:solidFill>
              <a:latin typeface="Poppins"/>
              <a:ea typeface="Poppins"/>
              <a:cs typeface="Poppins"/>
              <a:sym typeface="Poppins"/>
            </a:endParaRPr>
          </a:p>
        </p:txBody>
      </p:sp>
      <p:sp>
        <p:nvSpPr>
          <p:cNvPr id="53" name="Google Shape;28;p31">
            <a:extLst>
              <a:ext uri="{FF2B5EF4-FFF2-40B4-BE49-F238E27FC236}">
                <a16:creationId xmlns:a16="http://schemas.microsoft.com/office/drawing/2014/main" id="{5B559A0E-AD04-115A-BF39-7DBA374B9335}"/>
              </a:ext>
            </a:extLst>
          </p:cNvPr>
          <p:cNvSpPr txBox="1"/>
          <p:nvPr userDrawn="1"/>
        </p:nvSpPr>
        <p:spPr>
          <a:xfrm>
            <a:off x="2168198" y="6974477"/>
            <a:ext cx="4900873"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Duração da aula</a:t>
            </a:r>
            <a:endParaRPr sz="1400" b="0" i="0" u="none" strike="noStrike" cap="none">
              <a:solidFill>
                <a:srgbClr val="000000"/>
              </a:solidFill>
              <a:latin typeface="Poppins"/>
              <a:ea typeface="Poppins"/>
              <a:cs typeface="Poppins"/>
              <a:sym typeface="Poppins"/>
            </a:endParaRPr>
          </a:p>
        </p:txBody>
      </p:sp>
      <p:sp>
        <p:nvSpPr>
          <p:cNvPr id="54" name="Google Shape;29;p31">
            <a:extLst>
              <a:ext uri="{FF2B5EF4-FFF2-40B4-BE49-F238E27FC236}">
                <a16:creationId xmlns:a16="http://schemas.microsoft.com/office/drawing/2014/main" id="{EE47DDFB-5B6D-7333-B980-89821CD5C453}"/>
              </a:ext>
            </a:extLst>
          </p:cNvPr>
          <p:cNvSpPr txBox="1"/>
          <p:nvPr userDrawn="1"/>
        </p:nvSpPr>
        <p:spPr>
          <a:xfrm>
            <a:off x="11200516" y="4673913"/>
            <a:ext cx="6571620"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Habilidades socioemocionais</a:t>
            </a:r>
            <a:endParaRPr lang="pt-BR" sz="1400" b="0" i="0" u="none" strike="noStrike" cap="none">
              <a:solidFill>
                <a:srgbClr val="000000"/>
              </a:solidFill>
              <a:latin typeface="Poppins"/>
              <a:ea typeface="Poppins"/>
              <a:cs typeface="Poppins"/>
              <a:sym typeface="Poppins"/>
            </a:endParaRPr>
          </a:p>
        </p:txBody>
      </p:sp>
      <p:sp>
        <p:nvSpPr>
          <p:cNvPr id="55" name="CaixaDeTexto 54">
            <a:extLst>
              <a:ext uri="{FF2B5EF4-FFF2-40B4-BE49-F238E27FC236}">
                <a16:creationId xmlns:a16="http://schemas.microsoft.com/office/drawing/2014/main" id="{40945717-DA64-748C-A1D1-9DD06F304E75}"/>
              </a:ext>
            </a:extLst>
          </p:cNvPr>
          <p:cNvSpPr txBox="1"/>
          <p:nvPr userDrawn="1"/>
        </p:nvSpPr>
        <p:spPr>
          <a:xfrm>
            <a:off x="7076661" y="3366052"/>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6" name="Google Shape;359;p5">
            <a:extLst>
              <a:ext uri="{FF2B5EF4-FFF2-40B4-BE49-F238E27FC236}">
                <a16:creationId xmlns:a16="http://schemas.microsoft.com/office/drawing/2014/main" id="{0B37A977-D54F-7CA4-065E-4F5646195719}"/>
              </a:ext>
            </a:extLst>
          </p:cNvPr>
          <p:cNvSpPr txBox="1"/>
          <p:nvPr userDrawn="1"/>
        </p:nvSpPr>
        <p:spPr>
          <a:xfrm>
            <a:off x="2093342" y="7576950"/>
            <a:ext cx="2585709" cy="430847"/>
          </a:xfrm>
          <a:prstGeom prst="rect">
            <a:avLst/>
          </a:prstGeom>
          <a:solidFill>
            <a:schemeClr val="lt1"/>
          </a:solidFill>
          <a:ln>
            <a:noFill/>
          </a:ln>
        </p:spPr>
        <p:style>
          <a:lnRef idx="0">
            <a:scrgbClr r="0" g="0" b="0"/>
          </a:lnRef>
          <a:fillRef idx="0">
            <a:scrgbClr r="0" g="0" b="0"/>
          </a:fillRef>
          <a:effectRef idx="0">
            <a:scrgbClr r="0" g="0" b="0"/>
          </a:effectRef>
          <a:fontRef idx="major"/>
        </p:style>
        <p:txBody>
          <a:bodyPr spcFirstLastPara="1" wrap="square" lIns="91425" tIns="45700" rIns="91425" bIns="4570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00000"/>
              </a:lnSpc>
              <a:spcBef>
                <a:spcPts val="0"/>
              </a:spcBef>
              <a:spcAft>
                <a:spcPts val="0"/>
              </a:spcAft>
              <a:buClr>
                <a:srgbClr val="000000"/>
              </a:buClr>
              <a:buSzPts val="2400"/>
              <a:buFont typeface="Arial"/>
              <a:buNone/>
            </a:pPr>
            <a:r>
              <a:rPr lang="pt-BR" sz="2200" b="0" i="0" u="none" strike="noStrike" cap="none">
                <a:solidFill>
                  <a:srgbClr val="000000"/>
                </a:solidFill>
                <a:latin typeface="Poppins Light" pitchFamily="2" charset="77"/>
                <a:ea typeface="Arial"/>
                <a:cs typeface="Poppins Light" pitchFamily="2" charset="77"/>
                <a:sym typeface="Arial"/>
              </a:rPr>
              <a:t>50 minutos.</a:t>
            </a:r>
          </a:p>
        </p:txBody>
      </p:sp>
      <p:sp>
        <p:nvSpPr>
          <p:cNvPr id="57" name="Espaço Reservado para Texto 7">
            <a:extLst>
              <a:ext uri="{FF2B5EF4-FFF2-40B4-BE49-F238E27FC236}">
                <a16:creationId xmlns:a16="http://schemas.microsoft.com/office/drawing/2014/main" id="{9D3B3D7B-3AB2-D2E0-42C8-BEE1A273FFA1}"/>
              </a:ext>
            </a:extLst>
          </p:cNvPr>
          <p:cNvSpPr>
            <a:spLocks noGrp="1"/>
          </p:cNvSpPr>
          <p:nvPr>
            <p:ph type="body" sz="quarter" idx="10"/>
          </p:nvPr>
        </p:nvSpPr>
        <p:spPr>
          <a:xfrm>
            <a:off x="2201863" y="2085975"/>
            <a:ext cx="6067478" cy="2096544"/>
          </a:xfrm>
          <a:prstGeom prst="rect">
            <a:avLst/>
          </a:prstGeom>
        </p:spPr>
        <p:txBody>
          <a:bodyPr/>
          <a:lstStyle>
            <a:lvl1pPr marL="342900" indent="-342900">
              <a:buClr>
                <a:schemeClr val="tx1"/>
              </a:buClr>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58" name="Espaço Reservado para Texto 7">
            <a:extLst>
              <a:ext uri="{FF2B5EF4-FFF2-40B4-BE49-F238E27FC236}">
                <a16:creationId xmlns:a16="http://schemas.microsoft.com/office/drawing/2014/main" id="{2B4474D7-F7C1-8A04-F7F3-06AE90E020C9}"/>
              </a:ext>
            </a:extLst>
          </p:cNvPr>
          <p:cNvSpPr>
            <a:spLocks noGrp="1"/>
          </p:cNvSpPr>
          <p:nvPr>
            <p:ph type="body" sz="quarter" idx="11"/>
          </p:nvPr>
        </p:nvSpPr>
        <p:spPr>
          <a:xfrm>
            <a:off x="11201062" y="2033198"/>
            <a:ext cx="6067478" cy="2332938"/>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59" name="Espaço Reservado para Texto 7">
            <a:extLst>
              <a:ext uri="{FF2B5EF4-FFF2-40B4-BE49-F238E27FC236}">
                <a16:creationId xmlns:a16="http://schemas.microsoft.com/office/drawing/2014/main" id="{750A0485-F79D-BB58-9F3F-FA9A8926590E}"/>
              </a:ext>
            </a:extLst>
          </p:cNvPr>
          <p:cNvSpPr>
            <a:spLocks noGrp="1"/>
          </p:cNvSpPr>
          <p:nvPr>
            <p:ph type="body" sz="quarter" idx="12"/>
          </p:nvPr>
        </p:nvSpPr>
        <p:spPr>
          <a:xfrm>
            <a:off x="11201062" y="5473994"/>
            <a:ext cx="6067478" cy="2385257"/>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60" name="Espaço Reservado para Texto 7">
            <a:extLst>
              <a:ext uri="{FF2B5EF4-FFF2-40B4-BE49-F238E27FC236}">
                <a16:creationId xmlns:a16="http://schemas.microsoft.com/office/drawing/2014/main" id="{E690A38C-21A5-1DD3-8FD9-05A05F954A38}"/>
              </a:ext>
            </a:extLst>
          </p:cNvPr>
          <p:cNvSpPr>
            <a:spLocks noGrp="1"/>
          </p:cNvSpPr>
          <p:nvPr>
            <p:ph type="body" sz="quarter" idx="13"/>
          </p:nvPr>
        </p:nvSpPr>
        <p:spPr>
          <a:xfrm>
            <a:off x="2165273" y="5234349"/>
            <a:ext cx="6067478" cy="1568360"/>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61" name="Google Shape;26;p31">
            <a:extLst>
              <a:ext uri="{FF2B5EF4-FFF2-40B4-BE49-F238E27FC236}">
                <a16:creationId xmlns:a16="http://schemas.microsoft.com/office/drawing/2014/main" id="{94671E74-5053-0B75-2554-2EC14FBC543F}"/>
              </a:ext>
            </a:extLst>
          </p:cNvPr>
          <p:cNvSpPr/>
          <p:nvPr userDrawn="1"/>
        </p:nvSpPr>
        <p:spPr>
          <a:xfrm>
            <a:off x="807426" y="1440121"/>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62" name="Google Shape;34;p31">
            <a:extLst>
              <a:ext uri="{FF2B5EF4-FFF2-40B4-BE49-F238E27FC236}">
                <a16:creationId xmlns:a16="http://schemas.microsoft.com/office/drawing/2014/main" id="{094CE120-6DC2-B836-C78B-958857E32918}"/>
              </a:ext>
            </a:extLst>
          </p:cNvPr>
          <p:cNvGrpSpPr/>
          <p:nvPr userDrawn="1"/>
        </p:nvGrpSpPr>
        <p:grpSpPr>
          <a:xfrm>
            <a:off x="984626" y="1586920"/>
            <a:ext cx="642753" cy="642752"/>
            <a:chOff x="9358184" y="2764785"/>
            <a:chExt cx="495514" cy="495513"/>
          </a:xfrm>
        </p:grpSpPr>
        <p:grpSp>
          <p:nvGrpSpPr>
            <p:cNvPr id="63" name="Google Shape;35;p31">
              <a:extLst>
                <a:ext uri="{FF2B5EF4-FFF2-40B4-BE49-F238E27FC236}">
                  <a16:creationId xmlns:a16="http://schemas.microsoft.com/office/drawing/2014/main" id="{E46B2FE3-266B-CF02-D8D2-75497E399F1B}"/>
                </a:ext>
              </a:extLst>
            </p:cNvPr>
            <p:cNvGrpSpPr/>
            <p:nvPr/>
          </p:nvGrpSpPr>
          <p:grpSpPr>
            <a:xfrm>
              <a:off x="9358184" y="2802389"/>
              <a:ext cx="457909" cy="457909"/>
              <a:chOff x="9358184" y="2802389"/>
              <a:chExt cx="457909" cy="457909"/>
            </a:xfrm>
          </p:grpSpPr>
          <p:sp>
            <p:nvSpPr>
              <p:cNvPr id="66" name="Google Shape;36;p31">
                <a:extLst>
                  <a:ext uri="{FF2B5EF4-FFF2-40B4-BE49-F238E27FC236}">
                    <a16:creationId xmlns:a16="http://schemas.microsoft.com/office/drawing/2014/main" id="{E21811E9-DB1E-1BA0-75E9-117F29646F68}"/>
                  </a:ext>
                </a:extLst>
              </p:cNvPr>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7" name="Google Shape;37;p31">
                <a:extLst>
                  <a:ext uri="{FF2B5EF4-FFF2-40B4-BE49-F238E27FC236}">
                    <a16:creationId xmlns:a16="http://schemas.microsoft.com/office/drawing/2014/main" id="{A2F25380-A4F9-BF9A-F39B-9E7A4E5B43A3}"/>
                  </a:ext>
                </a:extLst>
              </p:cNvPr>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8" name="Google Shape;38;p31">
                <a:extLst>
                  <a:ext uri="{FF2B5EF4-FFF2-40B4-BE49-F238E27FC236}">
                    <a16:creationId xmlns:a16="http://schemas.microsoft.com/office/drawing/2014/main" id="{6A2B401C-3625-8C2F-E46D-458CF073E15D}"/>
                  </a:ext>
                </a:extLst>
              </p:cNvPr>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64" name="Google Shape;39;p31">
              <a:extLst>
                <a:ext uri="{FF2B5EF4-FFF2-40B4-BE49-F238E27FC236}">
                  <a16:creationId xmlns:a16="http://schemas.microsoft.com/office/drawing/2014/main" id="{8F00A6C3-B77A-F07E-05FF-EF372511D07A}"/>
                </a:ext>
              </a:extLst>
            </p:cNvPr>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5" name="Google Shape;40;p31">
              <a:extLst>
                <a:ext uri="{FF2B5EF4-FFF2-40B4-BE49-F238E27FC236}">
                  <a16:creationId xmlns:a16="http://schemas.microsoft.com/office/drawing/2014/main" id="{C568D4FE-9F66-CAB7-A0D0-1D65DBFCBB6A}"/>
                </a:ext>
              </a:extLst>
            </p:cNvPr>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69" name="Google Shape;42;p31">
            <a:extLst>
              <a:ext uri="{FF2B5EF4-FFF2-40B4-BE49-F238E27FC236}">
                <a16:creationId xmlns:a16="http://schemas.microsoft.com/office/drawing/2014/main" id="{9872EE60-7A4F-1BA5-6C65-F74323570E69}"/>
              </a:ext>
            </a:extLst>
          </p:cNvPr>
          <p:cNvSpPr/>
          <p:nvPr userDrawn="1"/>
        </p:nvSpPr>
        <p:spPr>
          <a:xfrm>
            <a:off x="771809" y="4448751"/>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70" name="Google Shape;44;p31">
            <a:extLst>
              <a:ext uri="{FF2B5EF4-FFF2-40B4-BE49-F238E27FC236}">
                <a16:creationId xmlns:a16="http://schemas.microsoft.com/office/drawing/2014/main" id="{E7AF0D48-4EAB-4341-56B9-E5180E18D687}"/>
              </a:ext>
            </a:extLst>
          </p:cNvPr>
          <p:cNvGrpSpPr/>
          <p:nvPr userDrawn="1"/>
        </p:nvGrpSpPr>
        <p:grpSpPr>
          <a:xfrm>
            <a:off x="949009" y="4644751"/>
            <a:ext cx="729196" cy="721749"/>
            <a:chOff x="8278989" y="8660413"/>
            <a:chExt cx="568927" cy="563118"/>
          </a:xfrm>
        </p:grpSpPr>
        <p:grpSp>
          <p:nvGrpSpPr>
            <p:cNvPr id="71" name="Google Shape;45;p31">
              <a:extLst>
                <a:ext uri="{FF2B5EF4-FFF2-40B4-BE49-F238E27FC236}">
                  <a16:creationId xmlns:a16="http://schemas.microsoft.com/office/drawing/2014/main" id="{25EE43B4-55D5-638C-B8E0-7683EE07DEFE}"/>
                </a:ext>
              </a:extLst>
            </p:cNvPr>
            <p:cNvGrpSpPr/>
            <p:nvPr/>
          </p:nvGrpSpPr>
          <p:grpSpPr>
            <a:xfrm>
              <a:off x="8278989" y="8852628"/>
              <a:ext cx="265651" cy="370903"/>
              <a:chOff x="8278989" y="8852628"/>
              <a:chExt cx="265651" cy="370903"/>
            </a:xfrm>
          </p:grpSpPr>
          <p:sp>
            <p:nvSpPr>
              <p:cNvPr id="75" name="Google Shape;46;p31">
                <a:extLst>
                  <a:ext uri="{FF2B5EF4-FFF2-40B4-BE49-F238E27FC236}">
                    <a16:creationId xmlns:a16="http://schemas.microsoft.com/office/drawing/2014/main" id="{D06AC268-D753-3703-84A7-70B8CEE1953D}"/>
                  </a:ext>
                </a:extLst>
              </p:cNvPr>
              <p:cNvSpPr/>
              <p:nvPr/>
            </p:nvSpPr>
            <p:spPr>
              <a:xfrm>
                <a:off x="8358808" y="8932770"/>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6" name="Google Shape;47;p31">
                <a:extLst>
                  <a:ext uri="{FF2B5EF4-FFF2-40B4-BE49-F238E27FC236}">
                    <a16:creationId xmlns:a16="http://schemas.microsoft.com/office/drawing/2014/main" id="{3CA9B3D1-6574-F459-2D19-20757E9DA548}"/>
                  </a:ext>
                </a:extLst>
              </p:cNvPr>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72" name="Google Shape;48;p31">
              <a:extLst>
                <a:ext uri="{FF2B5EF4-FFF2-40B4-BE49-F238E27FC236}">
                  <a16:creationId xmlns:a16="http://schemas.microsoft.com/office/drawing/2014/main" id="{9C48133A-5E44-59D4-D07A-9F4DA1DB4FB6}"/>
                </a:ext>
              </a:extLst>
            </p:cNvPr>
            <p:cNvSpPr/>
            <p:nvPr/>
          </p:nvSpPr>
          <p:spPr>
            <a:xfrm>
              <a:off x="8397765" y="8660413"/>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3" name="Google Shape;49;p31">
              <a:extLst>
                <a:ext uri="{FF2B5EF4-FFF2-40B4-BE49-F238E27FC236}">
                  <a16:creationId xmlns:a16="http://schemas.microsoft.com/office/drawing/2014/main" id="{52692079-AC69-2A35-9041-6474957E1B76}"/>
                </a:ext>
              </a:extLst>
            </p:cNvPr>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4" name="Google Shape;50;p31">
              <a:extLst>
                <a:ext uri="{FF2B5EF4-FFF2-40B4-BE49-F238E27FC236}">
                  <a16:creationId xmlns:a16="http://schemas.microsoft.com/office/drawing/2014/main" id="{DF1F27D0-EFFF-7207-95F6-31380C6AD755}"/>
                </a:ext>
              </a:extLst>
            </p:cNvPr>
            <p:cNvSpPr/>
            <p:nvPr/>
          </p:nvSpPr>
          <p:spPr>
            <a:xfrm>
              <a:off x="8533211" y="8750044"/>
              <a:ext cx="314705" cy="225171"/>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77" name="Google Shape;43;p31">
            <a:extLst>
              <a:ext uri="{FF2B5EF4-FFF2-40B4-BE49-F238E27FC236}">
                <a16:creationId xmlns:a16="http://schemas.microsoft.com/office/drawing/2014/main" id="{6105EC4C-2897-6550-3658-7F87FDA2E46D}"/>
              </a:ext>
            </a:extLst>
          </p:cNvPr>
          <p:cNvSpPr/>
          <p:nvPr userDrawn="1"/>
        </p:nvSpPr>
        <p:spPr>
          <a:xfrm>
            <a:off x="774307" y="7050150"/>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8" name="Google Shape;51;p31">
            <a:extLst>
              <a:ext uri="{FF2B5EF4-FFF2-40B4-BE49-F238E27FC236}">
                <a16:creationId xmlns:a16="http://schemas.microsoft.com/office/drawing/2014/main" id="{73A799AF-B157-40EC-DCBE-B8FCFBE7F3C5}"/>
              </a:ext>
            </a:extLst>
          </p:cNvPr>
          <p:cNvPicPr preferRelativeResize="0"/>
          <p:nvPr userDrawn="1"/>
        </p:nvPicPr>
        <p:blipFill rotWithShape="1">
          <a:blip r:embed="rId4" cstate="hqprint">
            <a:alphaModFix/>
            <a:extLst>
              <a:ext uri="{28A0092B-C50C-407E-A947-70E740481C1C}">
                <a14:useLocalDpi xmlns:a14="http://schemas.microsoft.com/office/drawing/2010/main"/>
              </a:ext>
            </a:extLst>
          </a:blip>
          <a:srcRect/>
          <a:stretch/>
        </p:blipFill>
        <p:spPr>
          <a:xfrm>
            <a:off x="988375" y="7287873"/>
            <a:ext cx="571378" cy="571378"/>
          </a:xfrm>
          <a:prstGeom prst="rect">
            <a:avLst/>
          </a:prstGeom>
          <a:noFill/>
          <a:ln>
            <a:noFill/>
          </a:ln>
        </p:spPr>
      </p:pic>
      <p:sp>
        <p:nvSpPr>
          <p:cNvPr id="79" name="Google Shape;41;p31">
            <a:extLst>
              <a:ext uri="{FF2B5EF4-FFF2-40B4-BE49-F238E27FC236}">
                <a16:creationId xmlns:a16="http://schemas.microsoft.com/office/drawing/2014/main" id="{B3B56EED-70D4-931C-A420-FE71A037A5B3}"/>
              </a:ext>
            </a:extLst>
          </p:cNvPr>
          <p:cNvSpPr/>
          <p:nvPr userDrawn="1"/>
        </p:nvSpPr>
        <p:spPr>
          <a:xfrm>
            <a:off x="9806625" y="1462223"/>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80" name="Google Shape;52;p31">
            <a:extLst>
              <a:ext uri="{FF2B5EF4-FFF2-40B4-BE49-F238E27FC236}">
                <a16:creationId xmlns:a16="http://schemas.microsoft.com/office/drawing/2014/main" id="{150405F6-AD92-3E93-A0F2-62123F63C231}"/>
              </a:ext>
            </a:extLst>
          </p:cNvPr>
          <p:cNvGrpSpPr/>
          <p:nvPr userDrawn="1"/>
        </p:nvGrpSpPr>
        <p:grpSpPr>
          <a:xfrm>
            <a:off x="9964992" y="1615822"/>
            <a:ext cx="709176" cy="652866"/>
            <a:chOff x="8560697" y="2808577"/>
            <a:chExt cx="496370" cy="456957"/>
          </a:xfrm>
        </p:grpSpPr>
        <p:sp>
          <p:nvSpPr>
            <p:cNvPr id="81" name="Google Shape;53;p31">
              <a:extLst>
                <a:ext uri="{FF2B5EF4-FFF2-40B4-BE49-F238E27FC236}">
                  <a16:creationId xmlns:a16="http://schemas.microsoft.com/office/drawing/2014/main" id="{E89D22AA-CDF5-F8EF-533A-455BBF7ED376}"/>
                </a:ext>
              </a:extLst>
            </p:cNvPr>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82" name="Google Shape;54;p31">
              <a:extLst>
                <a:ext uri="{FF2B5EF4-FFF2-40B4-BE49-F238E27FC236}">
                  <a16:creationId xmlns:a16="http://schemas.microsoft.com/office/drawing/2014/main" id="{34CAB52C-B8E8-A6A1-22C9-58CFDA6BF939}"/>
                </a:ext>
              </a:extLst>
            </p:cNvPr>
            <p:cNvGrpSpPr/>
            <p:nvPr/>
          </p:nvGrpSpPr>
          <p:grpSpPr>
            <a:xfrm>
              <a:off x="8560697" y="2875026"/>
              <a:ext cx="496370" cy="324059"/>
              <a:chOff x="8560697" y="2875026"/>
              <a:chExt cx="496370" cy="324059"/>
            </a:xfrm>
          </p:grpSpPr>
          <p:sp>
            <p:nvSpPr>
              <p:cNvPr id="83" name="Google Shape;55;p31">
                <a:extLst>
                  <a:ext uri="{FF2B5EF4-FFF2-40B4-BE49-F238E27FC236}">
                    <a16:creationId xmlns:a16="http://schemas.microsoft.com/office/drawing/2014/main" id="{0380A354-0C36-FBBD-5A99-BEB6A92922F2}"/>
                  </a:ext>
                </a:extLst>
              </p:cNvPr>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4" name="Google Shape;56;p31">
                <a:extLst>
                  <a:ext uri="{FF2B5EF4-FFF2-40B4-BE49-F238E27FC236}">
                    <a16:creationId xmlns:a16="http://schemas.microsoft.com/office/drawing/2014/main" id="{B3EF03DC-1D7C-1510-0CD0-0F69395B797F}"/>
                  </a:ext>
                </a:extLst>
              </p:cNvPr>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5" name="Google Shape;57;p31">
                <a:extLst>
                  <a:ext uri="{FF2B5EF4-FFF2-40B4-BE49-F238E27FC236}">
                    <a16:creationId xmlns:a16="http://schemas.microsoft.com/office/drawing/2014/main" id="{42F9CEE5-E68B-076C-BB6F-7A025F686840}"/>
                  </a:ext>
                </a:extLst>
              </p:cNvPr>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6" name="Google Shape;58;p31">
                <a:extLst>
                  <a:ext uri="{FF2B5EF4-FFF2-40B4-BE49-F238E27FC236}">
                    <a16:creationId xmlns:a16="http://schemas.microsoft.com/office/drawing/2014/main" id="{99B7DFE5-0CDE-9C9C-3FD3-49285C4CFB39}"/>
                  </a:ext>
                </a:extLst>
              </p:cNvPr>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7" name="Google Shape;59;p31">
                <a:extLst>
                  <a:ext uri="{FF2B5EF4-FFF2-40B4-BE49-F238E27FC236}">
                    <a16:creationId xmlns:a16="http://schemas.microsoft.com/office/drawing/2014/main" id="{0F963431-0407-0C32-190B-BA13628B3689}"/>
                  </a:ext>
                </a:extLst>
              </p:cNvPr>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8" name="Google Shape;60;p31">
                <a:extLst>
                  <a:ext uri="{FF2B5EF4-FFF2-40B4-BE49-F238E27FC236}">
                    <a16:creationId xmlns:a16="http://schemas.microsoft.com/office/drawing/2014/main" id="{F439FC39-5565-97D2-9A14-46058DB5EF62}"/>
                  </a:ext>
                </a:extLst>
              </p:cNvPr>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sp>
        <p:nvSpPr>
          <p:cNvPr id="89" name="Google Shape;41;p31">
            <a:extLst>
              <a:ext uri="{FF2B5EF4-FFF2-40B4-BE49-F238E27FC236}">
                <a16:creationId xmlns:a16="http://schemas.microsoft.com/office/drawing/2014/main" id="{4FB79224-C783-AB92-7785-7C018D12A249}"/>
              </a:ext>
            </a:extLst>
          </p:cNvPr>
          <p:cNvSpPr/>
          <p:nvPr userDrawn="1"/>
        </p:nvSpPr>
        <p:spPr>
          <a:xfrm>
            <a:off x="9806625" y="4717036"/>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0" name="Google Shape;2215;p100">
            <a:extLst>
              <a:ext uri="{FF2B5EF4-FFF2-40B4-BE49-F238E27FC236}">
                <a16:creationId xmlns:a16="http://schemas.microsoft.com/office/drawing/2014/main" id="{0E0D728E-3A33-4EF4-5212-177932EB7D37}"/>
              </a:ext>
            </a:extLst>
          </p:cNvPr>
          <p:cNvSpPr/>
          <p:nvPr userDrawn="1"/>
        </p:nvSpPr>
        <p:spPr>
          <a:xfrm>
            <a:off x="9956978" y="4878913"/>
            <a:ext cx="687995" cy="687841"/>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 name="CaixaDeTexto 7">
            <a:extLst>
              <a:ext uri="{FF2B5EF4-FFF2-40B4-BE49-F238E27FC236}">
                <a16:creationId xmlns:a16="http://schemas.microsoft.com/office/drawing/2014/main" id="{758C464C-51C2-DB3D-4C1D-F67CB5B688F7}"/>
              </a:ext>
            </a:extLst>
          </p:cNvPr>
          <p:cNvSpPr txBox="1"/>
          <p:nvPr userDrawn="1"/>
        </p:nvSpPr>
        <p:spPr>
          <a:xfrm>
            <a:off x="19782692" y="7086600"/>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CaixaDeTexto 4">
            <a:extLst>
              <a:ext uri="{FF2B5EF4-FFF2-40B4-BE49-F238E27FC236}">
                <a16:creationId xmlns:a16="http://schemas.microsoft.com/office/drawing/2014/main" id="{104D0029-2A90-CBAF-53E9-DD1D730BADAB}"/>
              </a:ext>
            </a:extLst>
          </p:cNvPr>
          <p:cNvSpPr txBox="1"/>
          <p:nvPr userDrawn="1"/>
        </p:nvSpPr>
        <p:spPr>
          <a:xfrm>
            <a:off x="-707923" y="-88490"/>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2175267387"/>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1. Conteudo" preserve="1" userDrawn="1">
  <p:cSld name="1. Conteudo">
    <p:spTree>
      <p:nvGrpSpPr>
        <p:cNvPr id="1" name="Shape 78"/>
        <p:cNvGrpSpPr/>
        <p:nvPr/>
      </p:nvGrpSpPr>
      <p:grpSpPr>
        <a:xfrm>
          <a:off x="0" y="0"/>
          <a:ext cx="0" cy="0"/>
          <a:chOff x="0" y="0"/>
          <a:chExt cx="0" cy="0"/>
        </a:xfrm>
      </p:grpSpPr>
      <p:pic>
        <p:nvPicPr>
          <p:cNvPr id="7" name="Imagem 6">
            <a:extLst>
              <a:ext uri="{FF2B5EF4-FFF2-40B4-BE49-F238E27FC236}">
                <a16:creationId xmlns:a16="http://schemas.microsoft.com/office/drawing/2014/main" id="{0A1A5FD4-3890-97C9-EE47-5D755CE2A74C}"/>
              </a:ext>
            </a:extLst>
          </p:cNvPr>
          <p:cNvPicPr>
            <a:picLocks/>
          </p:cNvPicPr>
          <p:nvPr userDrawn="1"/>
        </p:nvPicPr>
        <p:blipFill>
          <a:blip r:embed="rId2"/>
          <a:stretch>
            <a:fillRect/>
          </a:stretch>
        </p:blipFill>
        <p:spPr>
          <a:xfrm>
            <a:off x="298800" y="691201"/>
            <a:ext cx="3434405" cy="2390404"/>
          </a:xfrm>
          <a:prstGeom prst="rect">
            <a:avLst/>
          </a:prstGeom>
        </p:spPr>
      </p:pic>
      <p:sp>
        <p:nvSpPr>
          <p:cNvPr id="10" name="Google Shape;69;p32">
            <a:extLst>
              <a:ext uri="{FF2B5EF4-FFF2-40B4-BE49-F238E27FC236}">
                <a16:creationId xmlns:a16="http://schemas.microsoft.com/office/drawing/2014/main" id="{4A47350A-59ED-4380-8C9D-33FB53D2A25D}"/>
              </a:ext>
            </a:extLst>
          </p:cNvPr>
          <p:cNvSpPr txBox="1"/>
          <p:nvPr/>
        </p:nvSpPr>
        <p:spPr>
          <a:xfrm>
            <a:off x="1050819" y="1514972"/>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4" name="Espaço Reservado para Texto 7">
            <a:extLst>
              <a:ext uri="{FF2B5EF4-FFF2-40B4-BE49-F238E27FC236}">
                <a16:creationId xmlns:a16="http://schemas.microsoft.com/office/drawing/2014/main" id="{1010BB96-2C5C-93CB-0DE4-6ADDB142D01A}"/>
              </a:ext>
            </a:extLst>
          </p:cNvPr>
          <p:cNvSpPr>
            <a:spLocks noGrp="1"/>
          </p:cNvSpPr>
          <p:nvPr>
            <p:ph type="body" sz="quarter" idx="11"/>
          </p:nvPr>
        </p:nvSpPr>
        <p:spPr>
          <a:xfrm>
            <a:off x="5627757" y="32553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11" name="Espaço Reservado para Texto 7">
            <a:extLst>
              <a:ext uri="{FF2B5EF4-FFF2-40B4-BE49-F238E27FC236}">
                <a16:creationId xmlns:a16="http://schemas.microsoft.com/office/drawing/2014/main" id="{9550BDCE-8C17-2808-26AD-19DADB9A406A}"/>
              </a:ext>
            </a:extLst>
          </p:cNvPr>
          <p:cNvSpPr>
            <a:spLocks noGrp="1"/>
          </p:cNvSpPr>
          <p:nvPr>
            <p:ph type="body" sz="quarter" idx="12"/>
          </p:nvPr>
        </p:nvSpPr>
        <p:spPr>
          <a:xfrm>
            <a:off x="5627757" y="468414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16" name="Espaço Reservado para Texto 7">
            <a:extLst>
              <a:ext uri="{FF2B5EF4-FFF2-40B4-BE49-F238E27FC236}">
                <a16:creationId xmlns:a16="http://schemas.microsoft.com/office/drawing/2014/main" id="{24714A58-2E0F-BD3B-F270-0F26F9E6CD6C}"/>
              </a:ext>
            </a:extLst>
          </p:cNvPr>
          <p:cNvSpPr>
            <a:spLocks noGrp="1"/>
          </p:cNvSpPr>
          <p:nvPr>
            <p:ph type="body" sz="quarter" idx="13"/>
          </p:nvPr>
        </p:nvSpPr>
        <p:spPr>
          <a:xfrm>
            <a:off x="5627757" y="60747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20" name="Espaço Reservado para Texto 7">
            <a:extLst>
              <a:ext uri="{FF2B5EF4-FFF2-40B4-BE49-F238E27FC236}">
                <a16:creationId xmlns:a16="http://schemas.microsoft.com/office/drawing/2014/main" id="{5E0069F1-0137-2FAA-27B5-5B98A6D199E5}"/>
              </a:ext>
            </a:extLst>
          </p:cNvPr>
          <p:cNvSpPr>
            <a:spLocks noGrp="1"/>
          </p:cNvSpPr>
          <p:nvPr>
            <p:ph type="body" sz="quarter" idx="14"/>
          </p:nvPr>
        </p:nvSpPr>
        <p:spPr>
          <a:xfrm>
            <a:off x="5627757" y="74844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21" name="Espaço Reservado para Texto 19">
            <a:extLst>
              <a:ext uri="{FF2B5EF4-FFF2-40B4-BE49-F238E27FC236}">
                <a16:creationId xmlns:a16="http://schemas.microsoft.com/office/drawing/2014/main" id="{C140BF74-0D8B-686D-7192-D2693E320B14}"/>
              </a:ext>
            </a:extLst>
          </p:cNvPr>
          <p:cNvSpPr>
            <a:spLocks noGrp="1"/>
          </p:cNvSpPr>
          <p:nvPr>
            <p:ph type="body" sz="quarter" idx="15"/>
          </p:nvPr>
        </p:nvSpPr>
        <p:spPr>
          <a:xfrm>
            <a:off x="5272088" y="838807"/>
            <a:ext cx="10812462" cy="1890940"/>
          </a:xfrm>
          <a:prstGeom prst="rect">
            <a:avLst/>
          </a:prstGeom>
        </p:spPr>
        <p:txBody>
          <a:bodyPr/>
          <a:lstStyle>
            <a:lvl1pPr>
              <a:defRPr sz="20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301670904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3. Conteudo" userDrawn="1">
  <p:cSld name="3. Conteudo">
    <p:spTree>
      <p:nvGrpSpPr>
        <p:cNvPr id="1" name="Shape 104"/>
        <p:cNvGrpSpPr/>
        <p:nvPr/>
      </p:nvGrpSpPr>
      <p:grpSpPr>
        <a:xfrm>
          <a:off x="0" y="0"/>
          <a:ext cx="0" cy="0"/>
          <a:chOff x="0" y="0"/>
          <a:chExt cx="0" cy="0"/>
        </a:xfrm>
      </p:grpSpPr>
      <p:pic>
        <p:nvPicPr>
          <p:cNvPr id="5" name="Google Shape;118;p10">
            <a:extLst>
              <a:ext uri="{FF2B5EF4-FFF2-40B4-BE49-F238E27FC236}">
                <a16:creationId xmlns:a16="http://schemas.microsoft.com/office/drawing/2014/main" id="{E88A0631-C47C-8D3D-8C5B-493610A565AF}"/>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7D47E0D9-C5FC-C321-6798-ACC45293CC22}"/>
              </a:ext>
            </a:extLst>
          </p:cNvPr>
          <p:cNvPicPr>
            <a:picLocks/>
          </p:cNvPicPr>
          <p:nvPr userDrawn="1"/>
        </p:nvPicPr>
        <p:blipFill>
          <a:blip r:embed="rId3"/>
          <a:stretch>
            <a:fillRect/>
          </a:stretch>
        </p:blipFill>
        <p:spPr>
          <a:xfrm>
            <a:off x="298800" y="439201"/>
            <a:ext cx="3434405" cy="2390404"/>
          </a:xfrm>
          <a:prstGeom prst="rect">
            <a:avLst/>
          </a:prstGeom>
        </p:spPr>
      </p:pic>
      <p:sp>
        <p:nvSpPr>
          <p:cNvPr id="18" name="Google Shape;82;p33">
            <a:extLst>
              <a:ext uri="{FF2B5EF4-FFF2-40B4-BE49-F238E27FC236}">
                <a16:creationId xmlns:a16="http://schemas.microsoft.com/office/drawing/2014/main" id="{BA9FF48C-E6ED-8BE9-735C-1F6F208016AF}"/>
              </a:ext>
            </a:extLst>
          </p:cNvPr>
          <p:cNvSpPr txBox="1"/>
          <p:nvPr userDrawn="1"/>
        </p:nvSpPr>
        <p:spPr>
          <a:xfrm>
            <a:off x="1090502" y="1123988"/>
            <a:ext cx="1970750"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chemeClr val="lt1"/>
                </a:solidFill>
                <a:latin typeface="Poppins Light" pitchFamily="2" charset="77"/>
                <a:ea typeface="Poppins Medium"/>
                <a:cs typeface="Poppins Light" pitchFamily="2" charset="77"/>
                <a:sym typeface="Poppins Medium"/>
              </a:rPr>
              <a:t>Ponto</a:t>
            </a:r>
            <a:r>
              <a:rPr lang="pt-BR" sz="3500" b="0" i="0" u="none" strike="noStrike" cap="none">
                <a:solidFill>
                  <a:schemeClr val="lt1"/>
                </a:solidFill>
                <a:latin typeface="Poppins Medium"/>
                <a:ea typeface="Poppins Medium"/>
                <a:cs typeface="Poppins Medium"/>
                <a:sym typeface="Poppins Medium"/>
              </a:rPr>
              <a:t> </a:t>
            </a:r>
            <a:r>
              <a:rPr lang="pt-BR" sz="3500" b="0" i="0" u="none" strike="noStrike" cap="none">
                <a:solidFill>
                  <a:schemeClr val="lt1"/>
                </a:solidFill>
                <a:latin typeface="Poppins Light" pitchFamily="2" charset="77"/>
                <a:ea typeface="Poppins Medium"/>
                <a:cs typeface="Poppins Light" pitchFamily="2" charset="77"/>
                <a:sym typeface="Poppins Medium"/>
              </a:rPr>
              <a:t>de</a:t>
            </a:r>
            <a:r>
              <a:rPr lang="pt-BR" sz="3500" b="0" i="0" u="none" strike="noStrike" cap="none">
                <a:solidFill>
                  <a:schemeClr val="lt1"/>
                </a:solidFill>
                <a:latin typeface="Poppins Medium"/>
                <a:ea typeface="Poppins Medium"/>
                <a:cs typeface="Poppins Medium"/>
                <a:sym typeface="Poppins Medium"/>
              </a:rPr>
              <a:t> </a:t>
            </a:r>
            <a:r>
              <a:rPr lang="pt-BR" sz="3500" b="1" i="0" u="none" strike="noStrike" cap="none">
                <a:solidFill>
                  <a:schemeClr val="lt1"/>
                </a:solidFill>
                <a:latin typeface="Poppins"/>
                <a:ea typeface="Poppins"/>
                <a:cs typeface="Poppins"/>
                <a:sym typeface="Poppins"/>
              </a:rPr>
              <a:t>partida</a:t>
            </a:r>
            <a:endParaRPr sz="3500" b="0" i="0" u="none" strike="noStrike" cap="none">
              <a:solidFill>
                <a:schemeClr val="lt1"/>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3" name="Espaço Reservado para Texto 8">
            <a:extLst>
              <a:ext uri="{FF2B5EF4-FFF2-40B4-BE49-F238E27FC236}">
                <a16:creationId xmlns:a16="http://schemas.microsoft.com/office/drawing/2014/main" id="{6B4BF7EF-FB5E-D8D4-26C0-433E9665A2C1}"/>
              </a:ext>
            </a:extLst>
          </p:cNvPr>
          <p:cNvSpPr>
            <a:spLocks noGrp="1"/>
          </p:cNvSpPr>
          <p:nvPr>
            <p:ph type="body" sz="quarter" idx="12" hasCustomPrompt="1"/>
          </p:nvPr>
        </p:nvSpPr>
        <p:spPr>
          <a:xfrm>
            <a:off x="5397500" y="3014663"/>
            <a:ext cx="12120563" cy="5608637"/>
          </a:xfrm>
          <a:prstGeom prst="rect">
            <a:avLst/>
          </a:prstGeom>
          <a:solidFill>
            <a:srgbClr val="D9D9D9"/>
          </a:solidFill>
        </p:spPr>
        <p:txBody>
          <a:bodyPr/>
          <a:lstStyle>
            <a:lvl1pPr>
              <a:defRPr sz="2000" b="0" i="0">
                <a:latin typeface="Poppins" pitchFamily="2" charset="77"/>
                <a:cs typeface="Poppins" pitchFamily="2" charset="77"/>
              </a:defRPr>
            </a:lvl1pPr>
          </a:lstStyle>
          <a:p>
            <a:r>
              <a:rPr lang="pt-BR"/>
              <a:t>Inserir &gt; Mídia &gt; Vídeo &gt; Vídeos online</a:t>
            </a:r>
          </a:p>
        </p:txBody>
      </p:sp>
    </p:spTree>
    <p:extLst>
      <p:ext uri="{BB962C8B-B14F-4D97-AF65-F5344CB8AC3E}">
        <p14:creationId xmlns:p14="http://schemas.microsoft.com/office/powerpoint/2010/main" val="903536599"/>
      </p:ext>
    </p:extLst>
  </p:cSld>
  <p:clrMapOvr>
    <a:masterClrMapping/>
  </p:clrMapOvr>
  <p:extLst>
    <p:ext uri="{DCECCB84-F9BA-43D5-87BE-67443E8EF086}">
      <p15:sldGuideLst xmlns:p15="http://schemas.microsoft.com/office/powerpoint/2012/main">
        <p15:guide id="1" orient="horz" pos="3240">
          <p15:clr>
            <a:srgbClr val="FBAE40"/>
          </p15:clr>
        </p15:guide>
        <p15:guide id="2" pos="2925">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3. Conteudo" preserve="1" userDrawn="1">
  <p:cSld name="1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D6CDD641-8D49-E70A-469D-74FDC42F972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223866CD-85E0-198E-67D5-020E28AAE89D}"/>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Google Shape;69;p32">
            <a:extLst>
              <a:ext uri="{FF2B5EF4-FFF2-40B4-BE49-F238E27FC236}">
                <a16:creationId xmlns:a16="http://schemas.microsoft.com/office/drawing/2014/main" id="{07D774CC-AEE0-AAA5-E348-DAFD716E0666}"/>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0" name="Espaço Reservado para Texto 9">
            <a:extLst>
              <a:ext uri="{FF2B5EF4-FFF2-40B4-BE49-F238E27FC236}">
                <a16:creationId xmlns:a16="http://schemas.microsoft.com/office/drawing/2014/main" id="{2B528574-1FD1-7B70-2B2F-0F4F07E103CA}"/>
              </a:ext>
            </a:extLst>
          </p:cNvPr>
          <p:cNvSpPr>
            <a:spLocks noGrp="1"/>
          </p:cNvSpPr>
          <p:nvPr>
            <p:ph type="body" sz="quarter" idx="10"/>
          </p:nvPr>
        </p:nvSpPr>
        <p:spPr>
          <a:xfrm>
            <a:off x="5560902" y="962025"/>
            <a:ext cx="11049093" cy="2598738"/>
          </a:xfrm>
          <a:prstGeom prst="rect">
            <a:avLst/>
          </a:prstGeom>
        </p:spPr>
        <p:txBody>
          <a:bodyPr/>
          <a:lstStyle>
            <a:lvl1pPr>
              <a:defRPr sz="2400" b="0" i="0">
                <a:latin typeface="Poppins" pitchFamily="2" charset="77"/>
                <a:cs typeface="Poppins" pitchFamily="2" charset="77"/>
              </a:defRPr>
            </a:lvl1pPr>
            <a:lvl2pPr>
              <a:defRPr sz="2400" b="0" i="0">
                <a:latin typeface="Poppins" pitchFamily="2" charset="77"/>
                <a:cs typeface="Poppins" pitchFamily="2" charset="77"/>
              </a:defRPr>
            </a:lvl2pPr>
            <a:lvl3pPr>
              <a:defRPr sz="2400" b="0" i="0">
                <a:latin typeface="Poppins" pitchFamily="2" charset="77"/>
                <a:cs typeface="Poppins" pitchFamily="2" charset="77"/>
              </a:defRPr>
            </a:lvl3pPr>
            <a:lvl4pPr>
              <a:defRPr sz="2400" b="0" i="0">
                <a:latin typeface="Poppins" pitchFamily="2" charset="77"/>
                <a:cs typeface="Poppins" pitchFamily="2" charset="77"/>
              </a:defRPr>
            </a:lvl4pPr>
            <a:lvl5pPr>
              <a:defRPr sz="2400" b="0" i="0">
                <a:latin typeface="Poppins" pitchFamily="2" charset="77"/>
                <a:cs typeface="Poppins" pitchFamily="2" charset="77"/>
              </a:defRPr>
            </a:lvl5pPr>
          </a:lstStyle>
          <a:p>
            <a:pPr lvl="0"/>
            <a:endParaRPr lang="pt-BR"/>
          </a:p>
        </p:txBody>
      </p:sp>
      <p:sp>
        <p:nvSpPr>
          <p:cNvPr id="11" name="Espaço Reservado para Texto 9">
            <a:extLst>
              <a:ext uri="{FF2B5EF4-FFF2-40B4-BE49-F238E27FC236}">
                <a16:creationId xmlns:a16="http://schemas.microsoft.com/office/drawing/2014/main" id="{ACFD55BC-1BD9-04E3-9059-B617F5BF54E7}"/>
              </a:ext>
            </a:extLst>
          </p:cNvPr>
          <p:cNvSpPr>
            <a:spLocks noGrp="1"/>
          </p:cNvSpPr>
          <p:nvPr>
            <p:ph type="body" sz="quarter" idx="11"/>
          </p:nvPr>
        </p:nvSpPr>
        <p:spPr>
          <a:xfrm>
            <a:off x="6643035" y="3810156"/>
            <a:ext cx="9966960" cy="5229726"/>
          </a:xfrm>
          <a:prstGeom prst="rect">
            <a:avLst/>
          </a:prstGeom>
        </p:spPr>
        <p:txBody>
          <a:bodyPr/>
          <a:lstStyle>
            <a:lvl1pPr>
              <a:defRPr sz="2400" b="0" i="0">
                <a:latin typeface="Poppins" pitchFamily="2" charset="77"/>
                <a:cs typeface="Poppins" pitchFamily="2" charset="77"/>
              </a:defRPr>
            </a:lvl1pPr>
            <a:lvl2pPr>
              <a:defRPr sz="2400" b="0" i="0">
                <a:latin typeface="Poppins" pitchFamily="2" charset="77"/>
                <a:cs typeface="Poppins" pitchFamily="2" charset="77"/>
              </a:defRPr>
            </a:lvl2pPr>
            <a:lvl3pPr>
              <a:defRPr sz="2400" b="0" i="0">
                <a:latin typeface="Poppins" pitchFamily="2" charset="77"/>
                <a:cs typeface="Poppins" pitchFamily="2" charset="77"/>
              </a:defRPr>
            </a:lvl3pPr>
            <a:lvl4pPr>
              <a:defRPr sz="2400" b="0" i="0">
                <a:latin typeface="Poppins" pitchFamily="2" charset="77"/>
                <a:cs typeface="Poppins" pitchFamily="2" charset="77"/>
              </a:defRPr>
            </a:lvl4pPr>
            <a:lvl5pPr>
              <a:defRPr sz="2400" b="0" i="0">
                <a:latin typeface="Poppins" pitchFamily="2" charset="77"/>
                <a:cs typeface="Poppins" pitchFamily="2" charset="77"/>
              </a:defRPr>
            </a:lvl5pPr>
          </a:lstStyle>
          <a:p>
            <a:pPr lvl="0"/>
            <a:endParaRPr lang="pt-BR"/>
          </a:p>
        </p:txBody>
      </p:sp>
    </p:spTree>
    <p:extLst>
      <p:ext uri="{BB962C8B-B14F-4D97-AF65-F5344CB8AC3E}">
        <p14:creationId xmlns:p14="http://schemas.microsoft.com/office/powerpoint/2010/main" val="1055522434"/>
      </p:ext>
    </p:extLst>
  </p:cSld>
  <p:clrMapOvr>
    <a:masterClrMapping/>
  </p:clrMapOvr>
  <p:extLst>
    <p:ext uri="{DCECCB84-F9BA-43D5-87BE-67443E8EF086}">
      <p15:sldGuideLst xmlns:p15="http://schemas.microsoft.com/office/powerpoint/2012/main">
        <p15:guide id="1" orient="horz" pos="3240">
          <p15:clr>
            <a:srgbClr val="FBAE40"/>
          </p15:clr>
        </p15:guide>
        <p15:guide id="2" pos="2925">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3. Conteudo" preserve="1" userDrawn="1">
  <p:cSld name="1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C06DD873-35AF-F358-AF2A-2DF2E1112D5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6" name="Imagem 5">
            <a:extLst>
              <a:ext uri="{FF2B5EF4-FFF2-40B4-BE49-F238E27FC236}">
                <a16:creationId xmlns:a16="http://schemas.microsoft.com/office/drawing/2014/main" id="{1A45E84E-54AB-DFD7-B60E-664E91EAECE3}"/>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10" name="Google Shape;69;p32">
            <a:extLst>
              <a:ext uri="{FF2B5EF4-FFF2-40B4-BE49-F238E27FC236}">
                <a16:creationId xmlns:a16="http://schemas.microsoft.com/office/drawing/2014/main" id="{795FD3B7-2662-CA2C-E60B-37DD4AC3C5E2}"/>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2" name="Espaço Reservado para Texto 11">
            <a:extLst>
              <a:ext uri="{FF2B5EF4-FFF2-40B4-BE49-F238E27FC236}">
                <a16:creationId xmlns:a16="http://schemas.microsoft.com/office/drawing/2014/main" id="{54B02D53-E743-F37B-BC9A-24214A83B763}"/>
              </a:ext>
            </a:extLst>
          </p:cNvPr>
          <p:cNvSpPr>
            <a:spLocks noGrp="1"/>
          </p:cNvSpPr>
          <p:nvPr>
            <p:ph type="body" sz="quarter" idx="10"/>
          </p:nvPr>
        </p:nvSpPr>
        <p:spPr>
          <a:xfrm>
            <a:off x="5397615" y="950913"/>
            <a:ext cx="12079173" cy="1743075"/>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3" name="Espaço Reservado para Texto 11">
            <a:extLst>
              <a:ext uri="{FF2B5EF4-FFF2-40B4-BE49-F238E27FC236}">
                <a16:creationId xmlns:a16="http://schemas.microsoft.com/office/drawing/2014/main" id="{498470DA-9F77-2314-5148-BE7D0A21C8B5}"/>
              </a:ext>
            </a:extLst>
          </p:cNvPr>
          <p:cNvSpPr>
            <a:spLocks noGrp="1"/>
          </p:cNvSpPr>
          <p:nvPr>
            <p:ph type="body" sz="quarter" idx="11"/>
          </p:nvPr>
        </p:nvSpPr>
        <p:spPr>
          <a:xfrm>
            <a:off x="9561402" y="3559201"/>
            <a:ext cx="7915386" cy="5358724"/>
          </a:xfrm>
          <a:prstGeom prst="rect">
            <a:avLst/>
          </a:prstGeom>
        </p:spPr>
        <p:txBody>
          <a:bodyPr/>
          <a:lstStyle>
            <a:lvl1pPr>
              <a:defRPr sz="2000" b="0" i="0">
                <a:latin typeface="Poppins" pitchFamily="2" charset="77"/>
                <a:cs typeface="Poppins" pitchFamily="2" charset="77"/>
              </a:defRPr>
            </a:lvl1pPr>
          </a:lstStyle>
          <a:p>
            <a:pPr lvl="0"/>
            <a:endParaRPr lang="pt-BR"/>
          </a:p>
        </p:txBody>
      </p:sp>
      <p:sp>
        <p:nvSpPr>
          <p:cNvPr id="14" name="Espaço Reservado para Texto 11">
            <a:extLst>
              <a:ext uri="{FF2B5EF4-FFF2-40B4-BE49-F238E27FC236}">
                <a16:creationId xmlns:a16="http://schemas.microsoft.com/office/drawing/2014/main" id="{7DB9C7F3-F00D-DC50-70C9-8A4151886218}"/>
              </a:ext>
            </a:extLst>
          </p:cNvPr>
          <p:cNvSpPr>
            <a:spLocks noGrp="1"/>
          </p:cNvSpPr>
          <p:nvPr>
            <p:ph type="body" sz="quarter" idx="12"/>
          </p:nvPr>
        </p:nvSpPr>
        <p:spPr>
          <a:xfrm>
            <a:off x="5394135" y="8553645"/>
            <a:ext cx="3746383" cy="364279"/>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16" name="Espaço Reservado para Imagem 15">
            <a:extLst>
              <a:ext uri="{FF2B5EF4-FFF2-40B4-BE49-F238E27FC236}">
                <a16:creationId xmlns:a16="http://schemas.microsoft.com/office/drawing/2014/main" id="{788A7CCB-CA65-CA3D-8095-5D379F504D08}"/>
              </a:ext>
            </a:extLst>
          </p:cNvPr>
          <p:cNvSpPr>
            <a:spLocks noGrp="1"/>
          </p:cNvSpPr>
          <p:nvPr>
            <p:ph type="pic" sz="quarter" idx="13"/>
          </p:nvPr>
        </p:nvSpPr>
        <p:spPr>
          <a:xfrm>
            <a:off x="5394136" y="3546475"/>
            <a:ext cx="3746690" cy="4824413"/>
          </a:xfrm>
          <a:prstGeom prst="rect">
            <a:avLst/>
          </a:prstGeom>
          <a:solidFill>
            <a:srgbClr val="D9D9D9"/>
          </a:solidFill>
        </p:spPr>
        <p:txBody>
          <a:bodyPr/>
          <a:lstStyle>
            <a:lvl1pPr>
              <a:defRPr sz="1800" b="0" i="0">
                <a:latin typeface="Poppins" pitchFamily="2" charset="77"/>
                <a:cs typeface="Poppins" pitchFamily="2" charset="77"/>
              </a:defRPr>
            </a:lvl1pPr>
          </a:lstStyle>
          <a:p>
            <a:endParaRPr lang="pt-BR"/>
          </a:p>
        </p:txBody>
      </p:sp>
    </p:spTree>
    <p:extLst>
      <p:ext uri="{BB962C8B-B14F-4D97-AF65-F5344CB8AC3E}">
        <p14:creationId xmlns:p14="http://schemas.microsoft.com/office/powerpoint/2010/main" val="3645931584"/>
      </p:ext>
    </p:extLst>
  </p:cSld>
  <p:clrMapOvr>
    <a:masterClrMapping/>
  </p:clrMapOvr>
  <p:extLst>
    <p:ext uri="{DCECCB84-F9BA-43D5-87BE-67443E8EF086}">
      <p15:sldGuideLst xmlns:p15="http://schemas.microsoft.com/office/powerpoint/2012/main">
        <p15:guide id="1" orient="horz" pos="3240">
          <p15:clr>
            <a:srgbClr val="FBAE40"/>
          </p15:clr>
        </p15:guide>
        <p15:guide id="2" pos="2925">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3. Conteudo" preserve="1" userDrawn="1">
  <p:cSld name="1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1C75F0AC-ED14-F43B-FEDB-D40371225B4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E7AAD9BC-C580-C18C-BD94-B9757F77D88A}"/>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Google Shape;69;p32">
            <a:extLst>
              <a:ext uri="{FF2B5EF4-FFF2-40B4-BE49-F238E27FC236}">
                <a16:creationId xmlns:a16="http://schemas.microsoft.com/office/drawing/2014/main" id="{F1039184-47E3-FA3C-DC62-77911A625287}"/>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2" name="Espaço Reservado para Texto 11">
            <a:extLst>
              <a:ext uri="{FF2B5EF4-FFF2-40B4-BE49-F238E27FC236}">
                <a16:creationId xmlns:a16="http://schemas.microsoft.com/office/drawing/2014/main" id="{E8F0484C-01B8-1892-690C-5B5AC00E36D4}"/>
              </a:ext>
            </a:extLst>
          </p:cNvPr>
          <p:cNvSpPr>
            <a:spLocks noGrp="1"/>
          </p:cNvSpPr>
          <p:nvPr>
            <p:ph type="body" sz="quarter" idx="10"/>
          </p:nvPr>
        </p:nvSpPr>
        <p:spPr>
          <a:xfrm>
            <a:off x="5397614" y="928688"/>
            <a:ext cx="12079174" cy="1784350"/>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3" name="Espaço Reservado para Texto 11">
            <a:extLst>
              <a:ext uri="{FF2B5EF4-FFF2-40B4-BE49-F238E27FC236}">
                <a16:creationId xmlns:a16="http://schemas.microsoft.com/office/drawing/2014/main" id="{0340D95F-EA14-0DD7-406F-7EB73CFBF52D}"/>
              </a:ext>
            </a:extLst>
          </p:cNvPr>
          <p:cNvSpPr>
            <a:spLocks noGrp="1"/>
          </p:cNvSpPr>
          <p:nvPr>
            <p:ph type="body" sz="quarter" idx="11"/>
          </p:nvPr>
        </p:nvSpPr>
        <p:spPr>
          <a:xfrm>
            <a:off x="5397614" y="8790287"/>
            <a:ext cx="12079074" cy="443472"/>
          </a:xfrm>
          <a:prstGeom prst="rect">
            <a:avLst/>
          </a:prstGeom>
        </p:spPr>
        <p:txBody>
          <a:bodyPr/>
          <a:lstStyle>
            <a:lvl1pPr>
              <a:defRPr sz="1800" b="0" i="0">
                <a:latin typeface="Poppins" pitchFamily="2" charset="77"/>
                <a:cs typeface="Poppins" pitchFamily="2" charset="77"/>
              </a:defRPr>
            </a:lvl1pPr>
          </a:lstStyle>
          <a:p>
            <a:pPr lvl="0"/>
            <a:endParaRPr lang="pt-BR"/>
          </a:p>
        </p:txBody>
      </p:sp>
      <p:sp>
        <p:nvSpPr>
          <p:cNvPr id="14" name="CaixaDeTexto 13">
            <a:extLst>
              <a:ext uri="{FF2B5EF4-FFF2-40B4-BE49-F238E27FC236}">
                <a16:creationId xmlns:a16="http://schemas.microsoft.com/office/drawing/2014/main" id="{F0401573-FB28-43CB-7EDE-CAF562F5894E}"/>
              </a:ext>
            </a:extLst>
          </p:cNvPr>
          <p:cNvSpPr txBox="1"/>
          <p:nvPr userDrawn="1"/>
        </p:nvSpPr>
        <p:spPr>
          <a:xfrm>
            <a:off x="18048157" y="867930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16" name="Espaço Reservado para Texto 11">
            <a:extLst>
              <a:ext uri="{FF2B5EF4-FFF2-40B4-BE49-F238E27FC236}">
                <a16:creationId xmlns:a16="http://schemas.microsoft.com/office/drawing/2014/main" id="{3641E8C7-8963-3BA2-52E9-AD936766A664}"/>
              </a:ext>
            </a:extLst>
          </p:cNvPr>
          <p:cNvSpPr>
            <a:spLocks noGrp="1"/>
          </p:cNvSpPr>
          <p:nvPr>
            <p:ph type="body" sz="quarter" idx="12"/>
          </p:nvPr>
        </p:nvSpPr>
        <p:spPr>
          <a:xfrm>
            <a:off x="5397614" y="3019074"/>
            <a:ext cx="12079074" cy="5604226"/>
          </a:xfrm>
          <a:prstGeom prst="rect">
            <a:avLst/>
          </a:prstGeom>
        </p:spPr>
        <p:txBody>
          <a:bodyPr/>
          <a:lstStyle>
            <a:lvl1pPr>
              <a:defRPr sz="18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3624732536"/>
      </p:ext>
    </p:extLst>
  </p:cSld>
  <p:clrMapOvr>
    <a:masterClrMapping/>
  </p:clrMapOvr>
  <p:extLst>
    <p:ext uri="{DCECCB84-F9BA-43D5-87BE-67443E8EF086}">
      <p15:sldGuideLst xmlns:p15="http://schemas.microsoft.com/office/powerpoint/2012/main">
        <p15:guide id="1" orient="horz" pos="3240">
          <p15:clr>
            <a:srgbClr val="FBAE40"/>
          </p15:clr>
        </p15:guide>
        <p15:guide id="2" pos="2925">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3. Conteudo" preserve="1" userDrawn="1">
  <p:cSld name="1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319116EA-081B-D3E0-ABB2-5593DC7A2024}"/>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A7B91D54-66E9-C95C-2EE0-01B44DA21DA6}"/>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Espaço Reservado para Imagem 4">
            <a:extLst>
              <a:ext uri="{FF2B5EF4-FFF2-40B4-BE49-F238E27FC236}">
                <a16:creationId xmlns:a16="http://schemas.microsoft.com/office/drawing/2014/main" id="{3CA1D1C2-A504-78F2-B5D1-B96B35BDDB02}"/>
              </a:ext>
            </a:extLst>
          </p:cNvPr>
          <p:cNvSpPr>
            <a:spLocks noGrp="1"/>
          </p:cNvSpPr>
          <p:nvPr>
            <p:ph type="pic" sz="quarter" idx="4294967295"/>
          </p:nvPr>
        </p:nvSpPr>
        <p:spPr>
          <a:xfrm>
            <a:off x="5397611" y="3041018"/>
            <a:ext cx="12079075" cy="5549698"/>
          </a:xfrm>
          <a:prstGeom prst="rect">
            <a:avLst/>
          </a:prstGeom>
          <a:solidFill>
            <a:schemeClr val="bg1">
              <a:lumMod val="85000"/>
            </a:schemeClr>
          </a:solidFill>
        </p:spPr>
        <p:txBody>
          <a:bodyPr/>
          <a:lstStyle>
            <a:lvl1pPr>
              <a:defRPr sz="1800">
                <a:latin typeface="Poppins" pitchFamily="2" charset="77"/>
                <a:cs typeface="Poppins" pitchFamily="2" charset="77"/>
              </a:defRPr>
            </a:lvl1pPr>
          </a:lstStyle>
          <a:p>
            <a:endParaRPr lang="pt-BR"/>
          </a:p>
        </p:txBody>
      </p:sp>
      <p:sp>
        <p:nvSpPr>
          <p:cNvPr id="9" name="Google Shape;69;p32">
            <a:extLst>
              <a:ext uri="{FF2B5EF4-FFF2-40B4-BE49-F238E27FC236}">
                <a16:creationId xmlns:a16="http://schemas.microsoft.com/office/drawing/2014/main" id="{DE14EB72-1A65-A5DB-A2E7-252C0E2F6F47}"/>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1" name="Espaço Reservado para Texto 10">
            <a:extLst>
              <a:ext uri="{FF2B5EF4-FFF2-40B4-BE49-F238E27FC236}">
                <a16:creationId xmlns:a16="http://schemas.microsoft.com/office/drawing/2014/main" id="{69EF6828-47A5-8129-5988-5EC45D078756}"/>
              </a:ext>
            </a:extLst>
          </p:cNvPr>
          <p:cNvSpPr>
            <a:spLocks noGrp="1"/>
          </p:cNvSpPr>
          <p:nvPr>
            <p:ph type="body" sz="quarter" idx="10"/>
          </p:nvPr>
        </p:nvSpPr>
        <p:spPr>
          <a:xfrm>
            <a:off x="5397611" y="950913"/>
            <a:ext cx="12079177" cy="1743075"/>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2" name="Espaço Reservado para Texto 10">
            <a:extLst>
              <a:ext uri="{FF2B5EF4-FFF2-40B4-BE49-F238E27FC236}">
                <a16:creationId xmlns:a16="http://schemas.microsoft.com/office/drawing/2014/main" id="{388D1399-8328-B730-C092-B8697982ADB5}"/>
              </a:ext>
            </a:extLst>
          </p:cNvPr>
          <p:cNvSpPr>
            <a:spLocks noGrp="1"/>
          </p:cNvSpPr>
          <p:nvPr>
            <p:ph type="body" sz="quarter" idx="11"/>
          </p:nvPr>
        </p:nvSpPr>
        <p:spPr>
          <a:xfrm>
            <a:off x="5397611" y="8764236"/>
            <a:ext cx="12079177" cy="465463"/>
          </a:xfrm>
          <a:prstGeom prst="rect">
            <a:avLst/>
          </a:prstGeom>
        </p:spPr>
        <p:txBody>
          <a:bodyPr/>
          <a:lstStyle>
            <a:lvl1pPr>
              <a:defRPr sz="18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1242249689"/>
      </p:ext>
    </p:extLst>
  </p:cSld>
  <p:clrMapOvr>
    <a:masterClrMapping/>
  </p:clrMapOvr>
  <p:extLst>
    <p:ext uri="{DCECCB84-F9BA-43D5-87BE-67443E8EF086}">
      <p15:sldGuideLst xmlns:p15="http://schemas.microsoft.com/office/powerpoint/2012/main">
        <p15:guide id="1" orient="horz" pos="3240">
          <p15:clr>
            <a:srgbClr val="FBAE40"/>
          </p15:clr>
        </p15:guide>
        <p15:guide id="2" pos="2925">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3. Conteudo" preserve="1" userDrawn="1">
  <p:cSld name="1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87FCC07C-4BE2-37BE-B92C-3F0C1F9F9F0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8" name="Imagem 7">
            <a:extLst>
              <a:ext uri="{FF2B5EF4-FFF2-40B4-BE49-F238E27FC236}">
                <a16:creationId xmlns:a16="http://schemas.microsoft.com/office/drawing/2014/main" id="{39EECC37-E046-75B8-A8DA-56B52FAF75A3}"/>
              </a:ext>
            </a:extLst>
          </p:cNvPr>
          <p:cNvPicPr>
            <a:picLocks/>
          </p:cNvPicPr>
          <p:nvPr userDrawn="1"/>
        </p:nvPicPr>
        <p:blipFill>
          <a:blip r:embed="rId3"/>
          <a:stretch>
            <a:fillRect/>
          </a:stretch>
        </p:blipFill>
        <p:spPr>
          <a:xfrm>
            <a:off x="298800" y="439201"/>
            <a:ext cx="3434405" cy="2390404"/>
          </a:xfrm>
          <a:prstGeom prst="rect">
            <a:avLst/>
          </a:prstGeom>
        </p:spPr>
      </p:pic>
      <p:sp>
        <p:nvSpPr>
          <p:cNvPr id="18" name="Google Shape;82;p33">
            <a:extLst>
              <a:ext uri="{FF2B5EF4-FFF2-40B4-BE49-F238E27FC236}">
                <a16:creationId xmlns:a16="http://schemas.microsoft.com/office/drawing/2014/main" id="{BA9FF48C-E6ED-8BE9-735C-1F6F208016AF}"/>
              </a:ext>
            </a:extLst>
          </p:cNvPr>
          <p:cNvSpPr txBox="1"/>
          <p:nvPr userDrawn="1"/>
        </p:nvSpPr>
        <p:spPr>
          <a:xfrm>
            <a:off x="1090502" y="1123988"/>
            <a:ext cx="1970750"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chemeClr val="lt1"/>
                </a:solidFill>
                <a:latin typeface="Poppins Light" pitchFamily="2" charset="77"/>
                <a:ea typeface="Poppins Medium"/>
                <a:cs typeface="Poppins Light" pitchFamily="2" charset="77"/>
                <a:sym typeface="Poppins Medium"/>
              </a:rPr>
              <a:t>Ponto</a:t>
            </a:r>
            <a:r>
              <a:rPr lang="pt-BR" sz="3500" b="0" i="0" u="none" strike="noStrike" cap="none">
                <a:solidFill>
                  <a:schemeClr val="lt1"/>
                </a:solidFill>
                <a:latin typeface="Poppins Medium"/>
                <a:ea typeface="Poppins Medium"/>
                <a:cs typeface="Poppins Medium"/>
                <a:sym typeface="Poppins Medium"/>
              </a:rPr>
              <a:t> </a:t>
            </a:r>
            <a:r>
              <a:rPr lang="pt-BR" sz="3500" b="0" i="0" u="none" strike="noStrike" cap="none">
                <a:solidFill>
                  <a:schemeClr val="lt1"/>
                </a:solidFill>
                <a:latin typeface="Poppins Light" pitchFamily="2" charset="77"/>
                <a:ea typeface="Poppins Medium"/>
                <a:cs typeface="Poppins Light" pitchFamily="2" charset="77"/>
                <a:sym typeface="Poppins Medium"/>
              </a:rPr>
              <a:t>de</a:t>
            </a:r>
            <a:r>
              <a:rPr lang="pt-BR" sz="3500" b="0" i="0" u="none" strike="noStrike" cap="none">
                <a:solidFill>
                  <a:schemeClr val="lt1"/>
                </a:solidFill>
                <a:latin typeface="Poppins Medium"/>
                <a:ea typeface="Poppins Medium"/>
                <a:cs typeface="Poppins Medium"/>
                <a:sym typeface="Poppins Medium"/>
              </a:rPr>
              <a:t> </a:t>
            </a:r>
            <a:r>
              <a:rPr lang="pt-BR" sz="3500" b="1" i="0" u="none" strike="noStrike" cap="none">
                <a:solidFill>
                  <a:schemeClr val="lt1"/>
                </a:solidFill>
                <a:latin typeface="Poppins"/>
                <a:ea typeface="Poppins"/>
                <a:cs typeface="Poppins"/>
                <a:sym typeface="Poppins"/>
              </a:rPr>
              <a:t>partida</a:t>
            </a:r>
            <a:endParaRPr sz="3500" b="0" i="0" u="none" strike="noStrike" cap="none">
              <a:solidFill>
                <a:schemeClr val="lt1"/>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Espaço Reservado para Texto 3">
            <a:extLst>
              <a:ext uri="{FF2B5EF4-FFF2-40B4-BE49-F238E27FC236}">
                <a16:creationId xmlns:a16="http://schemas.microsoft.com/office/drawing/2014/main" id="{4065A3E7-CBB3-DD59-24FC-B5AAEBB7F498}"/>
              </a:ext>
            </a:extLst>
          </p:cNvPr>
          <p:cNvSpPr>
            <a:spLocks noGrp="1"/>
          </p:cNvSpPr>
          <p:nvPr>
            <p:ph type="body" idx="4294967295"/>
          </p:nvPr>
        </p:nvSpPr>
        <p:spPr>
          <a:xfrm>
            <a:off x="5397614" y="950279"/>
            <a:ext cx="5705815" cy="8197519"/>
          </a:xfrm>
          <a:prstGeom prst="rect">
            <a:avLst/>
          </a:prstGeom>
        </p:spPr>
        <p:txBody>
          <a:bodyPr>
            <a:normAutofit/>
          </a:bodyPr>
          <a:lstStyle/>
          <a:p>
            <a:endParaRPr lang="pt-BR" sz="2400">
              <a:latin typeface="Poppins" pitchFamily="2" charset="77"/>
              <a:cs typeface="Poppins" pitchFamily="2" charset="77"/>
            </a:endParaRPr>
          </a:p>
        </p:txBody>
      </p:sp>
      <p:sp>
        <p:nvSpPr>
          <p:cNvPr id="7" name="Espaço Reservado para Texto 9">
            <a:extLst>
              <a:ext uri="{FF2B5EF4-FFF2-40B4-BE49-F238E27FC236}">
                <a16:creationId xmlns:a16="http://schemas.microsoft.com/office/drawing/2014/main" id="{F4FE14C4-C438-D68E-A10E-2CC8A26ACD09}"/>
              </a:ext>
            </a:extLst>
          </p:cNvPr>
          <p:cNvSpPr>
            <a:spLocks noGrp="1"/>
          </p:cNvSpPr>
          <p:nvPr>
            <p:ph type="body" idx="4294967295"/>
          </p:nvPr>
        </p:nvSpPr>
        <p:spPr>
          <a:xfrm>
            <a:off x="11651455" y="946480"/>
            <a:ext cx="5705815" cy="8197519"/>
          </a:xfrm>
          <a:prstGeom prst="rect">
            <a:avLst/>
          </a:prstGeom>
        </p:spPr>
        <p:txBody>
          <a:bodyPr>
            <a:normAutofit/>
          </a:bodyPr>
          <a:lstStyle/>
          <a:p>
            <a:endParaRPr lang="pt-BR" sz="2400">
              <a:latin typeface="Poppins" pitchFamily="2" charset="77"/>
              <a:cs typeface="Poppins" pitchFamily="2" charset="77"/>
            </a:endParaRPr>
          </a:p>
        </p:txBody>
      </p:sp>
    </p:spTree>
    <p:extLst>
      <p:ext uri="{BB962C8B-B14F-4D97-AF65-F5344CB8AC3E}">
        <p14:creationId xmlns:p14="http://schemas.microsoft.com/office/powerpoint/2010/main" val="2770422295"/>
      </p:ext>
    </p:extLst>
  </p:cSld>
  <p:clrMapOvr>
    <a:masterClrMapping/>
  </p:clrMapOvr>
  <p:extLst>
    <p:ext uri="{DCECCB84-F9BA-43D5-87BE-67443E8EF086}">
      <p15:sldGuideLst xmlns:p15="http://schemas.microsoft.com/office/powerpoint/2012/main">
        <p15:guide id="1" orient="horz" pos="3240">
          <p15:clr>
            <a:srgbClr val="FBAE40"/>
          </p15:clr>
        </p15:guide>
        <p15:guide id="2" pos="2925">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3. Conteudo" preserve="1" userDrawn="1">
  <p:cSld name="1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AE0DC479-3E72-CDCB-DBFF-155CA6D6AB6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0DF355D1-FA5B-53A4-7292-0B247516C795}"/>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Google Shape;69;p32">
            <a:extLst>
              <a:ext uri="{FF2B5EF4-FFF2-40B4-BE49-F238E27FC236}">
                <a16:creationId xmlns:a16="http://schemas.microsoft.com/office/drawing/2014/main" id="{1A04F5B2-68B0-2193-1467-BC61C52DF55C}"/>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9" name="Espaço Reservado para Texto 3">
            <a:extLst>
              <a:ext uri="{FF2B5EF4-FFF2-40B4-BE49-F238E27FC236}">
                <a16:creationId xmlns:a16="http://schemas.microsoft.com/office/drawing/2014/main" id="{73C6FE8A-0E62-070F-4EFF-7956D56EAEB7}"/>
              </a:ext>
            </a:extLst>
          </p:cNvPr>
          <p:cNvSpPr>
            <a:spLocks noGrp="1"/>
          </p:cNvSpPr>
          <p:nvPr>
            <p:ph type="body" idx="4294967295"/>
          </p:nvPr>
        </p:nvSpPr>
        <p:spPr>
          <a:xfrm>
            <a:off x="5397614" y="950279"/>
            <a:ext cx="5705815" cy="8197519"/>
          </a:xfrm>
          <a:prstGeom prst="rect">
            <a:avLst/>
          </a:prstGeom>
        </p:spPr>
        <p:txBody>
          <a:bodyPr>
            <a:normAutofit/>
          </a:bodyPr>
          <a:lstStyle/>
          <a:p>
            <a:endParaRPr lang="pt-BR" sz="2400">
              <a:latin typeface="Poppins" pitchFamily="2" charset="77"/>
              <a:cs typeface="Poppins" pitchFamily="2" charset="77"/>
            </a:endParaRPr>
          </a:p>
        </p:txBody>
      </p:sp>
      <p:sp>
        <p:nvSpPr>
          <p:cNvPr id="10" name="Espaço Reservado para Texto 9">
            <a:extLst>
              <a:ext uri="{FF2B5EF4-FFF2-40B4-BE49-F238E27FC236}">
                <a16:creationId xmlns:a16="http://schemas.microsoft.com/office/drawing/2014/main" id="{D9108072-6283-1E2A-3D04-EE1896CEE3F4}"/>
              </a:ext>
            </a:extLst>
          </p:cNvPr>
          <p:cNvSpPr>
            <a:spLocks noGrp="1"/>
          </p:cNvSpPr>
          <p:nvPr>
            <p:ph type="body" idx="4294967295"/>
          </p:nvPr>
        </p:nvSpPr>
        <p:spPr>
          <a:xfrm>
            <a:off x="11651455" y="946480"/>
            <a:ext cx="5705815" cy="8197519"/>
          </a:xfrm>
          <a:prstGeom prst="rect">
            <a:avLst/>
          </a:prstGeom>
        </p:spPr>
        <p:txBody>
          <a:bodyPr>
            <a:normAutofit/>
          </a:bodyPr>
          <a:lstStyle/>
          <a:p>
            <a:endParaRPr lang="pt-BR" sz="2400">
              <a:latin typeface="Poppins" pitchFamily="2" charset="77"/>
              <a:cs typeface="Poppins" pitchFamily="2" charset="77"/>
            </a:endParaRPr>
          </a:p>
        </p:txBody>
      </p:sp>
    </p:spTree>
    <p:extLst>
      <p:ext uri="{BB962C8B-B14F-4D97-AF65-F5344CB8AC3E}">
        <p14:creationId xmlns:p14="http://schemas.microsoft.com/office/powerpoint/2010/main" val="3032354621"/>
      </p:ext>
    </p:extLst>
  </p:cSld>
  <p:clrMapOvr>
    <a:masterClrMapping/>
  </p:clrMapOvr>
  <p:extLst>
    <p:ext uri="{DCECCB84-F9BA-43D5-87BE-67443E8EF086}">
      <p15:sldGuideLst xmlns:p15="http://schemas.microsoft.com/office/powerpoint/2012/main">
        <p15:guide id="1" orient="horz" pos="3240">
          <p15:clr>
            <a:srgbClr val="FBAE40"/>
          </p15:clr>
        </p15:guide>
        <p15:guide id="2" pos="2925">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2_Linha do Tempo1" preserve="1" userDrawn="1">
  <p:cSld name="2_Linha do Tempo1">
    <p:spTree>
      <p:nvGrpSpPr>
        <p:cNvPr id="1" name="Shape 178"/>
        <p:cNvGrpSpPr/>
        <p:nvPr/>
      </p:nvGrpSpPr>
      <p:grpSpPr>
        <a:xfrm>
          <a:off x="0" y="0"/>
          <a:ext cx="0" cy="0"/>
          <a:chOff x="0" y="0"/>
          <a:chExt cx="0" cy="0"/>
        </a:xfrm>
      </p:grpSpPr>
      <p:cxnSp>
        <p:nvCxnSpPr>
          <p:cNvPr id="181" name="Google Shape;181;p15"/>
          <p:cNvCxnSpPr>
            <a:cxnSpLocks/>
          </p:cNvCxnSpPr>
          <p:nvPr/>
        </p:nvCxnSpPr>
        <p:spPr>
          <a:xfrm flipH="1">
            <a:off x="7496197" y="3927724"/>
            <a:ext cx="9026798" cy="0"/>
          </a:xfrm>
          <a:prstGeom prst="straightConnector1">
            <a:avLst/>
          </a:prstGeom>
          <a:noFill/>
          <a:ln w="19050" cap="flat" cmpd="sng">
            <a:solidFill>
              <a:srgbClr val="F4F4F4"/>
            </a:solidFill>
            <a:prstDash val="solid"/>
            <a:round/>
            <a:headEnd type="diamond" w="med" len="med"/>
            <a:tailEnd type="none" w="sm" len="sm"/>
          </a:ln>
        </p:spPr>
      </p:cxnSp>
      <p:sp>
        <p:nvSpPr>
          <p:cNvPr id="182" name="Google Shape;182;p15"/>
          <p:cNvSpPr>
            <a:spLocks noGrp="1"/>
          </p:cNvSpPr>
          <p:nvPr>
            <p:ph type="pic" idx="2"/>
          </p:nvPr>
        </p:nvSpPr>
        <p:spPr>
          <a:xfrm>
            <a:off x="3306485" y="3414557"/>
            <a:ext cx="4189710" cy="2516188"/>
          </a:xfrm>
          <a:prstGeom prst="rect">
            <a:avLst/>
          </a:prstGeom>
          <a:solidFill>
            <a:srgbClr val="D8D8D8"/>
          </a:solidFill>
          <a:ln>
            <a:noFill/>
          </a:ln>
        </p:spPr>
      </p:sp>
      <p:sp>
        <p:nvSpPr>
          <p:cNvPr id="183" name="Google Shape;183;p15"/>
          <p:cNvSpPr txBox="1">
            <a:spLocks noGrp="1"/>
          </p:cNvSpPr>
          <p:nvPr>
            <p:ph type="body" idx="1"/>
          </p:nvPr>
        </p:nvSpPr>
        <p:spPr>
          <a:xfrm>
            <a:off x="8358411" y="4229807"/>
            <a:ext cx="8164583" cy="169611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2100"/>
              <a:buFont typeface="Poppins"/>
              <a:buNone/>
              <a:defRPr sz="21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cxnSp>
        <p:nvCxnSpPr>
          <p:cNvPr id="184" name="Google Shape;184;p15"/>
          <p:cNvCxnSpPr>
            <a:cxnSpLocks/>
          </p:cNvCxnSpPr>
          <p:nvPr/>
        </p:nvCxnSpPr>
        <p:spPr>
          <a:xfrm flipH="1">
            <a:off x="7496197" y="7004653"/>
            <a:ext cx="8941738" cy="0"/>
          </a:xfrm>
          <a:prstGeom prst="straightConnector1">
            <a:avLst/>
          </a:prstGeom>
          <a:noFill/>
          <a:ln w="19050" cap="flat" cmpd="sng">
            <a:solidFill>
              <a:srgbClr val="F4F4F4"/>
            </a:solidFill>
            <a:prstDash val="solid"/>
            <a:round/>
            <a:headEnd type="diamond" w="med" len="med"/>
            <a:tailEnd type="none" w="sm" len="sm"/>
          </a:ln>
        </p:spPr>
      </p:cxnSp>
      <p:sp>
        <p:nvSpPr>
          <p:cNvPr id="185" name="Google Shape;185;p15"/>
          <p:cNvSpPr>
            <a:spLocks noGrp="1"/>
          </p:cNvSpPr>
          <p:nvPr>
            <p:ph type="pic" idx="3"/>
          </p:nvPr>
        </p:nvSpPr>
        <p:spPr>
          <a:xfrm>
            <a:off x="3306485" y="6491486"/>
            <a:ext cx="4189710" cy="2516188"/>
          </a:xfrm>
          <a:prstGeom prst="rect">
            <a:avLst/>
          </a:prstGeom>
          <a:solidFill>
            <a:srgbClr val="D8D8D8"/>
          </a:solidFill>
          <a:ln>
            <a:noFill/>
          </a:ln>
        </p:spPr>
      </p:sp>
      <p:sp>
        <p:nvSpPr>
          <p:cNvPr id="186" name="Google Shape;186;p15"/>
          <p:cNvSpPr txBox="1">
            <a:spLocks noGrp="1"/>
          </p:cNvSpPr>
          <p:nvPr>
            <p:ph type="body" idx="4"/>
          </p:nvPr>
        </p:nvSpPr>
        <p:spPr>
          <a:xfrm>
            <a:off x="8358411" y="7306737"/>
            <a:ext cx="8164579" cy="169611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2100"/>
              <a:buFont typeface="Poppins"/>
              <a:buNone/>
              <a:defRPr sz="21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
        <p:nvSpPr>
          <p:cNvPr id="190" name="Google Shape;190;p15"/>
          <p:cNvSpPr txBox="1">
            <a:spLocks noGrp="1"/>
          </p:cNvSpPr>
          <p:nvPr>
            <p:ph type="body" idx="7"/>
          </p:nvPr>
        </p:nvSpPr>
        <p:spPr>
          <a:xfrm>
            <a:off x="3306485" y="2226787"/>
            <a:ext cx="13216509" cy="924288"/>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rgbClr val="000000"/>
              </a:buClr>
              <a:buSzPts val="2200"/>
              <a:buFont typeface="Poppins"/>
              <a:buNone/>
              <a:defRPr sz="22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
        <p:nvSpPr>
          <p:cNvPr id="191" name="Google Shape;191;p15"/>
          <p:cNvSpPr txBox="1">
            <a:spLocks noGrp="1"/>
          </p:cNvSpPr>
          <p:nvPr>
            <p:ph type="body" idx="8"/>
          </p:nvPr>
        </p:nvSpPr>
        <p:spPr>
          <a:xfrm>
            <a:off x="3306484" y="681247"/>
            <a:ext cx="13216507" cy="1243457"/>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rgbClr val="000000"/>
              </a:buClr>
              <a:buSzPts val="3500"/>
              <a:buFont typeface="Poppins"/>
              <a:buNone/>
              <a:defRPr sz="3500"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41352238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2_Linha do Tempo1" preserve="1" userDrawn="1">
  <p:cSld name="3_Linha do Tempo1">
    <p:spTree>
      <p:nvGrpSpPr>
        <p:cNvPr id="1" name="Shape 178"/>
        <p:cNvGrpSpPr/>
        <p:nvPr/>
      </p:nvGrpSpPr>
      <p:grpSpPr>
        <a:xfrm>
          <a:off x="0" y="0"/>
          <a:ext cx="0" cy="0"/>
          <a:chOff x="0" y="0"/>
          <a:chExt cx="0" cy="0"/>
        </a:xfrm>
      </p:grpSpPr>
      <p:pic>
        <p:nvPicPr>
          <p:cNvPr id="8" name="Google Shape;142;p13">
            <a:extLst>
              <a:ext uri="{FF2B5EF4-FFF2-40B4-BE49-F238E27FC236}">
                <a16:creationId xmlns:a16="http://schemas.microsoft.com/office/drawing/2014/main" id="{C1899201-5DAF-E974-F58A-A1AEAB93C16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7" name="Google Shape;143;p13">
            <a:extLst>
              <a:ext uri="{FF2B5EF4-FFF2-40B4-BE49-F238E27FC236}">
                <a16:creationId xmlns:a16="http://schemas.microsoft.com/office/drawing/2014/main" id="{33DC5791-7C7E-1A35-F1B9-7D904EC4D10F}"/>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2" name="CaixaDeTexto 1">
            <a:extLst>
              <a:ext uri="{FF2B5EF4-FFF2-40B4-BE49-F238E27FC236}">
                <a16:creationId xmlns:a16="http://schemas.microsoft.com/office/drawing/2014/main" id="{A002D0E8-22C3-90CC-B114-9B35A1342FE0}"/>
              </a:ext>
            </a:extLst>
          </p:cNvPr>
          <p:cNvSpPr txBox="1"/>
          <p:nvPr userDrawn="1"/>
        </p:nvSpPr>
        <p:spPr>
          <a:xfrm>
            <a:off x="4359965" y="28227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Espaço Reservado para Texto 3">
            <a:extLst>
              <a:ext uri="{FF2B5EF4-FFF2-40B4-BE49-F238E27FC236}">
                <a16:creationId xmlns:a16="http://schemas.microsoft.com/office/drawing/2014/main" id="{7BC2819B-91AA-1651-F5F9-7B0D1509AE13}"/>
              </a:ext>
            </a:extLst>
          </p:cNvPr>
          <p:cNvSpPr>
            <a:spLocks noGrp="1"/>
          </p:cNvSpPr>
          <p:nvPr>
            <p:ph type="body" sz="quarter" idx="10"/>
          </p:nvPr>
        </p:nvSpPr>
        <p:spPr>
          <a:xfrm>
            <a:off x="4914900" y="1782261"/>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5" name="Espaço Reservado para Texto 3">
            <a:extLst>
              <a:ext uri="{FF2B5EF4-FFF2-40B4-BE49-F238E27FC236}">
                <a16:creationId xmlns:a16="http://schemas.microsoft.com/office/drawing/2014/main" id="{481EC73E-B5CF-9DF6-2B18-5F201BFD1BC9}"/>
              </a:ext>
            </a:extLst>
          </p:cNvPr>
          <p:cNvSpPr>
            <a:spLocks noGrp="1"/>
          </p:cNvSpPr>
          <p:nvPr>
            <p:ph type="body" sz="quarter" idx="11"/>
          </p:nvPr>
        </p:nvSpPr>
        <p:spPr>
          <a:xfrm>
            <a:off x="4914900" y="2712074"/>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6" name="Espaço Reservado para Texto 3">
            <a:extLst>
              <a:ext uri="{FF2B5EF4-FFF2-40B4-BE49-F238E27FC236}">
                <a16:creationId xmlns:a16="http://schemas.microsoft.com/office/drawing/2014/main" id="{E22F0728-FF89-57C8-564C-0F3FB75D68BE}"/>
              </a:ext>
            </a:extLst>
          </p:cNvPr>
          <p:cNvSpPr>
            <a:spLocks noGrp="1"/>
          </p:cNvSpPr>
          <p:nvPr>
            <p:ph type="body" sz="quarter" idx="12"/>
          </p:nvPr>
        </p:nvSpPr>
        <p:spPr>
          <a:xfrm>
            <a:off x="4914900" y="3663317"/>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7" name="Espaço Reservado para Texto 3">
            <a:extLst>
              <a:ext uri="{FF2B5EF4-FFF2-40B4-BE49-F238E27FC236}">
                <a16:creationId xmlns:a16="http://schemas.microsoft.com/office/drawing/2014/main" id="{08173B0E-FC6F-4B79-645E-F7C05C5165D3}"/>
              </a:ext>
            </a:extLst>
          </p:cNvPr>
          <p:cNvSpPr>
            <a:spLocks noGrp="1"/>
          </p:cNvSpPr>
          <p:nvPr>
            <p:ph type="body" sz="quarter" idx="13"/>
          </p:nvPr>
        </p:nvSpPr>
        <p:spPr>
          <a:xfrm>
            <a:off x="4914900" y="4663285"/>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9" name="Espaço Reservado para Texto 3">
            <a:extLst>
              <a:ext uri="{FF2B5EF4-FFF2-40B4-BE49-F238E27FC236}">
                <a16:creationId xmlns:a16="http://schemas.microsoft.com/office/drawing/2014/main" id="{777D4752-A3A8-E6ED-FF9C-9D9D8F16B077}"/>
              </a:ext>
            </a:extLst>
          </p:cNvPr>
          <p:cNvSpPr>
            <a:spLocks noGrp="1"/>
          </p:cNvSpPr>
          <p:nvPr>
            <p:ph type="body" sz="quarter" idx="14"/>
          </p:nvPr>
        </p:nvSpPr>
        <p:spPr>
          <a:xfrm>
            <a:off x="4914900" y="5708314"/>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10" name="Espaço Reservado para Texto 3">
            <a:extLst>
              <a:ext uri="{FF2B5EF4-FFF2-40B4-BE49-F238E27FC236}">
                <a16:creationId xmlns:a16="http://schemas.microsoft.com/office/drawing/2014/main" id="{CD27E91A-725C-6108-065B-301FEE078C62}"/>
              </a:ext>
            </a:extLst>
          </p:cNvPr>
          <p:cNvSpPr>
            <a:spLocks noGrp="1"/>
          </p:cNvSpPr>
          <p:nvPr>
            <p:ph type="body" sz="quarter" idx="15"/>
          </p:nvPr>
        </p:nvSpPr>
        <p:spPr>
          <a:xfrm>
            <a:off x="4914900" y="6769671"/>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pic>
        <p:nvPicPr>
          <p:cNvPr id="16" name="Imagem 15">
            <a:extLst>
              <a:ext uri="{FF2B5EF4-FFF2-40B4-BE49-F238E27FC236}">
                <a16:creationId xmlns:a16="http://schemas.microsoft.com/office/drawing/2014/main" id="{5F084900-B74D-D4B0-F262-D2B868A3FE34}"/>
              </a:ext>
            </a:extLst>
          </p:cNvPr>
          <p:cNvPicPr>
            <a:picLocks/>
          </p:cNvPicPr>
          <p:nvPr userDrawn="1"/>
        </p:nvPicPr>
        <p:blipFill>
          <a:blip r:embed="rId4"/>
          <a:stretch>
            <a:fillRect/>
          </a:stretch>
        </p:blipFill>
        <p:spPr>
          <a:xfrm>
            <a:off x="381601" y="327600"/>
            <a:ext cx="3434405" cy="2390404"/>
          </a:xfrm>
          <a:prstGeom prst="rect">
            <a:avLst/>
          </a:prstGeom>
        </p:spPr>
      </p:pic>
      <p:sp>
        <p:nvSpPr>
          <p:cNvPr id="12" name="Google Shape;101;p34">
            <a:extLst>
              <a:ext uri="{FF2B5EF4-FFF2-40B4-BE49-F238E27FC236}">
                <a16:creationId xmlns:a16="http://schemas.microsoft.com/office/drawing/2014/main" id="{B642C3FE-A5A7-DE40-B0EC-693188905B79}"/>
              </a:ext>
            </a:extLst>
          </p:cNvPr>
          <p:cNvSpPr txBox="1"/>
          <p:nvPr userDrawn="1"/>
        </p:nvSpPr>
        <p:spPr>
          <a:xfrm>
            <a:off x="710238" y="1045716"/>
            <a:ext cx="2744693"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chemeClr val="lt1"/>
                </a:solidFill>
                <a:latin typeface="Poppins Light" pitchFamily="2" charset="77"/>
                <a:ea typeface="Poppins Medium"/>
                <a:cs typeface="Poppins Light" pitchFamily="2" charset="77"/>
                <a:sym typeface="Poppins Medium"/>
              </a:rPr>
              <a:t>Construindo o</a:t>
            </a:r>
            <a:r>
              <a:rPr lang="pt-BR" sz="3500" b="0" i="0" u="none" strike="noStrike" cap="none">
                <a:solidFill>
                  <a:schemeClr val="lt1"/>
                </a:solidFill>
                <a:latin typeface="Poppins Medium"/>
                <a:ea typeface="Poppins Medium"/>
                <a:cs typeface="Poppins Medium"/>
                <a:sym typeface="Poppins Medium"/>
              </a:rPr>
              <a:t> </a:t>
            </a:r>
            <a:r>
              <a:rPr lang="pt-BR" sz="3500" b="1" i="0" u="none" strike="noStrike" cap="none">
                <a:solidFill>
                  <a:schemeClr val="lt1"/>
                </a:solidFill>
                <a:latin typeface="Poppins" pitchFamily="2" charset="77"/>
                <a:ea typeface="Poppins"/>
                <a:cs typeface="Poppins" pitchFamily="2" charset="77"/>
                <a:sym typeface="Poppins"/>
              </a:rPr>
              <a:t>conceito</a:t>
            </a:r>
            <a:endParaRPr sz="3500" b="1" i="0" u="none" strike="noStrike" cap="none">
              <a:solidFill>
                <a:schemeClr val="lt1"/>
              </a:solidFill>
              <a:latin typeface="Poppins" pitchFamily="2" charset="77"/>
              <a:ea typeface="Poppins Light"/>
              <a:cs typeface="Poppins" pitchFamily="2" charset="77"/>
              <a:sym typeface="Poppins Light"/>
            </a:endParaRPr>
          </a:p>
        </p:txBody>
      </p:sp>
    </p:spTree>
    <p:extLst>
      <p:ext uri="{BB962C8B-B14F-4D97-AF65-F5344CB8AC3E}">
        <p14:creationId xmlns:p14="http://schemas.microsoft.com/office/powerpoint/2010/main" val="85020038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Atividade" preserve="1" userDrawn="1">
  <p:cSld name="Atividade">
    <p:spTree>
      <p:nvGrpSpPr>
        <p:cNvPr id="1" name="Shape 227"/>
        <p:cNvGrpSpPr/>
        <p:nvPr/>
      </p:nvGrpSpPr>
      <p:grpSpPr>
        <a:xfrm>
          <a:off x="0" y="0"/>
          <a:ext cx="0" cy="0"/>
          <a:chOff x="0" y="0"/>
          <a:chExt cx="0" cy="0"/>
        </a:xfrm>
      </p:grpSpPr>
      <p:sp>
        <p:nvSpPr>
          <p:cNvPr id="2" name="Retângulo 1">
            <a:extLst>
              <a:ext uri="{FF2B5EF4-FFF2-40B4-BE49-F238E27FC236}">
                <a16:creationId xmlns:a16="http://schemas.microsoft.com/office/drawing/2014/main" id="{20D52867-BD12-53CB-FAEF-C79A88197553}"/>
              </a:ext>
            </a:extLst>
          </p:cNvPr>
          <p:cNvSpPr/>
          <p:nvPr userDrawn="1"/>
        </p:nvSpPr>
        <p:spPr>
          <a:xfrm>
            <a:off x="0" y="0"/>
            <a:ext cx="18288000" cy="10287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81390929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Atividade" preserve="1" userDrawn="1">
  <p:cSld name="1_Atividade">
    <p:spTree>
      <p:nvGrpSpPr>
        <p:cNvPr id="1" name="Shape 227"/>
        <p:cNvGrpSpPr/>
        <p:nvPr/>
      </p:nvGrpSpPr>
      <p:grpSpPr>
        <a:xfrm>
          <a:off x="0" y="0"/>
          <a:ext cx="0" cy="0"/>
          <a:chOff x="0" y="0"/>
          <a:chExt cx="0" cy="0"/>
        </a:xfrm>
      </p:grpSpPr>
      <p:pic>
        <p:nvPicPr>
          <p:cNvPr id="4" name="Google Shape;190;p17">
            <a:extLst>
              <a:ext uri="{FF2B5EF4-FFF2-40B4-BE49-F238E27FC236}">
                <a16:creationId xmlns:a16="http://schemas.microsoft.com/office/drawing/2014/main" id="{A0810382-A324-7F5F-6D72-CCF68117DDE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11" name="Imagem 10">
            <a:extLst>
              <a:ext uri="{FF2B5EF4-FFF2-40B4-BE49-F238E27FC236}">
                <a16:creationId xmlns:a16="http://schemas.microsoft.com/office/drawing/2014/main" id="{23EAAEBF-3599-4219-4BBF-937A1E3B763A}"/>
              </a:ext>
            </a:extLst>
          </p:cNvPr>
          <p:cNvPicPr>
            <a:picLocks/>
          </p:cNvPicPr>
          <p:nvPr userDrawn="1"/>
        </p:nvPicPr>
        <p:blipFill>
          <a:blip r:embed="rId3"/>
          <a:stretch>
            <a:fillRect/>
          </a:stretch>
        </p:blipFill>
        <p:spPr>
          <a:xfrm>
            <a:off x="298800" y="691201"/>
            <a:ext cx="3434405" cy="2390404"/>
          </a:xfrm>
          <a:prstGeom prst="rect">
            <a:avLst/>
          </a:prstGeom>
        </p:spPr>
      </p:pic>
      <p:sp>
        <p:nvSpPr>
          <p:cNvPr id="2" name="CaixaDeTexto 1">
            <a:extLst>
              <a:ext uri="{FF2B5EF4-FFF2-40B4-BE49-F238E27FC236}">
                <a16:creationId xmlns:a16="http://schemas.microsoft.com/office/drawing/2014/main" id="{78E9625F-D19E-624E-A52E-3E35C3F742DF}"/>
              </a:ext>
            </a:extLst>
          </p:cNvPr>
          <p:cNvSpPr txBox="1"/>
          <p:nvPr userDrawn="1"/>
        </p:nvSpPr>
        <p:spPr>
          <a:xfrm>
            <a:off x="3765176" y="-8785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8" name="Espaço Reservado para Texto 10">
            <a:extLst>
              <a:ext uri="{FF2B5EF4-FFF2-40B4-BE49-F238E27FC236}">
                <a16:creationId xmlns:a16="http://schemas.microsoft.com/office/drawing/2014/main" id="{E3EABF6E-626A-0802-C919-B97335045E73}"/>
              </a:ext>
            </a:extLst>
          </p:cNvPr>
          <p:cNvSpPr>
            <a:spLocks noGrp="1"/>
          </p:cNvSpPr>
          <p:nvPr>
            <p:ph type="body" sz="quarter" idx="10"/>
          </p:nvPr>
        </p:nvSpPr>
        <p:spPr>
          <a:xfrm>
            <a:off x="4539582" y="2093913"/>
            <a:ext cx="10660731" cy="773112"/>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endParaRPr lang="pt-BR"/>
          </a:p>
        </p:txBody>
      </p:sp>
      <p:sp>
        <p:nvSpPr>
          <p:cNvPr id="10" name="Espaço Reservado para Texto 10">
            <a:extLst>
              <a:ext uri="{FF2B5EF4-FFF2-40B4-BE49-F238E27FC236}">
                <a16:creationId xmlns:a16="http://schemas.microsoft.com/office/drawing/2014/main" id="{24C57C54-2E58-E7B5-ECF5-2C905E340D3C}"/>
              </a:ext>
            </a:extLst>
          </p:cNvPr>
          <p:cNvSpPr>
            <a:spLocks noGrp="1"/>
          </p:cNvSpPr>
          <p:nvPr>
            <p:ph type="body" sz="quarter" idx="11"/>
          </p:nvPr>
        </p:nvSpPr>
        <p:spPr>
          <a:xfrm>
            <a:off x="4539583" y="3113243"/>
            <a:ext cx="10660730" cy="1098879"/>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2200" b="0" i="0">
                <a:solidFill>
                  <a:schemeClr val="bg1"/>
                </a:solidFill>
                <a:latin typeface="Poppins" pitchFamily="2" charset="77"/>
                <a:cs typeface="Poppins" pitchFamily="2" charset="77"/>
              </a:defRPr>
            </a:lvl5pPr>
          </a:lstStyle>
          <a:p>
            <a:pPr lvl="4"/>
            <a:endParaRPr lang="pt-BR"/>
          </a:p>
        </p:txBody>
      </p:sp>
      <p:sp>
        <p:nvSpPr>
          <p:cNvPr id="3" name="Google Shape;231;p21">
            <a:extLst>
              <a:ext uri="{FF2B5EF4-FFF2-40B4-BE49-F238E27FC236}">
                <a16:creationId xmlns:a16="http://schemas.microsoft.com/office/drawing/2014/main" id="{EC8A53A4-65C0-B0A4-72A8-C7E66457C8F5}"/>
              </a:ext>
            </a:extLst>
          </p:cNvPr>
          <p:cNvSpPr txBox="1"/>
          <p:nvPr userDrawn="1"/>
        </p:nvSpPr>
        <p:spPr>
          <a:xfrm>
            <a:off x="943708" y="1324162"/>
            <a:ext cx="2292704"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rgbClr val="FFFFFF"/>
                </a:solidFill>
                <a:latin typeface="Poppins Light" pitchFamily="2" charset="77"/>
                <a:ea typeface="Poppins Light"/>
                <a:cs typeface="Poppins Light" pitchFamily="2" charset="77"/>
                <a:sym typeface="Poppins Light"/>
              </a:rPr>
              <a:t>Pause e</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rgbClr val="FFFFFF"/>
                </a:solidFill>
                <a:latin typeface="Poppins"/>
                <a:ea typeface="Poppins Light"/>
                <a:cs typeface="Poppins"/>
                <a:sym typeface="Poppins"/>
              </a:rPr>
              <a:t>responda</a:t>
            </a:r>
            <a:endParaRPr lang="pt-BR" sz="3500" b="0" i="0" u="none" strike="noStrike" cap="none" noProof="0">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05205668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Atividade" preserve="1" userDrawn="1">
  <p:cSld name="1_Atividade">
    <p:spTree>
      <p:nvGrpSpPr>
        <p:cNvPr id="1" name="Shape 227"/>
        <p:cNvGrpSpPr/>
        <p:nvPr/>
      </p:nvGrpSpPr>
      <p:grpSpPr>
        <a:xfrm>
          <a:off x="0" y="0"/>
          <a:ext cx="0" cy="0"/>
          <a:chOff x="0" y="0"/>
          <a:chExt cx="0" cy="0"/>
        </a:xfrm>
      </p:grpSpPr>
      <p:pic>
        <p:nvPicPr>
          <p:cNvPr id="6" name="Google Shape;190;p17">
            <a:extLst>
              <a:ext uri="{FF2B5EF4-FFF2-40B4-BE49-F238E27FC236}">
                <a16:creationId xmlns:a16="http://schemas.microsoft.com/office/drawing/2014/main" id="{F9357E3A-0A47-5C6A-4624-2811914CCED8}"/>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8" name="Imagem 7">
            <a:extLst>
              <a:ext uri="{FF2B5EF4-FFF2-40B4-BE49-F238E27FC236}">
                <a16:creationId xmlns:a16="http://schemas.microsoft.com/office/drawing/2014/main" id="{667098F2-4B36-484D-51B3-5A25BEAC2904}"/>
              </a:ext>
            </a:extLst>
          </p:cNvPr>
          <p:cNvPicPr>
            <a:picLocks/>
          </p:cNvPicPr>
          <p:nvPr userDrawn="1"/>
        </p:nvPicPr>
        <p:blipFill>
          <a:blip r:embed="rId3"/>
          <a:stretch>
            <a:fillRect/>
          </a:stretch>
        </p:blipFill>
        <p:spPr>
          <a:xfrm>
            <a:off x="298800" y="691201"/>
            <a:ext cx="3434405" cy="2390404"/>
          </a:xfrm>
          <a:prstGeom prst="rect">
            <a:avLst/>
          </a:prstGeom>
        </p:spPr>
      </p:pic>
      <p:sp>
        <p:nvSpPr>
          <p:cNvPr id="2" name="CaixaDeTexto 1">
            <a:extLst>
              <a:ext uri="{FF2B5EF4-FFF2-40B4-BE49-F238E27FC236}">
                <a16:creationId xmlns:a16="http://schemas.microsoft.com/office/drawing/2014/main" id="{78E9625F-D19E-624E-A52E-3E35C3F742DF}"/>
              </a:ext>
            </a:extLst>
          </p:cNvPr>
          <p:cNvSpPr txBox="1"/>
          <p:nvPr userDrawn="1"/>
        </p:nvSpPr>
        <p:spPr>
          <a:xfrm>
            <a:off x="3765176" y="-8785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Google Shape;231;p21">
            <a:extLst>
              <a:ext uri="{FF2B5EF4-FFF2-40B4-BE49-F238E27FC236}">
                <a16:creationId xmlns:a16="http://schemas.microsoft.com/office/drawing/2014/main" id="{76C6D641-729D-5478-E0FD-4482BC0110EA}"/>
              </a:ext>
            </a:extLst>
          </p:cNvPr>
          <p:cNvSpPr txBox="1"/>
          <p:nvPr userDrawn="1"/>
        </p:nvSpPr>
        <p:spPr>
          <a:xfrm>
            <a:off x="943708" y="1324162"/>
            <a:ext cx="2292704"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rgbClr val="FFFFFF"/>
                </a:solidFill>
                <a:latin typeface="Poppins Light" pitchFamily="2" charset="77"/>
                <a:ea typeface="Poppins Light"/>
                <a:cs typeface="Poppins Light" pitchFamily="2" charset="77"/>
                <a:sym typeface="Poppins Light"/>
              </a:rPr>
              <a:t>Pause e</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rgbClr val="FFFFFF"/>
                </a:solidFill>
                <a:latin typeface="Poppins"/>
                <a:ea typeface="Poppins Light"/>
                <a:cs typeface="Poppins"/>
                <a:sym typeface="Poppins"/>
              </a:rPr>
              <a:t>responda</a:t>
            </a:r>
            <a:endParaRPr lang="pt-BR" sz="3500" b="0" i="0" u="none" strike="noStrike" cap="none" noProof="0">
              <a:solidFill>
                <a:srgbClr val="FFFFFF"/>
              </a:solidFill>
              <a:latin typeface="Poppins Light"/>
              <a:ea typeface="Poppins Light"/>
              <a:cs typeface="Poppins Light"/>
              <a:sym typeface="Poppins Light"/>
            </a:endParaRPr>
          </a:p>
        </p:txBody>
      </p:sp>
      <p:sp>
        <p:nvSpPr>
          <p:cNvPr id="11" name="Espaço Reservado para Texto 10">
            <a:extLst>
              <a:ext uri="{FF2B5EF4-FFF2-40B4-BE49-F238E27FC236}">
                <a16:creationId xmlns:a16="http://schemas.microsoft.com/office/drawing/2014/main" id="{195C8DE1-D92C-0520-6827-BF4E2122A3E1}"/>
              </a:ext>
            </a:extLst>
          </p:cNvPr>
          <p:cNvSpPr>
            <a:spLocks noGrp="1"/>
          </p:cNvSpPr>
          <p:nvPr>
            <p:ph type="body" sz="quarter" idx="10"/>
          </p:nvPr>
        </p:nvSpPr>
        <p:spPr>
          <a:xfrm>
            <a:off x="4539582" y="2093913"/>
            <a:ext cx="10660731" cy="773112"/>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endParaRPr lang="pt-BR"/>
          </a:p>
        </p:txBody>
      </p:sp>
      <p:sp>
        <p:nvSpPr>
          <p:cNvPr id="12" name="Espaço Reservado para Texto 10">
            <a:extLst>
              <a:ext uri="{FF2B5EF4-FFF2-40B4-BE49-F238E27FC236}">
                <a16:creationId xmlns:a16="http://schemas.microsoft.com/office/drawing/2014/main" id="{D96DF696-0CE9-222F-9539-CCDCDE3B62F4}"/>
              </a:ext>
            </a:extLst>
          </p:cNvPr>
          <p:cNvSpPr>
            <a:spLocks noGrp="1"/>
          </p:cNvSpPr>
          <p:nvPr>
            <p:ph type="body" sz="quarter" idx="11"/>
          </p:nvPr>
        </p:nvSpPr>
        <p:spPr>
          <a:xfrm>
            <a:off x="4539583" y="3113243"/>
            <a:ext cx="10660730" cy="1098879"/>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2200" b="0" i="0">
                <a:solidFill>
                  <a:schemeClr val="bg1"/>
                </a:solidFill>
                <a:latin typeface="Poppins" pitchFamily="2" charset="77"/>
                <a:cs typeface="Poppins" pitchFamily="2" charset="77"/>
              </a:defRPr>
            </a:lvl5pPr>
          </a:lstStyle>
          <a:p>
            <a:pPr lvl="4"/>
            <a:endParaRPr lang="pt-BR"/>
          </a:p>
        </p:txBody>
      </p:sp>
    </p:spTree>
    <p:extLst>
      <p:ext uri="{BB962C8B-B14F-4D97-AF65-F5344CB8AC3E}">
        <p14:creationId xmlns:p14="http://schemas.microsoft.com/office/powerpoint/2010/main" val="2839068223"/>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Layout Personalizado">
    <p:spTree>
      <p:nvGrpSpPr>
        <p:cNvPr id="1" name=""/>
        <p:cNvGrpSpPr/>
        <p:nvPr/>
      </p:nvGrpSpPr>
      <p:grpSpPr>
        <a:xfrm>
          <a:off x="0" y="0"/>
          <a:ext cx="0" cy="0"/>
          <a:chOff x="0" y="0"/>
          <a:chExt cx="0" cy="0"/>
        </a:xfrm>
      </p:grpSpPr>
      <p:pic>
        <p:nvPicPr>
          <p:cNvPr id="5" name="Google Shape;190;p17">
            <a:extLst>
              <a:ext uri="{FF2B5EF4-FFF2-40B4-BE49-F238E27FC236}">
                <a16:creationId xmlns:a16="http://schemas.microsoft.com/office/drawing/2014/main" id="{DF08B642-629D-10BC-758C-D4D28C96BC5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12" name="Imagem 11">
            <a:extLst>
              <a:ext uri="{FF2B5EF4-FFF2-40B4-BE49-F238E27FC236}">
                <a16:creationId xmlns:a16="http://schemas.microsoft.com/office/drawing/2014/main" id="{435E6868-1B30-E59A-4E1F-9F7B3644652E}"/>
              </a:ext>
            </a:extLst>
          </p:cNvPr>
          <p:cNvPicPr>
            <a:picLocks/>
          </p:cNvPicPr>
          <p:nvPr userDrawn="1"/>
        </p:nvPicPr>
        <p:blipFill>
          <a:blip r:embed="rId3"/>
          <a:stretch>
            <a:fillRect/>
          </a:stretch>
        </p:blipFill>
        <p:spPr>
          <a:xfrm>
            <a:off x="0" y="0"/>
            <a:ext cx="12848420" cy="8071212"/>
          </a:xfrm>
          <a:prstGeom prst="rect">
            <a:avLst/>
          </a:prstGeom>
        </p:spPr>
      </p:pic>
      <p:pic>
        <p:nvPicPr>
          <p:cNvPr id="10" name="Imagem 9">
            <a:extLst>
              <a:ext uri="{FF2B5EF4-FFF2-40B4-BE49-F238E27FC236}">
                <a16:creationId xmlns:a16="http://schemas.microsoft.com/office/drawing/2014/main" id="{A07020F3-0B79-B405-F608-47590C52E053}"/>
              </a:ext>
            </a:extLst>
          </p:cNvPr>
          <p:cNvPicPr>
            <a:picLocks/>
          </p:cNvPicPr>
          <p:nvPr userDrawn="1"/>
        </p:nvPicPr>
        <p:blipFill>
          <a:blip r:embed="rId3"/>
          <a:stretch>
            <a:fillRect/>
          </a:stretch>
        </p:blipFill>
        <p:spPr>
          <a:xfrm>
            <a:off x="0" y="0"/>
            <a:ext cx="12848420" cy="8071212"/>
          </a:xfrm>
          <a:prstGeom prst="rect">
            <a:avLst/>
          </a:prstGeom>
        </p:spPr>
      </p:pic>
      <p:sp>
        <p:nvSpPr>
          <p:cNvPr id="6" name="Espaço Reservado para Texto 17">
            <a:extLst>
              <a:ext uri="{FF2B5EF4-FFF2-40B4-BE49-F238E27FC236}">
                <a16:creationId xmlns:a16="http://schemas.microsoft.com/office/drawing/2014/main" id="{99B3C895-9A6A-3A70-111A-A4701F153597}"/>
              </a:ext>
            </a:extLst>
          </p:cNvPr>
          <p:cNvSpPr>
            <a:spLocks noGrp="1"/>
          </p:cNvSpPr>
          <p:nvPr>
            <p:ph type="body" sz="quarter" idx="11" hasCustomPrompt="1"/>
          </p:nvPr>
        </p:nvSpPr>
        <p:spPr>
          <a:xfrm>
            <a:off x="3657194" y="1498708"/>
            <a:ext cx="6254750" cy="4692650"/>
          </a:xfrm>
          <a:prstGeom prst="rect">
            <a:avLst/>
          </a:prstGeom>
        </p:spPr>
        <p:txBody>
          <a:bodyPr/>
          <a:lstStyle>
            <a:lvl1pPr>
              <a:defRPr sz="2400">
                <a:latin typeface="Poppins" panose="00000500000000000000" pitchFamily="2" charset="0"/>
                <a:cs typeface="Poppins" panose="00000500000000000000" pitchFamily="2" charset="0"/>
              </a:defRPr>
            </a:lvl1pPr>
            <a:lvl2pPr>
              <a:defRPr sz="1600"/>
            </a:lvl2pPr>
            <a:lvl3pPr>
              <a:defRPr sz="1600"/>
            </a:lvl3pPr>
            <a:lvl4pPr>
              <a:defRPr sz="1600"/>
            </a:lvl4pPr>
            <a:lvl5pPr>
              <a:defRPr sz="1600"/>
            </a:lvl5pPr>
          </a:lstStyle>
          <a:p>
            <a:pPr lvl="0"/>
            <a:r>
              <a:rPr lang="pt-BR" noProof="0"/>
              <a:t>Escreva a citação nesta área </a:t>
            </a:r>
            <a:r>
              <a:rPr lang="en-US"/>
              <a:t>do layout. Lorem Ipsum has been the industry's standard dummy text ever since the 1500s . Lorem Ipsum has been the industry's standard dummy text ever since the 1500s. Lorem Ipsum has been the industry's standard dummy text ever since the 1500s. Lorem Ipsum has been the industry's standard dummy text ever since the 1500s. Lorem Ipsum has been the industry's standard dummy text ever since the 1500s.”</a:t>
            </a:r>
          </a:p>
        </p:txBody>
      </p:sp>
      <p:sp>
        <p:nvSpPr>
          <p:cNvPr id="7" name="Espaço Reservado para Texto 19">
            <a:extLst>
              <a:ext uri="{FF2B5EF4-FFF2-40B4-BE49-F238E27FC236}">
                <a16:creationId xmlns:a16="http://schemas.microsoft.com/office/drawing/2014/main" id="{015A9257-63A1-16A0-C8E8-D41B83F04B6E}"/>
              </a:ext>
            </a:extLst>
          </p:cNvPr>
          <p:cNvSpPr>
            <a:spLocks noGrp="1"/>
          </p:cNvSpPr>
          <p:nvPr>
            <p:ph type="body" sz="quarter" idx="12" hasCustomPrompt="1"/>
          </p:nvPr>
        </p:nvSpPr>
        <p:spPr>
          <a:xfrm>
            <a:off x="3656551" y="6370106"/>
            <a:ext cx="5018087" cy="606425"/>
          </a:xfrm>
          <a:prstGeom prst="rect">
            <a:avLst/>
          </a:prstGeom>
        </p:spPr>
        <p:txBody>
          <a:bodyPr/>
          <a:lstStyle>
            <a:lvl1pPr>
              <a:defRPr sz="1800">
                <a:latin typeface="Poppins" panose="00000500000000000000" pitchFamily="2" charset="0"/>
                <a:cs typeface="Poppins" panose="00000500000000000000" pitchFamily="2" charset="0"/>
              </a:defRPr>
            </a:lvl1pPr>
          </a:lstStyle>
          <a:p>
            <a:pPr lvl="0"/>
            <a:r>
              <a:rPr lang="pt-BR"/>
              <a:t>Referência completa da citação/autoria</a:t>
            </a:r>
          </a:p>
        </p:txBody>
      </p:sp>
    </p:spTree>
    <p:extLst>
      <p:ext uri="{BB962C8B-B14F-4D97-AF65-F5344CB8AC3E}">
        <p14:creationId xmlns:p14="http://schemas.microsoft.com/office/powerpoint/2010/main" val="260478461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1_Atividade_Resposta" preserve="1" userDrawn="1">
  <p:cSld name="1_Atividade_Resposta">
    <p:spTree>
      <p:nvGrpSpPr>
        <p:cNvPr id="1" name="Shape 235"/>
        <p:cNvGrpSpPr/>
        <p:nvPr/>
      </p:nvGrpSpPr>
      <p:grpSpPr>
        <a:xfrm>
          <a:off x="0" y="0"/>
          <a:ext cx="0" cy="0"/>
          <a:chOff x="0" y="0"/>
          <a:chExt cx="0" cy="0"/>
        </a:xfrm>
      </p:grpSpPr>
    </p:spTree>
    <p:extLst>
      <p:ext uri="{BB962C8B-B14F-4D97-AF65-F5344CB8AC3E}">
        <p14:creationId xmlns:p14="http://schemas.microsoft.com/office/powerpoint/2010/main" val="405555326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2_Atividade_Resposta" userDrawn="1">
  <p:cSld name="2_Atividade_Resposta">
    <p:spTree>
      <p:nvGrpSpPr>
        <p:cNvPr id="1" name="Shape 244"/>
        <p:cNvGrpSpPr/>
        <p:nvPr/>
      </p:nvGrpSpPr>
      <p:grpSpPr>
        <a:xfrm>
          <a:off x="0" y="0"/>
          <a:ext cx="0" cy="0"/>
          <a:chOff x="0" y="0"/>
          <a:chExt cx="0" cy="0"/>
        </a:xfrm>
      </p:grpSpPr>
      <p:sp>
        <p:nvSpPr>
          <p:cNvPr id="12" name="Google Shape;550;p38">
            <a:extLst>
              <a:ext uri="{FF2B5EF4-FFF2-40B4-BE49-F238E27FC236}">
                <a16:creationId xmlns:a16="http://schemas.microsoft.com/office/drawing/2014/main" id="{B63D1618-4DC9-81A2-1395-7A581D0E2524}"/>
              </a:ext>
            </a:extLst>
          </p:cNvPr>
          <p:cNvSpPr/>
          <p:nvPr userDrawn="1"/>
        </p:nvSpPr>
        <p:spPr>
          <a:xfrm>
            <a:off x="4324935" y="3043509"/>
            <a:ext cx="6070350" cy="542540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Poppins"/>
              <a:ea typeface="Poppins"/>
              <a:cs typeface="Poppins"/>
              <a:sym typeface="Poppins"/>
            </a:endParaRPr>
          </a:p>
        </p:txBody>
      </p:sp>
      <p:sp>
        <p:nvSpPr>
          <p:cNvPr id="13" name="Google Shape;552;p38">
            <a:extLst>
              <a:ext uri="{FF2B5EF4-FFF2-40B4-BE49-F238E27FC236}">
                <a16:creationId xmlns:a16="http://schemas.microsoft.com/office/drawing/2014/main" id="{642E7FBD-2EAE-B480-D2C0-0E05D335427E}"/>
              </a:ext>
            </a:extLst>
          </p:cNvPr>
          <p:cNvSpPr/>
          <p:nvPr userDrawn="1"/>
        </p:nvSpPr>
        <p:spPr>
          <a:xfrm>
            <a:off x="10830009" y="3043509"/>
            <a:ext cx="6070350" cy="542540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Poppins"/>
              <a:ea typeface="Poppins"/>
              <a:cs typeface="Poppins"/>
              <a:sym typeface="Poppins"/>
            </a:endParaRPr>
          </a:p>
        </p:txBody>
      </p:sp>
      <p:sp>
        <p:nvSpPr>
          <p:cNvPr id="14" name="Google Shape;555;p38">
            <a:extLst>
              <a:ext uri="{FF2B5EF4-FFF2-40B4-BE49-F238E27FC236}">
                <a16:creationId xmlns:a16="http://schemas.microsoft.com/office/drawing/2014/main" id="{690CC235-292D-45C9-F973-86247E174E3A}"/>
              </a:ext>
            </a:extLst>
          </p:cNvPr>
          <p:cNvSpPr txBox="1"/>
          <p:nvPr userDrawn="1"/>
        </p:nvSpPr>
        <p:spPr>
          <a:xfrm>
            <a:off x="4324934" y="3763723"/>
            <a:ext cx="6070349" cy="4154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2700" b="1" i="0" u="none" strike="noStrike" cap="none" noProof="0">
                <a:solidFill>
                  <a:schemeClr val="tx1"/>
                </a:solidFill>
                <a:latin typeface="Poppins"/>
                <a:ea typeface="Poppins"/>
                <a:cs typeface="Poppins"/>
                <a:sym typeface="Poppins"/>
              </a:rPr>
              <a:t>Materiais necessários</a:t>
            </a:r>
          </a:p>
        </p:txBody>
      </p:sp>
      <p:sp>
        <p:nvSpPr>
          <p:cNvPr id="15" name="Google Shape;556;p38">
            <a:extLst>
              <a:ext uri="{FF2B5EF4-FFF2-40B4-BE49-F238E27FC236}">
                <a16:creationId xmlns:a16="http://schemas.microsoft.com/office/drawing/2014/main" id="{03565EBF-03F3-84DC-8861-14074402225D}"/>
              </a:ext>
            </a:extLst>
          </p:cNvPr>
          <p:cNvSpPr txBox="1"/>
          <p:nvPr userDrawn="1"/>
        </p:nvSpPr>
        <p:spPr>
          <a:xfrm>
            <a:off x="10830010" y="3763723"/>
            <a:ext cx="6070349" cy="4154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2700" b="1" i="0" u="none" strike="noStrike" cap="none" noProof="0">
                <a:solidFill>
                  <a:schemeClr val="tx1"/>
                </a:solidFill>
                <a:latin typeface="Poppins"/>
                <a:ea typeface="Poppins"/>
                <a:cs typeface="Poppins"/>
                <a:sym typeface="Poppins"/>
              </a:rPr>
              <a:t>Passo a passo</a:t>
            </a:r>
          </a:p>
        </p:txBody>
      </p:sp>
      <p:sp>
        <p:nvSpPr>
          <p:cNvPr id="25" name="Google Shape;551;p38">
            <a:extLst>
              <a:ext uri="{FF2B5EF4-FFF2-40B4-BE49-F238E27FC236}">
                <a16:creationId xmlns:a16="http://schemas.microsoft.com/office/drawing/2014/main" id="{CD83FF8F-63B7-0CEA-B429-A2BCF2BB7487}"/>
              </a:ext>
            </a:extLst>
          </p:cNvPr>
          <p:cNvSpPr/>
          <p:nvPr userDrawn="1"/>
        </p:nvSpPr>
        <p:spPr>
          <a:xfrm rot="10800000">
            <a:off x="6784410" y="2276623"/>
            <a:ext cx="1151397" cy="1274247"/>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Poppins"/>
              <a:ea typeface="Poppins"/>
              <a:cs typeface="Poppins"/>
              <a:sym typeface="Poppins"/>
            </a:endParaRPr>
          </a:p>
        </p:txBody>
      </p:sp>
      <p:pic>
        <p:nvPicPr>
          <p:cNvPr id="27" name="Gráfico 26">
            <a:extLst>
              <a:ext uri="{FF2B5EF4-FFF2-40B4-BE49-F238E27FC236}">
                <a16:creationId xmlns:a16="http://schemas.microsoft.com/office/drawing/2014/main" id="{0A2D55E2-F6DC-1B1A-6206-C9A21DB9570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937578" y="2478729"/>
            <a:ext cx="919981" cy="625587"/>
          </a:xfrm>
          <a:prstGeom prst="rect">
            <a:avLst/>
          </a:prstGeom>
        </p:spPr>
      </p:pic>
      <p:sp>
        <p:nvSpPr>
          <p:cNvPr id="26" name="Google Shape;553;p38">
            <a:extLst>
              <a:ext uri="{FF2B5EF4-FFF2-40B4-BE49-F238E27FC236}">
                <a16:creationId xmlns:a16="http://schemas.microsoft.com/office/drawing/2014/main" id="{5669D558-D8B7-9B54-34D3-9E8D442164C5}"/>
              </a:ext>
            </a:extLst>
          </p:cNvPr>
          <p:cNvSpPr/>
          <p:nvPr userDrawn="1"/>
        </p:nvSpPr>
        <p:spPr>
          <a:xfrm rot="10800000">
            <a:off x="13289486" y="2276623"/>
            <a:ext cx="1151397" cy="1274247"/>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pic>
        <p:nvPicPr>
          <p:cNvPr id="28" name="Gráfico 27">
            <a:extLst>
              <a:ext uri="{FF2B5EF4-FFF2-40B4-BE49-F238E27FC236}">
                <a16:creationId xmlns:a16="http://schemas.microsoft.com/office/drawing/2014/main" id="{2A2DE510-28AA-A9FA-EF96-ADC1ED86D10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3568672" y="2449466"/>
            <a:ext cx="675825" cy="661446"/>
          </a:xfrm>
          <a:prstGeom prst="rect">
            <a:avLst/>
          </a:prstGeom>
        </p:spPr>
      </p:pic>
      <p:sp>
        <p:nvSpPr>
          <p:cNvPr id="43" name="Espaço Reservado para Texto 42">
            <a:extLst>
              <a:ext uri="{FF2B5EF4-FFF2-40B4-BE49-F238E27FC236}">
                <a16:creationId xmlns:a16="http://schemas.microsoft.com/office/drawing/2014/main" id="{72E00D2B-696A-7CA4-B294-8A4F6F5EABA8}"/>
              </a:ext>
            </a:extLst>
          </p:cNvPr>
          <p:cNvSpPr>
            <a:spLocks noGrp="1"/>
          </p:cNvSpPr>
          <p:nvPr>
            <p:ph type="body" sz="quarter" idx="10"/>
          </p:nvPr>
        </p:nvSpPr>
        <p:spPr>
          <a:xfrm>
            <a:off x="4606925" y="928688"/>
            <a:ext cx="10020958" cy="724735"/>
          </a:xfrm>
          <a:prstGeom prst="rect">
            <a:avLst/>
          </a:prstGeom>
        </p:spPr>
        <p:txBody>
          <a:bodyPr/>
          <a:lstStyle/>
          <a:p>
            <a:pPr lvl="0"/>
            <a:endParaRPr lang="pt-BR"/>
          </a:p>
        </p:txBody>
      </p:sp>
      <p:sp>
        <p:nvSpPr>
          <p:cNvPr id="44" name="Espaço Reservado para Texto 42">
            <a:extLst>
              <a:ext uri="{FF2B5EF4-FFF2-40B4-BE49-F238E27FC236}">
                <a16:creationId xmlns:a16="http://schemas.microsoft.com/office/drawing/2014/main" id="{118B8204-3952-1CCE-5DDA-09799D963BDF}"/>
              </a:ext>
            </a:extLst>
          </p:cNvPr>
          <p:cNvSpPr>
            <a:spLocks noGrp="1"/>
          </p:cNvSpPr>
          <p:nvPr>
            <p:ph type="body" sz="quarter" idx="11"/>
          </p:nvPr>
        </p:nvSpPr>
        <p:spPr>
          <a:xfrm>
            <a:off x="641669" y="4538602"/>
            <a:ext cx="2798011" cy="642937"/>
          </a:xfrm>
          <a:prstGeom prst="rect">
            <a:avLst/>
          </a:prstGeom>
        </p:spPr>
        <p:txBody>
          <a:bodyPr/>
          <a:lstStyle/>
          <a:p>
            <a:pPr lvl="0"/>
            <a:endParaRPr lang="pt-BR"/>
          </a:p>
        </p:txBody>
      </p:sp>
      <p:sp>
        <p:nvSpPr>
          <p:cNvPr id="47" name="Espaço Reservado para Texto 42">
            <a:extLst>
              <a:ext uri="{FF2B5EF4-FFF2-40B4-BE49-F238E27FC236}">
                <a16:creationId xmlns:a16="http://schemas.microsoft.com/office/drawing/2014/main" id="{E46ABB28-D7A5-0F46-EF31-F1C12A67E799}"/>
              </a:ext>
            </a:extLst>
          </p:cNvPr>
          <p:cNvSpPr>
            <a:spLocks noGrp="1"/>
          </p:cNvSpPr>
          <p:nvPr>
            <p:ph type="body" sz="quarter" idx="12"/>
          </p:nvPr>
        </p:nvSpPr>
        <p:spPr>
          <a:xfrm>
            <a:off x="1387641" y="6084650"/>
            <a:ext cx="2758756" cy="642937"/>
          </a:xfrm>
          <a:prstGeom prst="rect">
            <a:avLst/>
          </a:prstGeom>
        </p:spPr>
        <p:txBody>
          <a:bodyPr/>
          <a:lstStyle/>
          <a:p>
            <a:pPr lvl="0"/>
            <a:endParaRPr lang="pt-BR"/>
          </a:p>
        </p:txBody>
      </p:sp>
      <p:sp>
        <p:nvSpPr>
          <p:cNvPr id="48" name="Espaço Reservado para Texto 42">
            <a:extLst>
              <a:ext uri="{FF2B5EF4-FFF2-40B4-BE49-F238E27FC236}">
                <a16:creationId xmlns:a16="http://schemas.microsoft.com/office/drawing/2014/main" id="{BF847B60-BEEF-1E56-730D-C01E43BCC2AB}"/>
              </a:ext>
            </a:extLst>
          </p:cNvPr>
          <p:cNvSpPr>
            <a:spLocks noGrp="1"/>
          </p:cNvSpPr>
          <p:nvPr>
            <p:ph type="body" sz="quarter" idx="13"/>
          </p:nvPr>
        </p:nvSpPr>
        <p:spPr>
          <a:xfrm>
            <a:off x="1359066" y="7270513"/>
            <a:ext cx="2758756" cy="642937"/>
          </a:xfrm>
          <a:prstGeom prst="rect">
            <a:avLst/>
          </a:prstGeom>
        </p:spPr>
        <p:txBody>
          <a:bodyPr/>
          <a:lstStyle/>
          <a:p>
            <a:pPr lvl="0"/>
            <a:endParaRPr lang="pt-BR"/>
          </a:p>
        </p:txBody>
      </p:sp>
      <p:pic>
        <p:nvPicPr>
          <p:cNvPr id="6" name="Imagem 5">
            <a:extLst>
              <a:ext uri="{FF2B5EF4-FFF2-40B4-BE49-F238E27FC236}">
                <a16:creationId xmlns:a16="http://schemas.microsoft.com/office/drawing/2014/main" id="{0D2EE015-B20C-0FDF-F6BB-10C7DC4CE2CD}"/>
              </a:ext>
            </a:extLst>
          </p:cNvPr>
          <p:cNvPicPr>
            <a:picLocks/>
          </p:cNvPicPr>
          <p:nvPr userDrawn="1"/>
        </p:nvPicPr>
        <p:blipFill>
          <a:blip r:embed="rId4"/>
          <a:stretch>
            <a:fillRect/>
          </a:stretch>
        </p:blipFill>
        <p:spPr>
          <a:xfrm>
            <a:off x="396001" y="421201"/>
            <a:ext cx="3434405" cy="2390404"/>
          </a:xfrm>
          <a:prstGeom prst="rect">
            <a:avLst/>
          </a:prstGeom>
        </p:spPr>
      </p:pic>
      <p:sp>
        <p:nvSpPr>
          <p:cNvPr id="5" name="Google Shape;207;p37">
            <a:extLst>
              <a:ext uri="{FF2B5EF4-FFF2-40B4-BE49-F238E27FC236}">
                <a16:creationId xmlns:a16="http://schemas.microsoft.com/office/drawing/2014/main" id="{8D519054-56C9-E8DC-6002-F426D55631A8}"/>
              </a:ext>
            </a:extLst>
          </p:cNvPr>
          <p:cNvSpPr txBox="1"/>
          <p:nvPr userDrawn="1"/>
        </p:nvSpPr>
        <p:spPr>
          <a:xfrm>
            <a:off x="851621" y="1158906"/>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
        <p:nvSpPr>
          <p:cNvPr id="2" name="Google Shape;562;p38">
            <a:extLst>
              <a:ext uri="{FF2B5EF4-FFF2-40B4-BE49-F238E27FC236}">
                <a16:creationId xmlns:a16="http://schemas.microsoft.com/office/drawing/2014/main" id="{DC2E51EA-7A9E-03EB-F489-7558738ECDF2}"/>
              </a:ext>
            </a:extLst>
          </p:cNvPr>
          <p:cNvSpPr txBox="1"/>
          <p:nvPr userDrawn="1"/>
        </p:nvSpPr>
        <p:spPr>
          <a:xfrm>
            <a:off x="4958755" y="8923165"/>
            <a:ext cx="9285741"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pt-BR" sz="1800" b="1" i="0" u="none" strike="noStrike" cap="none" noProof="0">
                <a:solidFill>
                  <a:schemeClr val="dk1"/>
                </a:solidFill>
                <a:latin typeface="Poppins"/>
                <a:ea typeface="Poppins"/>
                <a:cs typeface="Poppins"/>
                <a:sym typeface="Poppins"/>
              </a:rPr>
              <a:t>Baixe o roteiro dessa atividade / Baixe o material de apoio dessa atividade</a:t>
            </a:r>
            <a:endParaRPr lang="pt-BR" sz="1800" b="0" i="0" u="none" strike="noStrike" cap="none" noProof="0">
              <a:solidFill>
                <a:srgbClr val="000000"/>
              </a:solidFill>
              <a:latin typeface="Poppins"/>
              <a:ea typeface="Poppins"/>
              <a:cs typeface="Poppins"/>
              <a:sym typeface="Poppins"/>
            </a:endParaRPr>
          </a:p>
        </p:txBody>
      </p:sp>
      <p:pic>
        <p:nvPicPr>
          <p:cNvPr id="7" name="Imagem 6">
            <a:extLst>
              <a:ext uri="{FF2B5EF4-FFF2-40B4-BE49-F238E27FC236}">
                <a16:creationId xmlns:a16="http://schemas.microsoft.com/office/drawing/2014/main" id="{EC34FE3E-47A8-E9EA-DBAE-A2C1931AD7E3}"/>
              </a:ext>
            </a:extLst>
          </p:cNvPr>
          <p:cNvPicPr>
            <a:picLocks noChangeAspect="1"/>
          </p:cNvPicPr>
          <p:nvPr userDrawn="1"/>
        </p:nvPicPr>
        <p:blipFill>
          <a:blip r:embed="rId5"/>
          <a:stretch>
            <a:fillRect/>
          </a:stretch>
        </p:blipFill>
        <p:spPr>
          <a:xfrm>
            <a:off x="4353070" y="8693932"/>
            <a:ext cx="545339" cy="654407"/>
          </a:xfrm>
          <a:prstGeom prst="rect">
            <a:avLst/>
          </a:prstGeom>
        </p:spPr>
      </p:pic>
    </p:spTree>
    <p:extLst>
      <p:ext uri="{BB962C8B-B14F-4D97-AF65-F5344CB8AC3E}">
        <p14:creationId xmlns:p14="http://schemas.microsoft.com/office/powerpoint/2010/main" val="149451001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2_Atividade_Resposta" preserve="1" userDrawn="1">
  <p:cSld name="3_Atividade_Resposta">
    <p:spTree>
      <p:nvGrpSpPr>
        <p:cNvPr id="1" name="Shape 244"/>
        <p:cNvGrpSpPr/>
        <p:nvPr/>
      </p:nvGrpSpPr>
      <p:grpSpPr>
        <a:xfrm>
          <a:off x="0" y="0"/>
          <a:ext cx="0" cy="0"/>
          <a:chOff x="0" y="0"/>
          <a:chExt cx="0" cy="0"/>
        </a:xfrm>
      </p:grpSpPr>
      <p:pic>
        <p:nvPicPr>
          <p:cNvPr id="2" name="Google Shape;10;p29">
            <a:extLst>
              <a:ext uri="{FF2B5EF4-FFF2-40B4-BE49-F238E27FC236}">
                <a16:creationId xmlns:a16="http://schemas.microsoft.com/office/drawing/2014/main" id="{69B899E0-256B-4ABD-B3CF-5D0279BAB1DB}"/>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17414310" y="169102"/>
            <a:ext cx="648222" cy="304469"/>
          </a:xfrm>
          <a:prstGeom prst="rect">
            <a:avLst/>
          </a:prstGeom>
          <a:noFill/>
          <a:ln>
            <a:noFill/>
          </a:ln>
        </p:spPr>
      </p:pic>
      <p:sp>
        <p:nvSpPr>
          <p:cNvPr id="7" name="Espaço Reservado para Texto 6">
            <a:extLst>
              <a:ext uri="{FF2B5EF4-FFF2-40B4-BE49-F238E27FC236}">
                <a16:creationId xmlns:a16="http://schemas.microsoft.com/office/drawing/2014/main" id="{E128FBB6-9361-0CA4-4757-4C6494BD6187}"/>
              </a:ext>
            </a:extLst>
          </p:cNvPr>
          <p:cNvSpPr>
            <a:spLocks noGrp="1"/>
          </p:cNvSpPr>
          <p:nvPr>
            <p:ph type="body" sz="quarter" idx="10"/>
          </p:nvPr>
        </p:nvSpPr>
        <p:spPr>
          <a:xfrm>
            <a:off x="3950716" y="1987423"/>
            <a:ext cx="7497763" cy="1255713"/>
          </a:xfrm>
          <a:prstGeom prst="rect">
            <a:avLst/>
          </a:prstGeom>
        </p:spPr>
        <p:txBody>
          <a:bodyPr/>
          <a:lstStyle/>
          <a:p>
            <a:pPr lvl="0"/>
            <a:endParaRPr lang="pt-BR"/>
          </a:p>
        </p:txBody>
      </p:sp>
      <p:sp>
        <p:nvSpPr>
          <p:cNvPr id="8" name="Espaço Reservado para Texto 6">
            <a:extLst>
              <a:ext uri="{FF2B5EF4-FFF2-40B4-BE49-F238E27FC236}">
                <a16:creationId xmlns:a16="http://schemas.microsoft.com/office/drawing/2014/main" id="{004B621D-7063-CB00-D5F7-DD7041FE5E25}"/>
              </a:ext>
            </a:extLst>
          </p:cNvPr>
          <p:cNvSpPr>
            <a:spLocks noGrp="1"/>
          </p:cNvSpPr>
          <p:nvPr>
            <p:ph type="body" sz="quarter" idx="11"/>
          </p:nvPr>
        </p:nvSpPr>
        <p:spPr>
          <a:xfrm>
            <a:off x="3950716" y="3511423"/>
            <a:ext cx="7497763" cy="1255713"/>
          </a:xfrm>
          <a:prstGeom prst="rect">
            <a:avLst/>
          </a:prstGeom>
        </p:spPr>
        <p:txBody>
          <a:bodyPr/>
          <a:lstStyle/>
          <a:p>
            <a:pPr lvl="0"/>
            <a:endParaRPr lang="pt-BR"/>
          </a:p>
        </p:txBody>
      </p:sp>
      <p:sp>
        <p:nvSpPr>
          <p:cNvPr id="9" name="Espaço Reservado para Texto 6">
            <a:extLst>
              <a:ext uri="{FF2B5EF4-FFF2-40B4-BE49-F238E27FC236}">
                <a16:creationId xmlns:a16="http://schemas.microsoft.com/office/drawing/2014/main" id="{3ED50221-AC80-3CBF-59A1-8AAD3D8B7C43}"/>
              </a:ext>
            </a:extLst>
          </p:cNvPr>
          <p:cNvSpPr>
            <a:spLocks noGrp="1"/>
          </p:cNvSpPr>
          <p:nvPr>
            <p:ph type="body" sz="quarter" idx="12"/>
          </p:nvPr>
        </p:nvSpPr>
        <p:spPr>
          <a:xfrm>
            <a:off x="3950716" y="5047615"/>
            <a:ext cx="7497763" cy="1255713"/>
          </a:xfrm>
          <a:prstGeom prst="rect">
            <a:avLst/>
          </a:prstGeom>
        </p:spPr>
        <p:txBody>
          <a:bodyPr/>
          <a:lstStyle/>
          <a:p>
            <a:pPr lvl="0"/>
            <a:endParaRPr lang="pt-BR"/>
          </a:p>
        </p:txBody>
      </p:sp>
      <p:sp>
        <p:nvSpPr>
          <p:cNvPr id="10" name="Espaço Reservado para Texto 6">
            <a:extLst>
              <a:ext uri="{FF2B5EF4-FFF2-40B4-BE49-F238E27FC236}">
                <a16:creationId xmlns:a16="http://schemas.microsoft.com/office/drawing/2014/main" id="{5B12E8BA-EADA-382E-01AB-DEE52E919608}"/>
              </a:ext>
            </a:extLst>
          </p:cNvPr>
          <p:cNvSpPr>
            <a:spLocks noGrp="1"/>
          </p:cNvSpPr>
          <p:nvPr>
            <p:ph type="body" sz="quarter" idx="13"/>
          </p:nvPr>
        </p:nvSpPr>
        <p:spPr>
          <a:xfrm>
            <a:off x="3950716" y="6730111"/>
            <a:ext cx="7497763" cy="1255713"/>
          </a:xfrm>
          <a:prstGeom prst="rect">
            <a:avLst/>
          </a:prstGeom>
        </p:spPr>
        <p:txBody>
          <a:bodyPr/>
          <a:lstStyle/>
          <a:p>
            <a:pPr lvl="0"/>
            <a:endParaRPr lang="pt-BR"/>
          </a:p>
        </p:txBody>
      </p:sp>
    </p:spTree>
    <p:extLst>
      <p:ext uri="{BB962C8B-B14F-4D97-AF65-F5344CB8AC3E}">
        <p14:creationId xmlns:p14="http://schemas.microsoft.com/office/powerpoint/2010/main" val="233833133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4_Atividade_Resposta" userDrawn="1">
  <p:cSld name="4_Atividade_Resposta">
    <p:spTree>
      <p:nvGrpSpPr>
        <p:cNvPr id="1" name="Shape 278"/>
        <p:cNvGrpSpPr/>
        <p:nvPr/>
      </p:nvGrpSpPr>
      <p:grpSpPr>
        <a:xfrm>
          <a:off x="0" y="0"/>
          <a:ext cx="0" cy="0"/>
          <a:chOff x="0" y="0"/>
          <a:chExt cx="0" cy="0"/>
        </a:xfrm>
      </p:grpSpPr>
      <p:pic>
        <p:nvPicPr>
          <p:cNvPr id="7" name="Google Shape;142;p13">
            <a:extLst>
              <a:ext uri="{FF2B5EF4-FFF2-40B4-BE49-F238E27FC236}">
                <a16:creationId xmlns:a16="http://schemas.microsoft.com/office/drawing/2014/main" id="{62311955-DCFD-E5E0-4BE1-45BCC334272F}"/>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0" name="Google Shape;143;p13">
            <a:extLst>
              <a:ext uri="{FF2B5EF4-FFF2-40B4-BE49-F238E27FC236}">
                <a16:creationId xmlns:a16="http://schemas.microsoft.com/office/drawing/2014/main" id="{154BC10B-7016-CD9F-D902-61E68E782117}"/>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pic>
        <p:nvPicPr>
          <p:cNvPr id="9" name="Imagem 8">
            <a:extLst>
              <a:ext uri="{FF2B5EF4-FFF2-40B4-BE49-F238E27FC236}">
                <a16:creationId xmlns:a16="http://schemas.microsoft.com/office/drawing/2014/main" id="{B9CBDC00-06D5-CFAC-17B1-ACE90BDF2D61}"/>
              </a:ext>
            </a:extLst>
          </p:cNvPr>
          <p:cNvPicPr>
            <a:picLocks/>
          </p:cNvPicPr>
          <p:nvPr userDrawn="1"/>
        </p:nvPicPr>
        <p:blipFill>
          <a:blip r:embed="rId4"/>
          <a:stretch>
            <a:fillRect/>
          </a:stretch>
        </p:blipFill>
        <p:spPr>
          <a:xfrm>
            <a:off x="381601" y="327600"/>
            <a:ext cx="3434405" cy="2390404"/>
          </a:xfrm>
          <a:prstGeom prst="rect">
            <a:avLst/>
          </a:prstGeom>
        </p:spPr>
      </p:pic>
      <p:sp>
        <p:nvSpPr>
          <p:cNvPr id="20" name="Google Shape;101;p34">
            <a:extLst>
              <a:ext uri="{FF2B5EF4-FFF2-40B4-BE49-F238E27FC236}">
                <a16:creationId xmlns:a16="http://schemas.microsoft.com/office/drawing/2014/main" id="{755F0519-A467-B3A9-0C34-2A291715819C}"/>
              </a:ext>
            </a:extLst>
          </p:cNvPr>
          <p:cNvSpPr txBox="1"/>
          <p:nvPr userDrawn="1"/>
        </p:nvSpPr>
        <p:spPr>
          <a:xfrm>
            <a:off x="710238" y="1045716"/>
            <a:ext cx="2744693"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chemeClr val="lt1"/>
                </a:solidFill>
                <a:latin typeface="Poppins Light" pitchFamily="2" charset="77"/>
                <a:ea typeface="Poppins Medium"/>
                <a:cs typeface="Poppins Light" pitchFamily="2" charset="77"/>
                <a:sym typeface="Poppins Medium"/>
              </a:rPr>
              <a:t>Construindo o</a:t>
            </a:r>
            <a:r>
              <a:rPr lang="pt-BR" sz="3500" b="0" i="0" u="none" strike="noStrike" cap="none">
                <a:solidFill>
                  <a:schemeClr val="lt1"/>
                </a:solidFill>
                <a:latin typeface="Poppins Medium"/>
                <a:ea typeface="Poppins Medium"/>
                <a:cs typeface="Poppins Medium"/>
                <a:sym typeface="Poppins Medium"/>
              </a:rPr>
              <a:t> </a:t>
            </a:r>
            <a:r>
              <a:rPr lang="pt-BR" sz="3500" b="1" i="0" u="none" strike="noStrike" cap="none">
                <a:solidFill>
                  <a:schemeClr val="lt1"/>
                </a:solidFill>
                <a:latin typeface="Poppins" pitchFamily="2" charset="77"/>
                <a:ea typeface="Poppins"/>
                <a:cs typeface="Poppins" pitchFamily="2" charset="77"/>
                <a:sym typeface="Poppins"/>
              </a:rPr>
              <a:t>conceito</a:t>
            </a:r>
            <a:endParaRPr sz="3500" b="1" i="0" u="none" strike="noStrike" cap="none">
              <a:solidFill>
                <a:schemeClr val="lt1"/>
              </a:solidFill>
              <a:latin typeface="Poppins" pitchFamily="2" charset="77"/>
              <a:ea typeface="Poppins Light"/>
              <a:cs typeface="Poppins" pitchFamily="2" charset="77"/>
              <a:sym typeface="Poppins Light"/>
            </a:endParaRPr>
          </a:p>
        </p:txBody>
      </p:sp>
      <p:sp>
        <p:nvSpPr>
          <p:cNvPr id="3" name="Espaço Reservado para Texto 2">
            <a:extLst>
              <a:ext uri="{FF2B5EF4-FFF2-40B4-BE49-F238E27FC236}">
                <a16:creationId xmlns:a16="http://schemas.microsoft.com/office/drawing/2014/main" id="{D7D28187-226F-E3DD-F060-C6E3A0CAB137}"/>
              </a:ext>
            </a:extLst>
          </p:cNvPr>
          <p:cNvSpPr>
            <a:spLocks noGrp="1"/>
          </p:cNvSpPr>
          <p:nvPr>
            <p:ph type="body" sz="quarter" idx="10"/>
          </p:nvPr>
        </p:nvSpPr>
        <p:spPr>
          <a:xfrm>
            <a:off x="4705138" y="1584325"/>
            <a:ext cx="4437062" cy="781050"/>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6" name="Espaço Reservado para Texto 2">
            <a:extLst>
              <a:ext uri="{FF2B5EF4-FFF2-40B4-BE49-F238E27FC236}">
                <a16:creationId xmlns:a16="http://schemas.microsoft.com/office/drawing/2014/main" id="{E5E364D4-70BF-D832-6CD8-8AA38383BC30}"/>
              </a:ext>
            </a:extLst>
          </p:cNvPr>
          <p:cNvSpPr>
            <a:spLocks noGrp="1"/>
          </p:cNvSpPr>
          <p:nvPr>
            <p:ph type="body" sz="quarter" idx="11"/>
          </p:nvPr>
        </p:nvSpPr>
        <p:spPr>
          <a:xfrm>
            <a:off x="4705138" y="2657221"/>
            <a:ext cx="4437062" cy="781050"/>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14" name="Espaço Reservado para Texto 2">
            <a:extLst>
              <a:ext uri="{FF2B5EF4-FFF2-40B4-BE49-F238E27FC236}">
                <a16:creationId xmlns:a16="http://schemas.microsoft.com/office/drawing/2014/main" id="{6635037C-CB9A-2CD2-804D-40A7B5EAE2EC}"/>
              </a:ext>
            </a:extLst>
          </p:cNvPr>
          <p:cNvSpPr>
            <a:spLocks noGrp="1"/>
          </p:cNvSpPr>
          <p:nvPr>
            <p:ph type="body" sz="quarter" idx="12"/>
          </p:nvPr>
        </p:nvSpPr>
        <p:spPr>
          <a:xfrm>
            <a:off x="4705138" y="3876421"/>
            <a:ext cx="4437062" cy="781050"/>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15" name="Espaço Reservado para Texto 2">
            <a:extLst>
              <a:ext uri="{FF2B5EF4-FFF2-40B4-BE49-F238E27FC236}">
                <a16:creationId xmlns:a16="http://schemas.microsoft.com/office/drawing/2014/main" id="{01996C14-7129-E7C7-2595-22416FCECFCD}"/>
              </a:ext>
            </a:extLst>
          </p:cNvPr>
          <p:cNvSpPr>
            <a:spLocks noGrp="1"/>
          </p:cNvSpPr>
          <p:nvPr>
            <p:ph type="body" sz="quarter" idx="13"/>
          </p:nvPr>
        </p:nvSpPr>
        <p:spPr>
          <a:xfrm>
            <a:off x="9752626" y="1584325"/>
            <a:ext cx="4437062" cy="781050"/>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21" name="Espaço Reservado para Texto 2">
            <a:extLst>
              <a:ext uri="{FF2B5EF4-FFF2-40B4-BE49-F238E27FC236}">
                <a16:creationId xmlns:a16="http://schemas.microsoft.com/office/drawing/2014/main" id="{4A101612-8D52-AC1F-7094-C5F163D547CE}"/>
              </a:ext>
            </a:extLst>
          </p:cNvPr>
          <p:cNvSpPr>
            <a:spLocks noGrp="1"/>
          </p:cNvSpPr>
          <p:nvPr>
            <p:ph type="body" sz="quarter" idx="14"/>
          </p:nvPr>
        </p:nvSpPr>
        <p:spPr>
          <a:xfrm>
            <a:off x="9752626" y="2657221"/>
            <a:ext cx="4437062" cy="781050"/>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22" name="Espaço Reservado para Texto 2">
            <a:extLst>
              <a:ext uri="{FF2B5EF4-FFF2-40B4-BE49-F238E27FC236}">
                <a16:creationId xmlns:a16="http://schemas.microsoft.com/office/drawing/2014/main" id="{A1A4B5C1-CEBA-C0D2-D696-81531A12E91F}"/>
              </a:ext>
            </a:extLst>
          </p:cNvPr>
          <p:cNvSpPr>
            <a:spLocks noGrp="1"/>
          </p:cNvSpPr>
          <p:nvPr>
            <p:ph type="body" sz="quarter" idx="15"/>
          </p:nvPr>
        </p:nvSpPr>
        <p:spPr>
          <a:xfrm>
            <a:off x="9752626" y="3876421"/>
            <a:ext cx="4437062" cy="781050"/>
          </a:xfrm>
          <a:prstGeom prst="rect">
            <a:avLst/>
          </a:prstGeom>
        </p:spPr>
        <p:txBody>
          <a:bodyPr/>
          <a:lstStyle>
            <a:lvl1pPr>
              <a:defRPr sz="180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132780651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1_Atividade_embranco" preserve="1" userDrawn="1">
  <p:cSld name="1_Atividade_embranco">
    <p:spTree>
      <p:nvGrpSpPr>
        <p:cNvPr id="1" name="Shape 307"/>
        <p:cNvGrpSpPr/>
        <p:nvPr/>
      </p:nvGrpSpPr>
      <p:grpSpPr>
        <a:xfrm>
          <a:off x="0" y="0"/>
          <a:ext cx="0" cy="0"/>
          <a:chOff x="0" y="0"/>
          <a:chExt cx="0" cy="0"/>
        </a:xfrm>
      </p:grpSpPr>
      <p:sp>
        <p:nvSpPr>
          <p:cNvPr id="3" name="Espaço Reservado para Imagem 2">
            <a:extLst>
              <a:ext uri="{FF2B5EF4-FFF2-40B4-BE49-F238E27FC236}">
                <a16:creationId xmlns:a16="http://schemas.microsoft.com/office/drawing/2014/main" id="{CF0416F6-09BD-9981-848C-F13A11B9AEB6}"/>
              </a:ext>
            </a:extLst>
          </p:cNvPr>
          <p:cNvSpPr>
            <a:spLocks noGrp="1"/>
          </p:cNvSpPr>
          <p:nvPr>
            <p:ph type="pic" sz="quarter" idx="10"/>
          </p:nvPr>
        </p:nvSpPr>
        <p:spPr>
          <a:xfrm>
            <a:off x="0" y="0"/>
            <a:ext cx="18288000" cy="10287000"/>
          </a:xfrm>
          <a:prstGeom prst="rect">
            <a:avLst/>
          </a:prstGeom>
          <a:solidFill>
            <a:schemeClr val="bg1">
              <a:lumMod val="85000"/>
            </a:schemeClr>
          </a:solidFill>
        </p:spPr>
        <p:txBody>
          <a:bodyPr/>
          <a:lstStyle>
            <a:lvl1pPr>
              <a:defRPr sz="1800">
                <a:latin typeface="Poppins" pitchFamily="2" charset="77"/>
                <a:cs typeface="Poppins" pitchFamily="2" charset="77"/>
              </a:defRPr>
            </a:lvl1pPr>
          </a:lstStyle>
          <a:p>
            <a:endParaRPr lang="pt-BR"/>
          </a:p>
        </p:txBody>
      </p:sp>
      <p:sp>
        <p:nvSpPr>
          <p:cNvPr id="4" name="Espaço Reservado para Mídia 3">
            <a:extLst>
              <a:ext uri="{FF2B5EF4-FFF2-40B4-BE49-F238E27FC236}">
                <a16:creationId xmlns:a16="http://schemas.microsoft.com/office/drawing/2014/main" id="{93F045AC-FA97-1D94-5C54-6BC8931024B8}"/>
              </a:ext>
            </a:extLst>
          </p:cNvPr>
          <p:cNvSpPr>
            <a:spLocks noGrp="1"/>
          </p:cNvSpPr>
          <p:nvPr>
            <p:ph type="media" sz="quarter" idx="11"/>
          </p:nvPr>
        </p:nvSpPr>
        <p:spPr>
          <a:xfrm>
            <a:off x="1293813" y="1331913"/>
            <a:ext cx="6138862" cy="5408612"/>
          </a:xfrm>
          <a:prstGeom prst="rect">
            <a:avLst/>
          </a:prstGeom>
        </p:spPr>
        <p:txBody>
          <a:bodyPr/>
          <a:lstStyle/>
          <a:p>
            <a:endParaRPr lang="pt-BR"/>
          </a:p>
        </p:txBody>
      </p:sp>
    </p:spTree>
    <p:extLst>
      <p:ext uri="{BB962C8B-B14F-4D97-AF65-F5344CB8AC3E}">
        <p14:creationId xmlns:p14="http://schemas.microsoft.com/office/powerpoint/2010/main" val="8645651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3_Atividade_seminario2" userDrawn="1">
  <p:cSld name="3_Atividade_seminario2">
    <p:spTree>
      <p:nvGrpSpPr>
        <p:cNvPr id="1" name="Shape 452"/>
        <p:cNvGrpSpPr/>
        <p:nvPr/>
      </p:nvGrpSpPr>
      <p:grpSpPr>
        <a:xfrm>
          <a:off x="0" y="0"/>
          <a:ext cx="0" cy="0"/>
          <a:chOff x="0" y="0"/>
          <a:chExt cx="0" cy="0"/>
        </a:xfrm>
      </p:grpSpPr>
      <p:pic>
        <p:nvPicPr>
          <p:cNvPr id="8" name="Google Shape;142;p13">
            <a:extLst>
              <a:ext uri="{FF2B5EF4-FFF2-40B4-BE49-F238E27FC236}">
                <a16:creationId xmlns:a16="http://schemas.microsoft.com/office/drawing/2014/main" id="{76FE7B37-D030-ED6E-D3A2-85DDABCD607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9" name="Google Shape;143;p13">
            <a:extLst>
              <a:ext uri="{FF2B5EF4-FFF2-40B4-BE49-F238E27FC236}">
                <a16:creationId xmlns:a16="http://schemas.microsoft.com/office/drawing/2014/main" id="{55D8F3B4-A380-923A-F31D-E30122AF367F}"/>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461" name="Google Shape;461;p35"/>
          <p:cNvSpPr txBox="1">
            <a:spLocks noGrp="1"/>
          </p:cNvSpPr>
          <p:nvPr>
            <p:ph type="body" idx="1"/>
          </p:nvPr>
        </p:nvSpPr>
        <p:spPr>
          <a:xfrm>
            <a:off x="7991845" y="1965148"/>
            <a:ext cx="6126933" cy="97054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80"/>
              </a:spcBef>
              <a:spcAft>
                <a:spcPts val="0"/>
              </a:spcAft>
              <a:buClr>
                <a:schemeClr val="dk1"/>
              </a:buClr>
              <a:buSzPts val="1900"/>
              <a:buFont typeface="Poppins"/>
              <a:buNone/>
              <a:defRPr sz="19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464" name="Google Shape;464;p35"/>
          <p:cNvSpPr txBox="1">
            <a:spLocks noGrp="1"/>
          </p:cNvSpPr>
          <p:nvPr>
            <p:ph type="body" idx="2"/>
          </p:nvPr>
        </p:nvSpPr>
        <p:spPr>
          <a:xfrm>
            <a:off x="7991845" y="4071552"/>
            <a:ext cx="6126933" cy="97054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80"/>
              </a:spcBef>
              <a:spcAft>
                <a:spcPts val="0"/>
              </a:spcAft>
              <a:buClr>
                <a:schemeClr val="dk1"/>
              </a:buClr>
              <a:buSzPts val="1900"/>
              <a:buFont typeface="Poppins"/>
              <a:buNone/>
              <a:defRPr sz="19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467" name="Google Shape;467;p35"/>
          <p:cNvSpPr txBox="1">
            <a:spLocks noGrp="1"/>
          </p:cNvSpPr>
          <p:nvPr>
            <p:ph type="body" idx="3"/>
          </p:nvPr>
        </p:nvSpPr>
        <p:spPr>
          <a:xfrm>
            <a:off x="7991845" y="6229108"/>
            <a:ext cx="6126933" cy="97054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80"/>
              </a:spcBef>
              <a:spcAft>
                <a:spcPts val="0"/>
              </a:spcAft>
              <a:buClr>
                <a:schemeClr val="dk1"/>
              </a:buClr>
              <a:buSzPts val="1900"/>
              <a:buFont typeface="Poppins"/>
              <a:buNone/>
              <a:defRPr sz="19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470" name="Google Shape;470;p35"/>
          <p:cNvSpPr txBox="1">
            <a:spLocks noGrp="1"/>
          </p:cNvSpPr>
          <p:nvPr>
            <p:ph type="body" idx="4"/>
          </p:nvPr>
        </p:nvSpPr>
        <p:spPr>
          <a:xfrm>
            <a:off x="7991845" y="8335512"/>
            <a:ext cx="6126933" cy="97054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380"/>
              </a:spcBef>
              <a:spcAft>
                <a:spcPts val="0"/>
              </a:spcAft>
              <a:buClr>
                <a:schemeClr val="dk1"/>
              </a:buClr>
              <a:buSzPts val="1900"/>
              <a:buFont typeface="Poppins"/>
              <a:buNone/>
              <a:defRPr sz="19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471" name="Google Shape;471;p35"/>
          <p:cNvSpPr txBox="1">
            <a:spLocks noGrp="1"/>
          </p:cNvSpPr>
          <p:nvPr>
            <p:ph type="body" idx="5"/>
          </p:nvPr>
        </p:nvSpPr>
        <p:spPr>
          <a:xfrm>
            <a:off x="789868" y="5487140"/>
            <a:ext cx="3605134" cy="389850"/>
          </a:xfrm>
          <a:prstGeom prst="rect">
            <a:avLst/>
          </a:prstGeom>
          <a:noFill/>
          <a:ln>
            <a:noFill/>
          </a:ln>
        </p:spPr>
        <p:txBody>
          <a:bodyPr spcFirstLastPara="1" wrap="square" lIns="0" tIns="0" rIns="0" bIns="0" anchor="t" anchorCtr="0">
            <a:spAutoFit/>
          </a:bodyPr>
          <a:lstStyle>
            <a:lvl1pPr marL="0" marR="0" lvl="0" indent="-228600" algn="l" rtl="0">
              <a:lnSpc>
                <a:spcPct val="100000"/>
              </a:lnSpc>
              <a:spcBef>
                <a:spcPts val="440"/>
              </a:spcBef>
              <a:spcAft>
                <a:spcPts val="0"/>
              </a:spcAft>
              <a:buClr>
                <a:schemeClr val="dk1"/>
              </a:buClr>
              <a:buSzPts val="2200"/>
              <a:buFont typeface="Poppins"/>
              <a:buNone/>
              <a:defRPr sz="22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472" name="Google Shape;472;p35"/>
          <p:cNvSpPr txBox="1">
            <a:spLocks noGrp="1"/>
          </p:cNvSpPr>
          <p:nvPr>
            <p:ph type="body" idx="6" hasCustomPrompt="1"/>
          </p:nvPr>
        </p:nvSpPr>
        <p:spPr>
          <a:xfrm>
            <a:off x="1281736" y="7162503"/>
            <a:ext cx="2599581" cy="411041"/>
          </a:xfrm>
          <a:prstGeom prst="rect">
            <a:avLst/>
          </a:prstGeom>
          <a:noFill/>
          <a:ln>
            <a:noFill/>
          </a:ln>
        </p:spPr>
        <p:txBody>
          <a:bodyPr spcFirstLastPara="1" wrap="square" lIns="91425" tIns="45700" rIns="91425" bIns="45700" anchor="t" anchorCtr="0">
            <a:noAutofit/>
          </a:bodyPr>
          <a:lstStyle>
            <a:lvl1pPr marL="0" marR="0" lvl="0" indent="-228600" algn="l" rtl="0">
              <a:lnSpc>
                <a:spcPct val="100000"/>
              </a:lnSpc>
              <a:spcBef>
                <a:spcPts val="340"/>
              </a:spcBef>
              <a:spcAft>
                <a:spcPts val="0"/>
              </a:spcAft>
              <a:buClr>
                <a:schemeClr val="dk1"/>
              </a:buClr>
              <a:buSzPts val="1700"/>
              <a:buFont typeface="Poppins"/>
              <a:buNone/>
              <a:defRPr sz="1700" b="1" i="0" u="none" strike="noStrike" cap="none">
                <a:solidFill>
                  <a:schemeClr val="tx1"/>
                </a:solidFill>
                <a:latin typeface="Poppins"/>
                <a:ea typeface="Poppins"/>
                <a:cs typeface="Poppins"/>
                <a:sym typeface="Poppins"/>
              </a:defRPr>
            </a:lvl1pPr>
            <a:lvl2pPr marL="914400" marR="0" lvl="1" indent="-342900" algn="l" rtl="0">
              <a:lnSpc>
                <a:spcPct val="100000"/>
              </a:lnSpc>
              <a:spcBef>
                <a:spcPts val="360"/>
              </a:spcBef>
              <a:spcAft>
                <a:spcPts val="0"/>
              </a:spcAft>
              <a:buClr>
                <a:schemeClr val="dk1"/>
              </a:buClr>
              <a:buSzPts val="1800"/>
              <a:buFont typeface="Poppins"/>
              <a:buChar char="–"/>
              <a:defRPr sz="1800" b="1" i="0" u="none" strike="noStrike" cap="none">
                <a:solidFill>
                  <a:schemeClr val="dk1"/>
                </a:solidFill>
                <a:latin typeface="Poppins"/>
                <a:ea typeface="Poppins"/>
                <a:cs typeface="Poppins"/>
                <a:sym typeface="Poppins"/>
              </a:defRPr>
            </a:lvl2pPr>
            <a:lvl3pPr marL="1371600" marR="0" lvl="2" indent="-342900" algn="l" rtl="0">
              <a:lnSpc>
                <a:spcPct val="100000"/>
              </a:lnSpc>
              <a:spcBef>
                <a:spcPts val="360"/>
              </a:spcBef>
              <a:spcAft>
                <a:spcPts val="0"/>
              </a:spcAft>
              <a:buClr>
                <a:schemeClr val="dk1"/>
              </a:buClr>
              <a:buSzPts val="1800"/>
              <a:buFont typeface="Poppins"/>
              <a:buChar char="•"/>
              <a:defRPr sz="1800" b="1" i="0" u="none" strike="noStrike" cap="none">
                <a:solidFill>
                  <a:schemeClr val="dk1"/>
                </a:solidFill>
                <a:latin typeface="Poppins"/>
                <a:ea typeface="Poppins"/>
                <a:cs typeface="Poppins"/>
                <a:sym typeface="Poppins"/>
              </a:defRPr>
            </a:lvl3pPr>
            <a:lvl4pPr marL="1828800" marR="0" lvl="3" indent="-342900" algn="l" rtl="0">
              <a:lnSpc>
                <a:spcPct val="100000"/>
              </a:lnSpc>
              <a:spcBef>
                <a:spcPts val="360"/>
              </a:spcBef>
              <a:spcAft>
                <a:spcPts val="0"/>
              </a:spcAft>
              <a:buClr>
                <a:schemeClr val="dk1"/>
              </a:buClr>
              <a:buSzPts val="1800"/>
              <a:buFont typeface="Poppins"/>
              <a:buChar char="–"/>
              <a:defRPr sz="1800" b="1" i="0" u="none" strike="noStrike" cap="none">
                <a:solidFill>
                  <a:schemeClr val="dk1"/>
                </a:solidFill>
                <a:latin typeface="Poppins"/>
                <a:ea typeface="Poppins"/>
                <a:cs typeface="Poppins"/>
                <a:sym typeface="Poppins"/>
              </a:defRPr>
            </a:lvl4pPr>
            <a:lvl5pPr marL="2286000" marR="0" lvl="4" indent="-342900" algn="l" rtl="0">
              <a:lnSpc>
                <a:spcPct val="100000"/>
              </a:lnSpc>
              <a:spcBef>
                <a:spcPts val="360"/>
              </a:spcBef>
              <a:spcAft>
                <a:spcPts val="0"/>
              </a:spcAft>
              <a:buClr>
                <a:schemeClr val="dk1"/>
              </a:buClr>
              <a:buSzPts val="1800"/>
              <a:buFont typeface="Poppins"/>
              <a:buChar char="»"/>
              <a:defRPr sz="1800" b="1"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pPr marL="0" marR="0" lvl="0" indent="-228600" algn="l" defTabSz="914400" rtl="0" eaLnBrk="1" fontAlgn="auto" latinLnBrk="0" hangingPunct="1">
              <a:lnSpc>
                <a:spcPct val="100000"/>
              </a:lnSpc>
              <a:spcBef>
                <a:spcPts val="340"/>
              </a:spcBef>
              <a:spcAft>
                <a:spcPts val="0"/>
              </a:spcAft>
              <a:buClr>
                <a:schemeClr val="dk1"/>
              </a:buClr>
              <a:buSzPts val="1700"/>
              <a:buFont typeface="Poppins"/>
              <a:buNone/>
              <a:tabLst/>
              <a:defRPr/>
            </a:pPr>
            <a:r>
              <a:rPr lang="pt-BR"/>
              <a:t>Próxima aula</a:t>
            </a:r>
          </a:p>
          <a:p>
            <a:endParaRPr/>
          </a:p>
        </p:txBody>
      </p:sp>
      <p:sp>
        <p:nvSpPr>
          <p:cNvPr id="473" name="Google Shape;473;p35"/>
          <p:cNvSpPr txBox="1">
            <a:spLocks noGrp="1"/>
          </p:cNvSpPr>
          <p:nvPr>
            <p:ph type="body" idx="7" hasCustomPrompt="1"/>
          </p:nvPr>
        </p:nvSpPr>
        <p:spPr>
          <a:xfrm>
            <a:off x="1323319" y="7826404"/>
            <a:ext cx="2557998" cy="411040"/>
          </a:xfrm>
          <a:prstGeom prst="rect">
            <a:avLst/>
          </a:prstGeom>
          <a:noFill/>
          <a:ln>
            <a:noFill/>
          </a:ln>
        </p:spPr>
        <p:txBody>
          <a:bodyPr spcFirstLastPara="1" wrap="square" lIns="91425" tIns="45700" rIns="91425" bIns="45700" anchor="t" anchorCtr="0">
            <a:noAutofit/>
          </a:bodyPr>
          <a:lstStyle>
            <a:lvl1pPr marL="0" marR="0" lvl="0" indent="-228600" algn="l" rtl="0">
              <a:lnSpc>
                <a:spcPct val="100000"/>
              </a:lnSpc>
              <a:spcBef>
                <a:spcPts val="340"/>
              </a:spcBef>
              <a:spcAft>
                <a:spcPts val="0"/>
              </a:spcAft>
              <a:buClr>
                <a:schemeClr val="dk1"/>
              </a:buClr>
              <a:buSzPts val="1700"/>
              <a:buFont typeface="Poppins"/>
              <a:buNone/>
              <a:defRPr sz="1700" b="1" i="0" u="none" strike="noStrike" cap="none">
                <a:solidFill>
                  <a:schemeClr val="tx1"/>
                </a:solidFill>
                <a:latin typeface="Poppins"/>
                <a:ea typeface="Poppins"/>
                <a:cs typeface="Poppins"/>
                <a:sym typeface="Poppins"/>
              </a:defRPr>
            </a:lvl1pPr>
            <a:lvl2pPr marL="914400" marR="0" lvl="1" indent="-342900" algn="l" rtl="0">
              <a:lnSpc>
                <a:spcPct val="100000"/>
              </a:lnSpc>
              <a:spcBef>
                <a:spcPts val="360"/>
              </a:spcBef>
              <a:spcAft>
                <a:spcPts val="0"/>
              </a:spcAft>
              <a:buClr>
                <a:schemeClr val="dk1"/>
              </a:buClr>
              <a:buSzPts val="1800"/>
              <a:buFont typeface="Poppins"/>
              <a:buChar char="–"/>
              <a:defRPr sz="1800" b="1" i="0" u="none" strike="noStrike" cap="none">
                <a:solidFill>
                  <a:schemeClr val="dk1"/>
                </a:solidFill>
                <a:latin typeface="Poppins"/>
                <a:ea typeface="Poppins"/>
                <a:cs typeface="Poppins"/>
                <a:sym typeface="Poppins"/>
              </a:defRPr>
            </a:lvl2pPr>
            <a:lvl3pPr marL="1371600" marR="0" lvl="2" indent="-342900" algn="l" rtl="0">
              <a:lnSpc>
                <a:spcPct val="100000"/>
              </a:lnSpc>
              <a:spcBef>
                <a:spcPts val="360"/>
              </a:spcBef>
              <a:spcAft>
                <a:spcPts val="0"/>
              </a:spcAft>
              <a:buClr>
                <a:schemeClr val="dk1"/>
              </a:buClr>
              <a:buSzPts val="1800"/>
              <a:buFont typeface="Poppins"/>
              <a:buChar char="•"/>
              <a:defRPr sz="1800" b="1" i="0" u="none" strike="noStrike" cap="none">
                <a:solidFill>
                  <a:schemeClr val="dk1"/>
                </a:solidFill>
                <a:latin typeface="Poppins"/>
                <a:ea typeface="Poppins"/>
                <a:cs typeface="Poppins"/>
                <a:sym typeface="Poppins"/>
              </a:defRPr>
            </a:lvl3pPr>
            <a:lvl4pPr marL="1828800" marR="0" lvl="3" indent="-342900" algn="l" rtl="0">
              <a:lnSpc>
                <a:spcPct val="100000"/>
              </a:lnSpc>
              <a:spcBef>
                <a:spcPts val="360"/>
              </a:spcBef>
              <a:spcAft>
                <a:spcPts val="0"/>
              </a:spcAft>
              <a:buClr>
                <a:schemeClr val="dk1"/>
              </a:buClr>
              <a:buSzPts val="1800"/>
              <a:buFont typeface="Poppins"/>
              <a:buChar char="–"/>
              <a:defRPr sz="1800" b="1" i="0" u="none" strike="noStrike" cap="none">
                <a:solidFill>
                  <a:schemeClr val="dk1"/>
                </a:solidFill>
                <a:latin typeface="Poppins"/>
                <a:ea typeface="Poppins"/>
                <a:cs typeface="Poppins"/>
                <a:sym typeface="Poppins"/>
              </a:defRPr>
            </a:lvl4pPr>
            <a:lvl5pPr marL="2286000" marR="0" lvl="4" indent="-342900" algn="l" rtl="0">
              <a:lnSpc>
                <a:spcPct val="100000"/>
              </a:lnSpc>
              <a:spcBef>
                <a:spcPts val="360"/>
              </a:spcBef>
              <a:spcAft>
                <a:spcPts val="0"/>
              </a:spcAft>
              <a:buClr>
                <a:schemeClr val="dk1"/>
              </a:buClr>
              <a:buSzPts val="1800"/>
              <a:buFont typeface="Poppins"/>
              <a:buChar char="»"/>
              <a:defRPr sz="1800" b="1"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pPr marL="0" marR="0" lvl="0" indent="0" algn="l" rtl="0">
              <a:lnSpc>
                <a:spcPct val="100000"/>
              </a:lnSpc>
              <a:spcBef>
                <a:spcPts val="340"/>
              </a:spcBef>
              <a:spcAft>
                <a:spcPts val="0"/>
              </a:spcAft>
              <a:buClr>
                <a:schemeClr val="dk1"/>
              </a:buClr>
              <a:buSzPts val="1700"/>
              <a:buFont typeface="Poppins"/>
              <a:buNone/>
            </a:pPr>
            <a:r>
              <a:rPr lang="pt-BR"/>
              <a:t>Em grupo</a:t>
            </a:r>
          </a:p>
          <a:p>
            <a:endParaRPr/>
          </a:p>
        </p:txBody>
      </p:sp>
      <p:pic>
        <p:nvPicPr>
          <p:cNvPr id="6" name="Imagem 5">
            <a:extLst>
              <a:ext uri="{FF2B5EF4-FFF2-40B4-BE49-F238E27FC236}">
                <a16:creationId xmlns:a16="http://schemas.microsoft.com/office/drawing/2014/main" id="{81636F48-0DFA-87C0-90AA-C1E0401E5540}"/>
              </a:ext>
            </a:extLst>
          </p:cNvPr>
          <p:cNvPicPr>
            <a:picLocks/>
          </p:cNvPicPr>
          <p:nvPr userDrawn="1"/>
        </p:nvPicPr>
        <p:blipFill>
          <a:blip r:embed="rId4"/>
          <a:stretch>
            <a:fillRect/>
          </a:stretch>
        </p:blipFill>
        <p:spPr>
          <a:xfrm>
            <a:off x="396001" y="421201"/>
            <a:ext cx="3434405" cy="2390404"/>
          </a:xfrm>
          <a:prstGeom prst="rect">
            <a:avLst/>
          </a:prstGeom>
        </p:spPr>
      </p:pic>
      <p:sp>
        <p:nvSpPr>
          <p:cNvPr id="20" name="Google Shape;207;p37">
            <a:extLst>
              <a:ext uri="{FF2B5EF4-FFF2-40B4-BE49-F238E27FC236}">
                <a16:creationId xmlns:a16="http://schemas.microsoft.com/office/drawing/2014/main" id="{DB3C8286-CA88-74E6-AE05-F1CEAB254481}"/>
              </a:ext>
            </a:extLst>
          </p:cNvPr>
          <p:cNvSpPr txBox="1"/>
          <p:nvPr userDrawn="1"/>
        </p:nvSpPr>
        <p:spPr>
          <a:xfrm>
            <a:off x="851621" y="1158906"/>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68289798"/>
      </p:ext>
    </p:extLst>
  </p:cSld>
  <p:clrMapOvr>
    <a:masterClrMapping/>
  </p:clrMapOvr>
  <p:extLst>
    <p:ext uri="{DCECCB84-F9BA-43D5-87BE-67443E8EF086}">
      <p15:sldGuideLst xmlns:p15="http://schemas.microsoft.com/office/powerpoint/2012/main">
        <p15:guide id="1" orient="horz" pos="3240">
          <p15:clr>
            <a:srgbClr val="FBAE40"/>
          </p15:clr>
        </p15:guide>
        <p15:guide id="2" pos="5216">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3_EstudoCaso" userDrawn="1">
  <p:cSld name="3_EstudoCaso">
    <p:spTree>
      <p:nvGrpSpPr>
        <p:cNvPr id="1" name="Shape 513"/>
        <p:cNvGrpSpPr/>
        <p:nvPr/>
      </p:nvGrpSpPr>
      <p:grpSpPr>
        <a:xfrm>
          <a:off x="0" y="0"/>
          <a:ext cx="0" cy="0"/>
          <a:chOff x="0" y="0"/>
          <a:chExt cx="0" cy="0"/>
        </a:xfrm>
      </p:grpSpPr>
      <p:pic>
        <p:nvPicPr>
          <p:cNvPr id="10" name="Google Shape;118;p10">
            <a:extLst>
              <a:ext uri="{FF2B5EF4-FFF2-40B4-BE49-F238E27FC236}">
                <a16:creationId xmlns:a16="http://schemas.microsoft.com/office/drawing/2014/main" id="{2B6B7417-9D57-C29A-7679-6B86C4F2879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827177" cy="10286974"/>
          </a:xfrm>
          <a:prstGeom prst="rect">
            <a:avLst/>
          </a:prstGeom>
          <a:noFill/>
          <a:ln>
            <a:noFill/>
          </a:ln>
        </p:spPr>
      </p:pic>
      <p:pic>
        <p:nvPicPr>
          <p:cNvPr id="7" name="Imagem 6">
            <a:extLst>
              <a:ext uri="{FF2B5EF4-FFF2-40B4-BE49-F238E27FC236}">
                <a16:creationId xmlns:a16="http://schemas.microsoft.com/office/drawing/2014/main" id="{85ACE0C4-9327-5D7D-8414-11FEA5984E22}"/>
              </a:ext>
            </a:extLst>
          </p:cNvPr>
          <p:cNvPicPr>
            <a:picLocks/>
          </p:cNvPicPr>
          <p:nvPr userDrawn="1"/>
        </p:nvPicPr>
        <p:blipFill>
          <a:blip r:embed="rId3"/>
          <a:stretch>
            <a:fillRect/>
          </a:stretch>
        </p:blipFill>
        <p:spPr>
          <a:xfrm>
            <a:off x="381601" y="327600"/>
            <a:ext cx="3434405" cy="2390404"/>
          </a:xfrm>
          <a:prstGeom prst="rect">
            <a:avLst/>
          </a:prstGeom>
        </p:spPr>
      </p:pic>
      <p:sp>
        <p:nvSpPr>
          <p:cNvPr id="3" name="Espaço Reservado para Texto 3">
            <a:extLst>
              <a:ext uri="{FF2B5EF4-FFF2-40B4-BE49-F238E27FC236}">
                <a16:creationId xmlns:a16="http://schemas.microsoft.com/office/drawing/2014/main" id="{87D9BE86-9078-4427-9656-B39826D967AC}"/>
              </a:ext>
            </a:extLst>
          </p:cNvPr>
          <p:cNvSpPr>
            <a:spLocks noGrp="1"/>
          </p:cNvSpPr>
          <p:nvPr>
            <p:ph type="body" sz="quarter" idx="10" hasCustomPrompt="1"/>
          </p:nvPr>
        </p:nvSpPr>
        <p:spPr>
          <a:xfrm>
            <a:off x="5461627" y="1816101"/>
            <a:ext cx="11415713" cy="4238336"/>
          </a:xfrm>
          <a:prstGeom prst="rect">
            <a:avLst/>
          </a:prstGeom>
          <a:solidFill>
            <a:srgbClr val="D9D9D9"/>
          </a:solidFill>
        </p:spPr>
        <p:txBody>
          <a:bodyPr/>
          <a:lstStyle>
            <a:lvl1pPr>
              <a:defRPr sz="1800">
                <a:latin typeface="Poppins" pitchFamily="2" charset="77"/>
                <a:cs typeface="Poppins" pitchFamily="2" charset="77"/>
              </a:defRPr>
            </a:lvl1pPr>
          </a:lstStyle>
          <a:p>
            <a:pPr lvl="0"/>
            <a:r>
              <a:rPr lang="pt-BR"/>
              <a:t>Inserir &gt; Mídia &gt; Vídeo &gt; Vídeos online</a:t>
            </a:r>
          </a:p>
        </p:txBody>
      </p:sp>
      <p:sp>
        <p:nvSpPr>
          <p:cNvPr id="8" name="CaixaDeTexto 7">
            <a:extLst>
              <a:ext uri="{FF2B5EF4-FFF2-40B4-BE49-F238E27FC236}">
                <a16:creationId xmlns:a16="http://schemas.microsoft.com/office/drawing/2014/main" id="{AF5469AD-51F8-FC13-26BB-CEAB108EE398}"/>
              </a:ext>
            </a:extLst>
          </p:cNvPr>
          <p:cNvSpPr txBox="1"/>
          <p:nvPr userDrawn="1"/>
        </p:nvSpPr>
        <p:spPr>
          <a:xfrm>
            <a:off x="7104185" y="-96715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1782034939"/>
      </p:ext>
    </p:extLst>
  </p:cSld>
  <p:clrMapOvr>
    <a:masterClrMapping/>
  </p:clrMapOvr>
  <p:extLst>
    <p:ext uri="{DCECCB84-F9BA-43D5-87BE-67443E8EF086}">
      <p15:sldGuideLst xmlns:p15="http://schemas.microsoft.com/office/powerpoint/2012/main">
        <p15:guide id="1" orient="horz" pos="813">
          <p15:clr>
            <a:srgbClr val="FBAE40"/>
          </p15:clr>
        </p15:guide>
        <p15:guide id="2" pos="3424">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endParaRPr lang="en-US"/>
          </a:p>
        </p:txBody>
      </p:sp>
      <p:sp>
        <p:nvSpPr>
          <p:cNvPr id="5" name="CaixaDeTexto 4">
            <a:extLst>
              <a:ext uri="{FF2B5EF4-FFF2-40B4-BE49-F238E27FC236}">
                <a16:creationId xmlns:a16="http://schemas.microsoft.com/office/drawing/2014/main" id="{692551E1-A191-4E27-15C4-E0C7232A5F0E}"/>
              </a:ext>
            </a:extLst>
          </p:cNvPr>
          <p:cNvSpPr txBox="1"/>
          <p:nvPr userDrawn="1"/>
        </p:nvSpPr>
        <p:spPr>
          <a:xfrm>
            <a:off x="900113" y="4286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cxnSp>
        <p:nvCxnSpPr>
          <p:cNvPr id="38" name="Google Shape;164;p37">
            <a:extLst>
              <a:ext uri="{FF2B5EF4-FFF2-40B4-BE49-F238E27FC236}">
                <a16:creationId xmlns:a16="http://schemas.microsoft.com/office/drawing/2014/main" id="{9A27F181-F783-6D31-170D-FF0316156CC5}"/>
              </a:ext>
            </a:extLst>
          </p:cNvPr>
          <p:cNvCxnSpPr/>
          <p:nvPr userDrawn="1"/>
        </p:nvCxnSpPr>
        <p:spPr>
          <a:xfrm>
            <a:off x="7240387" y="772210"/>
            <a:ext cx="0" cy="9514790"/>
          </a:xfrm>
          <a:prstGeom prst="straightConnector1">
            <a:avLst/>
          </a:prstGeom>
          <a:noFill/>
          <a:ln w="19050" cap="flat" cmpd="sng">
            <a:solidFill>
              <a:schemeClr val="dk1"/>
            </a:solidFill>
            <a:prstDash val="solid"/>
            <a:round/>
            <a:headEnd type="oval" w="med" len="med"/>
            <a:tailEnd type="none" w="sm" len="sm"/>
          </a:ln>
        </p:spPr>
      </p:cxnSp>
      <p:sp>
        <p:nvSpPr>
          <p:cNvPr id="39" name="Google Shape;208;p37">
            <a:extLst>
              <a:ext uri="{FF2B5EF4-FFF2-40B4-BE49-F238E27FC236}">
                <a16:creationId xmlns:a16="http://schemas.microsoft.com/office/drawing/2014/main" id="{DBB928C7-C740-FF18-F21D-16322D7873FE}"/>
              </a:ext>
            </a:extLst>
          </p:cNvPr>
          <p:cNvSpPr/>
          <p:nvPr userDrawn="1"/>
        </p:nvSpPr>
        <p:spPr>
          <a:xfrm>
            <a:off x="6790386" y="1065148"/>
            <a:ext cx="900000" cy="900000"/>
          </a:xfrm>
          <a:prstGeom prst="ellipse">
            <a:avLst/>
          </a:prstGeom>
          <a:solidFill>
            <a:srgbClr val="529AC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40" name="Google Shape;212;p37">
            <a:extLst>
              <a:ext uri="{FF2B5EF4-FFF2-40B4-BE49-F238E27FC236}">
                <a16:creationId xmlns:a16="http://schemas.microsoft.com/office/drawing/2014/main" id="{17B9BCFA-A9D7-DF6A-1D53-C7DED1AF86C5}"/>
              </a:ext>
            </a:extLst>
          </p:cNvPr>
          <p:cNvSpPr/>
          <p:nvPr userDrawn="1"/>
        </p:nvSpPr>
        <p:spPr>
          <a:xfrm>
            <a:off x="6790387" y="3134018"/>
            <a:ext cx="900000" cy="900000"/>
          </a:xfrm>
          <a:prstGeom prst="ellipse">
            <a:avLst/>
          </a:prstGeom>
          <a:solidFill>
            <a:srgbClr val="529AC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41" name="Google Shape;213;p37">
            <a:extLst>
              <a:ext uri="{FF2B5EF4-FFF2-40B4-BE49-F238E27FC236}">
                <a16:creationId xmlns:a16="http://schemas.microsoft.com/office/drawing/2014/main" id="{6B44D083-C537-A298-BF59-4BAF99542B18}"/>
              </a:ext>
            </a:extLst>
          </p:cNvPr>
          <p:cNvSpPr/>
          <p:nvPr userDrawn="1"/>
        </p:nvSpPr>
        <p:spPr>
          <a:xfrm>
            <a:off x="6790387" y="5334474"/>
            <a:ext cx="900000" cy="900000"/>
          </a:xfrm>
          <a:prstGeom prst="ellipse">
            <a:avLst/>
          </a:prstGeom>
          <a:solidFill>
            <a:srgbClr val="529AC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42" name="Google Shape;214;p37">
            <a:extLst>
              <a:ext uri="{FF2B5EF4-FFF2-40B4-BE49-F238E27FC236}">
                <a16:creationId xmlns:a16="http://schemas.microsoft.com/office/drawing/2014/main" id="{317131F9-035E-5CE9-0DBF-B924F19FBC2F}"/>
              </a:ext>
            </a:extLst>
          </p:cNvPr>
          <p:cNvSpPr/>
          <p:nvPr userDrawn="1"/>
        </p:nvSpPr>
        <p:spPr>
          <a:xfrm>
            <a:off x="6790387" y="7534931"/>
            <a:ext cx="900000" cy="900000"/>
          </a:xfrm>
          <a:prstGeom prst="ellipse">
            <a:avLst/>
          </a:prstGeom>
          <a:solidFill>
            <a:srgbClr val="529AC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sp>
        <p:nvSpPr>
          <p:cNvPr id="58" name="CaixaDeTexto 57">
            <a:extLst>
              <a:ext uri="{FF2B5EF4-FFF2-40B4-BE49-F238E27FC236}">
                <a16:creationId xmlns:a16="http://schemas.microsoft.com/office/drawing/2014/main" id="{E2E6E040-FD12-5F0A-5A7E-31B82D9E5878}"/>
              </a:ext>
            </a:extLst>
          </p:cNvPr>
          <p:cNvSpPr txBox="1"/>
          <p:nvPr userDrawn="1"/>
        </p:nvSpPr>
        <p:spPr>
          <a:xfrm>
            <a:off x="19457233" y="74051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9" name="CaixaDeTexto 58">
            <a:extLst>
              <a:ext uri="{FF2B5EF4-FFF2-40B4-BE49-F238E27FC236}">
                <a16:creationId xmlns:a16="http://schemas.microsoft.com/office/drawing/2014/main" id="{86AC8CDC-DB5B-8576-7D5B-627A6FF675DE}"/>
              </a:ext>
            </a:extLst>
          </p:cNvPr>
          <p:cNvSpPr txBox="1"/>
          <p:nvPr userDrawn="1"/>
        </p:nvSpPr>
        <p:spPr>
          <a:xfrm>
            <a:off x="19037508" y="583117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62" name="Espaço Reservado para Texto 60">
            <a:extLst>
              <a:ext uri="{FF2B5EF4-FFF2-40B4-BE49-F238E27FC236}">
                <a16:creationId xmlns:a16="http://schemas.microsoft.com/office/drawing/2014/main" id="{89F34A58-1D03-1A84-8D44-35B61CAAC606}"/>
              </a:ext>
            </a:extLst>
          </p:cNvPr>
          <p:cNvSpPr>
            <a:spLocks noGrp="1"/>
          </p:cNvSpPr>
          <p:nvPr>
            <p:ph type="body" sz="quarter" idx="19"/>
          </p:nvPr>
        </p:nvSpPr>
        <p:spPr>
          <a:xfrm>
            <a:off x="1317708" y="7057869"/>
            <a:ext cx="3763957" cy="460190"/>
          </a:xfrm>
          <a:prstGeom prst="rect">
            <a:avLst/>
          </a:prstGeom>
        </p:spPr>
        <p:txBody>
          <a:bodyPr anchor="ctr"/>
          <a:lstStyle>
            <a:lvl1pPr>
              <a:defRPr sz="1700" b="1">
                <a:latin typeface="Poppins" pitchFamily="2" charset="77"/>
                <a:cs typeface="Poppins" pitchFamily="2" charset="77"/>
              </a:defRPr>
            </a:lvl1pPr>
          </a:lstStyle>
          <a:p>
            <a:pPr lvl="0"/>
            <a:endParaRPr lang="pt-BR"/>
          </a:p>
        </p:txBody>
      </p:sp>
      <p:sp>
        <p:nvSpPr>
          <p:cNvPr id="64" name="Espaço Reservado para Texto 60">
            <a:extLst>
              <a:ext uri="{FF2B5EF4-FFF2-40B4-BE49-F238E27FC236}">
                <a16:creationId xmlns:a16="http://schemas.microsoft.com/office/drawing/2014/main" id="{C64C4F39-6E3E-2CBC-C02F-85C4D8E437D4}"/>
              </a:ext>
            </a:extLst>
          </p:cNvPr>
          <p:cNvSpPr>
            <a:spLocks noGrp="1"/>
          </p:cNvSpPr>
          <p:nvPr>
            <p:ph type="body" sz="quarter" idx="20"/>
          </p:nvPr>
        </p:nvSpPr>
        <p:spPr>
          <a:xfrm>
            <a:off x="1317708" y="7792387"/>
            <a:ext cx="3763957" cy="460190"/>
          </a:xfrm>
          <a:prstGeom prst="rect">
            <a:avLst/>
          </a:prstGeom>
        </p:spPr>
        <p:txBody>
          <a:bodyPr anchor="ctr"/>
          <a:lstStyle>
            <a:lvl1pPr>
              <a:defRPr sz="1700" b="1">
                <a:latin typeface="Poppins" pitchFamily="2" charset="77"/>
                <a:cs typeface="Poppins" pitchFamily="2" charset="77"/>
              </a:defRPr>
            </a:lvl1pPr>
          </a:lstStyle>
          <a:p>
            <a:pPr lvl="0"/>
            <a:endParaRPr lang="pt-BR"/>
          </a:p>
        </p:txBody>
      </p:sp>
      <p:sp>
        <p:nvSpPr>
          <p:cNvPr id="44" name="CaixaDeTexto 43">
            <a:extLst>
              <a:ext uri="{FF2B5EF4-FFF2-40B4-BE49-F238E27FC236}">
                <a16:creationId xmlns:a16="http://schemas.microsoft.com/office/drawing/2014/main" id="{DD2F756A-5714-9640-0D25-5AA63BD888B1}"/>
              </a:ext>
            </a:extLst>
          </p:cNvPr>
          <p:cNvSpPr txBox="1"/>
          <p:nvPr userDrawn="1"/>
        </p:nvSpPr>
        <p:spPr>
          <a:xfrm>
            <a:off x="5414682" y="-155985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10" name="Imagem 9">
            <a:extLst>
              <a:ext uri="{FF2B5EF4-FFF2-40B4-BE49-F238E27FC236}">
                <a16:creationId xmlns:a16="http://schemas.microsoft.com/office/drawing/2014/main" id="{A24970AA-A3F0-685F-46AA-86AB80202D95}"/>
              </a:ext>
            </a:extLst>
          </p:cNvPr>
          <p:cNvPicPr>
            <a:picLocks/>
          </p:cNvPicPr>
          <p:nvPr userDrawn="1"/>
        </p:nvPicPr>
        <p:blipFill>
          <a:blip r:embed="rId2"/>
          <a:stretch>
            <a:fillRect/>
          </a:stretch>
        </p:blipFill>
        <p:spPr>
          <a:xfrm>
            <a:off x="396001" y="421201"/>
            <a:ext cx="3434405" cy="2390404"/>
          </a:xfrm>
          <a:prstGeom prst="rect">
            <a:avLst/>
          </a:prstGeom>
        </p:spPr>
      </p:pic>
      <p:sp>
        <p:nvSpPr>
          <p:cNvPr id="45" name="Google Shape;207;p37">
            <a:extLst>
              <a:ext uri="{FF2B5EF4-FFF2-40B4-BE49-F238E27FC236}">
                <a16:creationId xmlns:a16="http://schemas.microsoft.com/office/drawing/2014/main" id="{C8CD85CF-E847-0B14-CC93-032F679F65D1}"/>
              </a:ext>
            </a:extLst>
          </p:cNvPr>
          <p:cNvSpPr txBox="1"/>
          <p:nvPr userDrawn="1"/>
        </p:nvSpPr>
        <p:spPr>
          <a:xfrm>
            <a:off x="851621" y="1158906"/>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32516799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endParaRPr lang="en-US"/>
          </a:p>
        </p:txBody>
      </p:sp>
      <p:sp>
        <p:nvSpPr>
          <p:cNvPr id="5" name="CaixaDeTexto 4">
            <a:extLst>
              <a:ext uri="{FF2B5EF4-FFF2-40B4-BE49-F238E27FC236}">
                <a16:creationId xmlns:a16="http://schemas.microsoft.com/office/drawing/2014/main" id="{692551E1-A191-4E27-15C4-E0C7232A5F0E}"/>
              </a:ext>
            </a:extLst>
          </p:cNvPr>
          <p:cNvSpPr txBox="1"/>
          <p:nvPr userDrawn="1"/>
        </p:nvSpPr>
        <p:spPr>
          <a:xfrm>
            <a:off x="900113" y="4286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8" name="CaixaDeTexto 57">
            <a:extLst>
              <a:ext uri="{FF2B5EF4-FFF2-40B4-BE49-F238E27FC236}">
                <a16:creationId xmlns:a16="http://schemas.microsoft.com/office/drawing/2014/main" id="{E2E6E040-FD12-5F0A-5A7E-31B82D9E5878}"/>
              </a:ext>
            </a:extLst>
          </p:cNvPr>
          <p:cNvSpPr txBox="1"/>
          <p:nvPr userDrawn="1"/>
        </p:nvSpPr>
        <p:spPr>
          <a:xfrm>
            <a:off x="19457233" y="74051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9" name="CaixaDeTexto 58">
            <a:extLst>
              <a:ext uri="{FF2B5EF4-FFF2-40B4-BE49-F238E27FC236}">
                <a16:creationId xmlns:a16="http://schemas.microsoft.com/office/drawing/2014/main" id="{86AC8CDC-DB5B-8576-7D5B-627A6FF675DE}"/>
              </a:ext>
            </a:extLst>
          </p:cNvPr>
          <p:cNvSpPr txBox="1"/>
          <p:nvPr userDrawn="1"/>
        </p:nvSpPr>
        <p:spPr>
          <a:xfrm>
            <a:off x="19037508" y="583117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62" name="Espaço Reservado para Texto 60">
            <a:extLst>
              <a:ext uri="{FF2B5EF4-FFF2-40B4-BE49-F238E27FC236}">
                <a16:creationId xmlns:a16="http://schemas.microsoft.com/office/drawing/2014/main" id="{89F34A58-1D03-1A84-8D44-35B61CAAC606}"/>
              </a:ext>
            </a:extLst>
          </p:cNvPr>
          <p:cNvSpPr>
            <a:spLocks noGrp="1"/>
          </p:cNvSpPr>
          <p:nvPr>
            <p:ph type="body" sz="quarter" idx="19"/>
          </p:nvPr>
        </p:nvSpPr>
        <p:spPr>
          <a:xfrm>
            <a:off x="1317708" y="7057869"/>
            <a:ext cx="3763957" cy="460190"/>
          </a:xfrm>
          <a:prstGeom prst="rect">
            <a:avLst/>
          </a:prstGeom>
        </p:spPr>
        <p:txBody>
          <a:bodyPr anchor="ctr"/>
          <a:lstStyle>
            <a:lvl1pPr>
              <a:defRPr sz="1700" b="1">
                <a:latin typeface="Poppins" pitchFamily="2" charset="77"/>
                <a:cs typeface="Poppins" pitchFamily="2" charset="77"/>
              </a:defRPr>
            </a:lvl1pPr>
          </a:lstStyle>
          <a:p>
            <a:pPr lvl="0"/>
            <a:endParaRPr lang="pt-BR"/>
          </a:p>
        </p:txBody>
      </p:sp>
      <p:sp>
        <p:nvSpPr>
          <p:cNvPr id="64" name="Espaço Reservado para Texto 60">
            <a:extLst>
              <a:ext uri="{FF2B5EF4-FFF2-40B4-BE49-F238E27FC236}">
                <a16:creationId xmlns:a16="http://schemas.microsoft.com/office/drawing/2014/main" id="{C64C4F39-6E3E-2CBC-C02F-85C4D8E437D4}"/>
              </a:ext>
            </a:extLst>
          </p:cNvPr>
          <p:cNvSpPr>
            <a:spLocks noGrp="1"/>
          </p:cNvSpPr>
          <p:nvPr>
            <p:ph type="body" sz="quarter" idx="20"/>
          </p:nvPr>
        </p:nvSpPr>
        <p:spPr>
          <a:xfrm>
            <a:off x="1317708" y="7792387"/>
            <a:ext cx="3763957" cy="460190"/>
          </a:xfrm>
          <a:prstGeom prst="rect">
            <a:avLst/>
          </a:prstGeom>
        </p:spPr>
        <p:txBody>
          <a:bodyPr anchor="ctr"/>
          <a:lstStyle>
            <a:lvl1pPr>
              <a:defRPr sz="1700" b="1">
                <a:latin typeface="Poppins" pitchFamily="2" charset="77"/>
                <a:cs typeface="Poppins" pitchFamily="2" charset="77"/>
              </a:defRPr>
            </a:lvl1pPr>
          </a:lstStyle>
          <a:p>
            <a:pPr lvl="0"/>
            <a:endParaRPr lang="pt-BR"/>
          </a:p>
        </p:txBody>
      </p:sp>
      <p:sp>
        <p:nvSpPr>
          <p:cNvPr id="44" name="CaixaDeTexto 43">
            <a:extLst>
              <a:ext uri="{FF2B5EF4-FFF2-40B4-BE49-F238E27FC236}">
                <a16:creationId xmlns:a16="http://schemas.microsoft.com/office/drawing/2014/main" id="{DD2F756A-5714-9640-0D25-5AA63BD888B1}"/>
              </a:ext>
            </a:extLst>
          </p:cNvPr>
          <p:cNvSpPr txBox="1"/>
          <p:nvPr userDrawn="1"/>
        </p:nvSpPr>
        <p:spPr>
          <a:xfrm>
            <a:off x="5414682" y="-155985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22" name="Imagem 21">
            <a:extLst>
              <a:ext uri="{FF2B5EF4-FFF2-40B4-BE49-F238E27FC236}">
                <a16:creationId xmlns:a16="http://schemas.microsoft.com/office/drawing/2014/main" id="{8B97C3BF-FEF2-4135-FCE0-5D031BFD06B2}"/>
              </a:ext>
            </a:extLst>
          </p:cNvPr>
          <p:cNvPicPr>
            <a:picLocks/>
          </p:cNvPicPr>
          <p:nvPr userDrawn="1"/>
        </p:nvPicPr>
        <p:blipFill>
          <a:blip r:embed="rId2"/>
          <a:stretch>
            <a:fillRect/>
          </a:stretch>
        </p:blipFill>
        <p:spPr>
          <a:xfrm>
            <a:off x="396001" y="421201"/>
            <a:ext cx="3434405" cy="2390404"/>
          </a:xfrm>
          <a:prstGeom prst="rect">
            <a:avLst/>
          </a:prstGeom>
        </p:spPr>
      </p:pic>
      <p:sp>
        <p:nvSpPr>
          <p:cNvPr id="45" name="Google Shape;207;p37">
            <a:extLst>
              <a:ext uri="{FF2B5EF4-FFF2-40B4-BE49-F238E27FC236}">
                <a16:creationId xmlns:a16="http://schemas.microsoft.com/office/drawing/2014/main" id="{C8CD85CF-E847-0B14-CC93-032F679F65D1}"/>
              </a:ext>
            </a:extLst>
          </p:cNvPr>
          <p:cNvSpPr txBox="1"/>
          <p:nvPr userDrawn="1"/>
        </p:nvSpPr>
        <p:spPr>
          <a:xfrm>
            <a:off x="851621" y="1158906"/>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
        <p:nvSpPr>
          <p:cNvPr id="6" name="CaixaDeTexto 5">
            <a:extLst>
              <a:ext uri="{FF2B5EF4-FFF2-40B4-BE49-F238E27FC236}">
                <a16:creationId xmlns:a16="http://schemas.microsoft.com/office/drawing/2014/main" id="{DA5F2E09-8E0A-6D2A-4DDE-494301825C0A}"/>
              </a:ext>
            </a:extLst>
          </p:cNvPr>
          <p:cNvSpPr txBox="1"/>
          <p:nvPr userDrawn="1"/>
        </p:nvSpPr>
        <p:spPr>
          <a:xfrm>
            <a:off x="6802880" y="1694394"/>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1</a:t>
            </a:r>
          </a:p>
        </p:txBody>
      </p:sp>
      <p:cxnSp>
        <p:nvCxnSpPr>
          <p:cNvPr id="7" name="Google Shape;164;p37">
            <a:extLst>
              <a:ext uri="{FF2B5EF4-FFF2-40B4-BE49-F238E27FC236}">
                <a16:creationId xmlns:a16="http://schemas.microsoft.com/office/drawing/2014/main" id="{AE09C5A7-C4C7-3633-E631-10825874757F}"/>
              </a:ext>
            </a:extLst>
          </p:cNvPr>
          <p:cNvCxnSpPr>
            <a:cxnSpLocks/>
          </p:cNvCxnSpPr>
          <p:nvPr userDrawn="1"/>
        </p:nvCxnSpPr>
        <p:spPr>
          <a:xfrm>
            <a:off x="6802880" y="2528112"/>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8" name="CaixaDeTexto 7">
            <a:extLst>
              <a:ext uri="{FF2B5EF4-FFF2-40B4-BE49-F238E27FC236}">
                <a16:creationId xmlns:a16="http://schemas.microsoft.com/office/drawing/2014/main" id="{FE8B2D2B-B67A-7A10-B546-F7E759E5AE78}"/>
              </a:ext>
            </a:extLst>
          </p:cNvPr>
          <p:cNvSpPr txBox="1"/>
          <p:nvPr userDrawn="1"/>
        </p:nvSpPr>
        <p:spPr>
          <a:xfrm>
            <a:off x="6802880" y="3892162"/>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2</a:t>
            </a:r>
          </a:p>
        </p:txBody>
      </p:sp>
      <p:cxnSp>
        <p:nvCxnSpPr>
          <p:cNvPr id="9" name="Google Shape;164;p37">
            <a:extLst>
              <a:ext uri="{FF2B5EF4-FFF2-40B4-BE49-F238E27FC236}">
                <a16:creationId xmlns:a16="http://schemas.microsoft.com/office/drawing/2014/main" id="{8AB8AC0D-9A4E-DBE1-5676-875911095757}"/>
              </a:ext>
            </a:extLst>
          </p:cNvPr>
          <p:cNvCxnSpPr>
            <a:cxnSpLocks/>
          </p:cNvCxnSpPr>
          <p:nvPr userDrawn="1"/>
        </p:nvCxnSpPr>
        <p:spPr>
          <a:xfrm>
            <a:off x="6802880" y="4725880"/>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0" name="CaixaDeTexto 9">
            <a:extLst>
              <a:ext uri="{FF2B5EF4-FFF2-40B4-BE49-F238E27FC236}">
                <a16:creationId xmlns:a16="http://schemas.microsoft.com/office/drawing/2014/main" id="{5ED10435-0A3C-2A5F-6383-B0823A79FE88}"/>
              </a:ext>
            </a:extLst>
          </p:cNvPr>
          <p:cNvSpPr txBox="1"/>
          <p:nvPr userDrawn="1"/>
        </p:nvSpPr>
        <p:spPr>
          <a:xfrm>
            <a:off x="6802880" y="6089930"/>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3</a:t>
            </a:r>
          </a:p>
        </p:txBody>
      </p:sp>
      <p:cxnSp>
        <p:nvCxnSpPr>
          <p:cNvPr id="11" name="Google Shape;164;p37">
            <a:extLst>
              <a:ext uri="{FF2B5EF4-FFF2-40B4-BE49-F238E27FC236}">
                <a16:creationId xmlns:a16="http://schemas.microsoft.com/office/drawing/2014/main" id="{C307C398-EACE-2BA8-6037-73AFF176AE76}"/>
              </a:ext>
            </a:extLst>
          </p:cNvPr>
          <p:cNvCxnSpPr>
            <a:cxnSpLocks/>
          </p:cNvCxnSpPr>
          <p:nvPr userDrawn="1"/>
        </p:nvCxnSpPr>
        <p:spPr>
          <a:xfrm>
            <a:off x="6802880" y="6923648"/>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2" name="CaixaDeTexto 11">
            <a:extLst>
              <a:ext uri="{FF2B5EF4-FFF2-40B4-BE49-F238E27FC236}">
                <a16:creationId xmlns:a16="http://schemas.microsoft.com/office/drawing/2014/main" id="{7B368B3B-CB9A-2B11-2C53-430B67C14E1F}"/>
              </a:ext>
            </a:extLst>
          </p:cNvPr>
          <p:cNvSpPr txBox="1"/>
          <p:nvPr userDrawn="1"/>
        </p:nvSpPr>
        <p:spPr>
          <a:xfrm>
            <a:off x="6802880" y="8287699"/>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4</a:t>
            </a:r>
          </a:p>
        </p:txBody>
      </p:sp>
      <p:cxnSp>
        <p:nvCxnSpPr>
          <p:cNvPr id="13" name="Google Shape;164;p37">
            <a:extLst>
              <a:ext uri="{FF2B5EF4-FFF2-40B4-BE49-F238E27FC236}">
                <a16:creationId xmlns:a16="http://schemas.microsoft.com/office/drawing/2014/main" id="{5991BC56-AAA0-E465-9AC1-50D541BE4CC8}"/>
              </a:ext>
            </a:extLst>
          </p:cNvPr>
          <p:cNvCxnSpPr>
            <a:cxnSpLocks/>
          </p:cNvCxnSpPr>
          <p:nvPr userDrawn="1"/>
        </p:nvCxnSpPr>
        <p:spPr>
          <a:xfrm>
            <a:off x="6802880" y="9121417"/>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4" name="Espaço Reservado para Texto 36">
            <a:extLst>
              <a:ext uri="{FF2B5EF4-FFF2-40B4-BE49-F238E27FC236}">
                <a16:creationId xmlns:a16="http://schemas.microsoft.com/office/drawing/2014/main" id="{AEE2E579-CD98-D37C-FE78-141FDCCA16E5}"/>
              </a:ext>
            </a:extLst>
          </p:cNvPr>
          <p:cNvSpPr>
            <a:spLocks noGrp="1"/>
          </p:cNvSpPr>
          <p:nvPr>
            <p:ph type="body" sz="quarter" idx="21"/>
          </p:nvPr>
        </p:nvSpPr>
        <p:spPr>
          <a:xfrm>
            <a:off x="7810500" y="914402"/>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5" name="Espaço Reservado para Texto 36">
            <a:extLst>
              <a:ext uri="{FF2B5EF4-FFF2-40B4-BE49-F238E27FC236}">
                <a16:creationId xmlns:a16="http://schemas.microsoft.com/office/drawing/2014/main" id="{E8BAC3AD-3484-8D56-B2FE-C840FDB0D3A6}"/>
              </a:ext>
            </a:extLst>
          </p:cNvPr>
          <p:cNvSpPr>
            <a:spLocks noGrp="1"/>
          </p:cNvSpPr>
          <p:nvPr>
            <p:ph type="body" sz="quarter" idx="22"/>
          </p:nvPr>
        </p:nvSpPr>
        <p:spPr>
          <a:xfrm>
            <a:off x="7810500" y="3117956"/>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6" name="Espaço Reservado para Texto 36">
            <a:extLst>
              <a:ext uri="{FF2B5EF4-FFF2-40B4-BE49-F238E27FC236}">
                <a16:creationId xmlns:a16="http://schemas.microsoft.com/office/drawing/2014/main" id="{A9EA8429-D773-7F56-9FE3-61DD76BBD127}"/>
              </a:ext>
            </a:extLst>
          </p:cNvPr>
          <p:cNvSpPr>
            <a:spLocks noGrp="1"/>
          </p:cNvSpPr>
          <p:nvPr>
            <p:ph type="body" sz="quarter" idx="23"/>
          </p:nvPr>
        </p:nvSpPr>
        <p:spPr>
          <a:xfrm>
            <a:off x="7810500" y="5306520"/>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7" name="Espaço Reservado para Texto 36">
            <a:extLst>
              <a:ext uri="{FF2B5EF4-FFF2-40B4-BE49-F238E27FC236}">
                <a16:creationId xmlns:a16="http://schemas.microsoft.com/office/drawing/2014/main" id="{57F476AA-8149-FB0D-8284-2AA34057A108}"/>
              </a:ext>
            </a:extLst>
          </p:cNvPr>
          <p:cNvSpPr>
            <a:spLocks noGrp="1"/>
          </p:cNvSpPr>
          <p:nvPr>
            <p:ph type="body" sz="quarter" idx="13"/>
          </p:nvPr>
        </p:nvSpPr>
        <p:spPr>
          <a:xfrm>
            <a:off x="7810500" y="7510074"/>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303454002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1_4. Exposição">
  <p:cSld name="1_4. Exposição">
    <p:spTree>
      <p:nvGrpSpPr>
        <p:cNvPr id="1" name="Shape 141"/>
        <p:cNvGrpSpPr/>
        <p:nvPr/>
      </p:nvGrpSpPr>
      <p:grpSpPr>
        <a:xfrm>
          <a:off x="0" y="0"/>
          <a:ext cx="0" cy="0"/>
          <a:chOff x="0" y="0"/>
          <a:chExt cx="0" cy="0"/>
        </a:xfrm>
      </p:grpSpPr>
      <p:pic>
        <p:nvPicPr>
          <p:cNvPr id="4" name="Google Shape;134;p12">
            <a:extLst>
              <a:ext uri="{FF2B5EF4-FFF2-40B4-BE49-F238E27FC236}">
                <a16:creationId xmlns:a16="http://schemas.microsoft.com/office/drawing/2014/main" id="{FBAFECC8-99B0-4DB2-0613-0EB8F8835C8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t="921" r="920"/>
          <a:stretch/>
        </p:blipFill>
        <p:spPr>
          <a:xfrm>
            <a:off x="6" y="0"/>
            <a:ext cx="18288000" cy="10286983"/>
          </a:xfrm>
          <a:prstGeom prst="rect">
            <a:avLst/>
          </a:prstGeom>
          <a:noFill/>
          <a:ln>
            <a:noFill/>
          </a:ln>
        </p:spPr>
      </p:pic>
      <p:pic>
        <p:nvPicPr>
          <p:cNvPr id="6" name="Imagem 5">
            <a:extLst>
              <a:ext uri="{FF2B5EF4-FFF2-40B4-BE49-F238E27FC236}">
                <a16:creationId xmlns:a16="http://schemas.microsoft.com/office/drawing/2014/main" id="{112AFC05-0639-6022-E982-F567A9539EE4}"/>
              </a:ext>
            </a:extLst>
          </p:cNvPr>
          <p:cNvPicPr>
            <a:picLocks/>
          </p:cNvPicPr>
          <p:nvPr userDrawn="1"/>
        </p:nvPicPr>
        <p:blipFill>
          <a:blip r:embed="rId3"/>
          <a:stretch>
            <a:fillRect/>
          </a:stretch>
        </p:blipFill>
        <p:spPr>
          <a:xfrm>
            <a:off x="7891212" y="457201"/>
            <a:ext cx="9831615" cy="8352013"/>
          </a:xfrm>
          <a:prstGeom prst="rect">
            <a:avLst/>
          </a:prstGeom>
        </p:spPr>
      </p:pic>
      <p:sp>
        <p:nvSpPr>
          <p:cNvPr id="146" name="Google Shape;146;p12"/>
          <p:cNvSpPr txBox="1">
            <a:spLocks noGrp="1"/>
          </p:cNvSpPr>
          <p:nvPr>
            <p:ph type="body" idx="1"/>
          </p:nvPr>
        </p:nvSpPr>
        <p:spPr>
          <a:xfrm>
            <a:off x="9131813" y="2067004"/>
            <a:ext cx="7607700" cy="34443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60"/>
              </a:spcBef>
              <a:spcAft>
                <a:spcPts val="0"/>
              </a:spcAft>
              <a:buClr>
                <a:schemeClr val="dk1"/>
              </a:buClr>
              <a:buSzPts val="2800"/>
              <a:buFont typeface="Poppins"/>
              <a:buNone/>
              <a:defRPr sz="28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79141327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5_OqueAprendemos" userDrawn="1">
  <p:cSld name="5_OqueAprendemos">
    <p:spTree>
      <p:nvGrpSpPr>
        <p:cNvPr id="1" name="Shape 340"/>
        <p:cNvGrpSpPr/>
        <p:nvPr/>
      </p:nvGrpSpPr>
      <p:grpSpPr>
        <a:xfrm>
          <a:off x="0" y="0"/>
          <a:ext cx="0" cy="0"/>
          <a:chOff x="0" y="0"/>
          <a:chExt cx="0" cy="0"/>
        </a:xfrm>
      </p:grpSpPr>
      <p:pic>
        <p:nvPicPr>
          <p:cNvPr id="3" name="Google Shape;324;p32">
            <a:extLst>
              <a:ext uri="{FF2B5EF4-FFF2-40B4-BE49-F238E27FC236}">
                <a16:creationId xmlns:a16="http://schemas.microsoft.com/office/drawing/2014/main" id="{3CC9B972-2FC2-310D-2E4E-FAC046494CE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5662874" cy="10286974"/>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98746" y="1042736"/>
            <a:ext cx="5734704" cy="5848915"/>
          </a:xfrm>
          <a:prstGeom prst="ellipse">
            <a:avLst/>
          </a:prstGeom>
          <a:noFill/>
          <a:ln>
            <a:noFill/>
          </a:ln>
        </p:spPr>
      </p:pic>
      <p:pic>
        <p:nvPicPr>
          <p:cNvPr id="10" name="Imagem 9">
            <a:extLst>
              <a:ext uri="{FF2B5EF4-FFF2-40B4-BE49-F238E27FC236}">
                <a16:creationId xmlns:a16="http://schemas.microsoft.com/office/drawing/2014/main" id="{5408A248-A2CC-7839-0C9C-0669873A46FB}"/>
              </a:ext>
            </a:extLst>
          </p:cNvPr>
          <p:cNvPicPr>
            <a:picLocks/>
          </p:cNvPicPr>
          <p:nvPr userDrawn="1"/>
        </p:nvPicPr>
        <p:blipFill>
          <a:blip r:embed="rId4"/>
          <a:stretch>
            <a:fillRect/>
          </a:stretch>
        </p:blipFill>
        <p:spPr>
          <a:xfrm>
            <a:off x="2815204" y="5871609"/>
            <a:ext cx="3434405" cy="2390404"/>
          </a:xfrm>
          <a:prstGeom prst="rect">
            <a:avLst/>
          </a:prstGeom>
        </p:spPr>
      </p:pic>
      <p:sp>
        <p:nvSpPr>
          <p:cNvPr id="8" name="Google Shape;353;p32">
            <a:extLst>
              <a:ext uri="{FF2B5EF4-FFF2-40B4-BE49-F238E27FC236}">
                <a16:creationId xmlns:a16="http://schemas.microsoft.com/office/drawing/2014/main" id="{5B0C2897-579F-FE65-592E-938F0D032DAB}"/>
              </a:ext>
            </a:extLst>
          </p:cNvPr>
          <p:cNvSpPr txBox="1"/>
          <p:nvPr userDrawn="1"/>
        </p:nvSpPr>
        <p:spPr>
          <a:xfrm>
            <a:off x="3068680" y="6299311"/>
            <a:ext cx="3002646"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a:ea typeface="Poppins Light"/>
                <a:cs typeface="Poppins Light"/>
                <a:sym typeface="Poppins Light"/>
              </a:rPr>
              <a:t>O que nós</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chemeClr val="lt1"/>
                </a:solidFill>
                <a:latin typeface="Poppins"/>
                <a:ea typeface="Poppins"/>
                <a:cs typeface="Poppins"/>
                <a:sym typeface="Poppins"/>
              </a:rPr>
              <a:t>aprendemos hoje?</a:t>
            </a:r>
            <a:endParaRPr lang="pt-BR" sz="3500" b="0" i="0" u="none" strike="noStrike" cap="none" noProof="0">
              <a:solidFill>
                <a:schemeClr val="lt1"/>
              </a:solidFill>
              <a:latin typeface="Poppins Light"/>
              <a:ea typeface="Poppins Light"/>
              <a:cs typeface="Poppins Light"/>
              <a:sym typeface="Poppins Light"/>
            </a:endParaRPr>
          </a:p>
        </p:txBody>
      </p:sp>
      <p:sp>
        <p:nvSpPr>
          <p:cNvPr id="4" name="Google Shape;689;p48">
            <a:extLst>
              <a:ext uri="{FF2B5EF4-FFF2-40B4-BE49-F238E27FC236}">
                <a16:creationId xmlns:a16="http://schemas.microsoft.com/office/drawing/2014/main" id="{3A19ED95-0334-F47C-AF86-3309C91852AB}"/>
              </a:ext>
            </a:extLst>
          </p:cNvPr>
          <p:cNvSpPr txBox="1">
            <a:spLocks/>
          </p:cNvSpPr>
          <p:nvPr userDrawn="1"/>
        </p:nvSpPr>
        <p:spPr>
          <a:xfrm>
            <a:off x="1377140" y="6988180"/>
            <a:ext cx="1249754" cy="238087"/>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360"/>
              </a:spcBef>
              <a:buSzPts val="1200"/>
              <a:buFont typeface="Arial" pitchFamily="34" charset="0"/>
              <a:buNone/>
            </a:pPr>
            <a:r>
              <a:rPr lang="pt-BR" sz="1200">
                <a:solidFill>
                  <a:schemeClr val="bg1"/>
                </a:solidFill>
                <a:latin typeface="Poppins Light" panose="00000400000000000000" pitchFamily="2" charset="0"/>
                <a:cs typeface="Poppins Light" panose="00000400000000000000" pitchFamily="2" charset="0"/>
              </a:rPr>
              <a:t>© Getty Images</a:t>
            </a:r>
          </a:p>
        </p:txBody>
      </p:sp>
      <p:sp>
        <p:nvSpPr>
          <p:cNvPr id="2" name="Google Shape;345;p32">
            <a:extLst>
              <a:ext uri="{FF2B5EF4-FFF2-40B4-BE49-F238E27FC236}">
                <a16:creationId xmlns:a16="http://schemas.microsoft.com/office/drawing/2014/main" id="{D958A6C2-8B71-D5A0-1C68-95723A4C4FE5}"/>
              </a:ext>
            </a:extLst>
          </p:cNvPr>
          <p:cNvSpPr txBox="1">
            <a:spLocks noGrp="1"/>
          </p:cNvSpPr>
          <p:nvPr>
            <p:ph type="body" idx="2"/>
          </p:nvPr>
        </p:nvSpPr>
        <p:spPr>
          <a:xfrm>
            <a:off x="7301898" y="2537432"/>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1" name="Google Shape;347;p32">
            <a:extLst>
              <a:ext uri="{FF2B5EF4-FFF2-40B4-BE49-F238E27FC236}">
                <a16:creationId xmlns:a16="http://schemas.microsoft.com/office/drawing/2014/main" id="{D60E57C9-84D4-8D99-0D6C-C59B32F7C630}"/>
              </a:ext>
            </a:extLst>
          </p:cNvPr>
          <p:cNvSpPr txBox="1">
            <a:spLocks noGrp="1"/>
          </p:cNvSpPr>
          <p:nvPr>
            <p:ph type="body" idx="3"/>
          </p:nvPr>
        </p:nvSpPr>
        <p:spPr>
          <a:xfrm>
            <a:off x="7301898" y="4620023"/>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4" name="Google Shape;349;p32">
            <a:extLst>
              <a:ext uri="{FF2B5EF4-FFF2-40B4-BE49-F238E27FC236}">
                <a16:creationId xmlns:a16="http://schemas.microsoft.com/office/drawing/2014/main" id="{142C7AEA-387E-A052-1D08-8A416B8497BB}"/>
              </a:ext>
            </a:extLst>
          </p:cNvPr>
          <p:cNvSpPr txBox="1">
            <a:spLocks noGrp="1"/>
          </p:cNvSpPr>
          <p:nvPr>
            <p:ph type="body" idx="4"/>
          </p:nvPr>
        </p:nvSpPr>
        <p:spPr>
          <a:xfrm>
            <a:off x="7301898" y="6736255"/>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3" name="Google Shape;233;p39">
            <a:extLst>
              <a:ext uri="{FF2B5EF4-FFF2-40B4-BE49-F238E27FC236}">
                <a16:creationId xmlns:a16="http://schemas.microsoft.com/office/drawing/2014/main" id="{23D223AE-6B47-5244-85DA-E25526DF3862}"/>
              </a:ext>
            </a:extLst>
          </p:cNvPr>
          <p:cNvSpPr txBox="1"/>
          <p:nvPr userDrawn="1"/>
        </p:nvSpPr>
        <p:spPr>
          <a:xfrm>
            <a:off x="6904767" y="2606438"/>
            <a:ext cx="331544" cy="883127"/>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4099" b="1" i="0" u="none" strike="noStrike" cap="none">
                <a:solidFill>
                  <a:schemeClr val="tx1"/>
                </a:solidFill>
                <a:latin typeface="Poppins"/>
                <a:ea typeface="Poppins"/>
                <a:cs typeface="Poppins"/>
                <a:sym typeface="Poppins"/>
              </a:rPr>
              <a:t>1</a:t>
            </a:r>
            <a:endParaRPr sz="1400" b="0" i="0" u="none" strike="noStrike" cap="none">
              <a:solidFill>
                <a:schemeClr val="tx1"/>
              </a:solidFill>
              <a:latin typeface="Arial"/>
              <a:ea typeface="Arial"/>
              <a:cs typeface="Arial"/>
              <a:sym typeface="Arial"/>
            </a:endParaRPr>
          </a:p>
        </p:txBody>
      </p:sp>
      <p:sp>
        <p:nvSpPr>
          <p:cNvPr id="16" name="Google Shape;235;p39">
            <a:extLst>
              <a:ext uri="{FF2B5EF4-FFF2-40B4-BE49-F238E27FC236}">
                <a16:creationId xmlns:a16="http://schemas.microsoft.com/office/drawing/2014/main" id="{607A1E13-022D-D9F1-086C-636AF8EAE3BA}"/>
              </a:ext>
            </a:extLst>
          </p:cNvPr>
          <p:cNvSpPr txBox="1"/>
          <p:nvPr userDrawn="1"/>
        </p:nvSpPr>
        <p:spPr>
          <a:xfrm>
            <a:off x="6862237" y="4401353"/>
            <a:ext cx="331544" cy="883127"/>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4099" b="1" i="0" u="none" strike="noStrike" cap="none">
                <a:solidFill>
                  <a:schemeClr val="tx1"/>
                </a:solidFill>
                <a:latin typeface="Poppins"/>
                <a:ea typeface="Poppins"/>
                <a:cs typeface="Poppins"/>
                <a:sym typeface="Poppins"/>
              </a:rPr>
              <a:t>2</a:t>
            </a:r>
            <a:endParaRPr sz="1400" b="0" i="0" u="none" strike="noStrike" cap="none">
              <a:solidFill>
                <a:schemeClr val="tx1"/>
              </a:solidFill>
              <a:latin typeface="Arial"/>
              <a:ea typeface="Arial"/>
              <a:cs typeface="Arial"/>
              <a:sym typeface="Arial"/>
            </a:endParaRPr>
          </a:p>
        </p:txBody>
      </p:sp>
      <p:sp>
        <p:nvSpPr>
          <p:cNvPr id="17" name="Google Shape;237;p39">
            <a:extLst>
              <a:ext uri="{FF2B5EF4-FFF2-40B4-BE49-F238E27FC236}">
                <a16:creationId xmlns:a16="http://schemas.microsoft.com/office/drawing/2014/main" id="{2E8F90B6-2731-530A-A552-FC88DAE9F7F9}"/>
              </a:ext>
            </a:extLst>
          </p:cNvPr>
          <p:cNvSpPr txBox="1"/>
          <p:nvPr userDrawn="1"/>
        </p:nvSpPr>
        <p:spPr>
          <a:xfrm>
            <a:off x="6862237" y="6196268"/>
            <a:ext cx="331544" cy="883127"/>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4099" b="1" i="0" u="none" strike="noStrike" cap="none">
                <a:solidFill>
                  <a:schemeClr val="tx1"/>
                </a:solidFill>
                <a:latin typeface="Poppins"/>
                <a:ea typeface="Poppins"/>
                <a:cs typeface="Poppins"/>
                <a:sym typeface="Poppins"/>
              </a:rPr>
              <a:t>3</a:t>
            </a:r>
            <a:endParaRPr sz="1400" b="0" i="0" u="none" strike="noStrike" cap="none">
              <a:solidFill>
                <a:schemeClr val="tx1"/>
              </a:solidFill>
              <a:latin typeface="Arial"/>
              <a:ea typeface="Arial"/>
              <a:cs typeface="Arial"/>
              <a:sym typeface="Arial"/>
            </a:endParaRPr>
          </a:p>
        </p:txBody>
      </p:sp>
      <p:sp>
        <p:nvSpPr>
          <p:cNvPr id="9" name="CaixaDeTexto 8">
            <a:extLst>
              <a:ext uri="{FF2B5EF4-FFF2-40B4-BE49-F238E27FC236}">
                <a16:creationId xmlns:a16="http://schemas.microsoft.com/office/drawing/2014/main" id="{7EBE2669-C701-CF93-6C9B-1A151924C387}"/>
              </a:ext>
            </a:extLst>
          </p:cNvPr>
          <p:cNvSpPr txBox="1"/>
          <p:nvPr userDrawn="1"/>
        </p:nvSpPr>
        <p:spPr>
          <a:xfrm>
            <a:off x="18454255" y="135774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2647481813"/>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5_OqueAprendemos" preserve="1" userDrawn="1">
  <p:cSld name="6_OqueAprendemos">
    <p:spTree>
      <p:nvGrpSpPr>
        <p:cNvPr id="1" name="Shape 340"/>
        <p:cNvGrpSpPr/>
        <p:nvPr/>
      </p:nvGrpSpPr>
      <p:grpSpPr>
        <a:xfrm>
          <a:off x="0" y="0"/>
          <a:ext cx="0" cy="0"/>
          <a:chOff x="0" y="0"/>
          <a:chExt cx="0" cy="0"/>
        </a:xfrm>
      </p:grpSpPr>
      <p:pic>
        <p:nvPicPr>
          <p:cNvPr id="3" name="Google Shape;324;p32">
            <a:extLst>
              <a:ext uri="{FF2B5EF4-FFF2-40B4-BE49-F238E27FC236}">
                <a16:creationId xmlns:a16="http://schemas.microsoft.com/office/drawing/2014/main" id="{E22AC8E9-5E0D-65AB-29C1-402DD6CDF5F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5662874" cy="10286974"/>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98746" y="1042736"/>
            <a:ext cx="5734704" cy="5848915"/>
          </a:xfrm>
          <a:prstGeom prst="ellipse">
            <a:avLst/>
          </a:prstGeom>
          <a:noFill/>
          <a:ln>
            <a:noFill/>
          </a:ln>
        </p:spPr>
      </p:pic>
      <p:pic>
        <p:nvPicPr>
          <p:cNvPr id="9" name="Imagem 8">
            <a:extLst>
              <a:ext uri="{FF2B5EF4-FFF2-40B4-BE49-F238E27FC236}">
                <a16:creationId xmlns:a16="http://schemas.microsoft.com/office/drawing/2014/main" id="{5C19A296-9135-A155-02AC-7832C9DD8468}"/>
              </a:ext>
            </a:extLst>
          </p:cNvPr>
          <p:cNvPicPr>
            <a:picLocks/>
          </p:cNvPicPr>
          <p:nvPr userDrawn="1"/>
        </p:nvPicPr>
        <p:blipFill>
          <a:blip r:embed="rId4"/>
          <a:stretch>
            <a:fillRect/>
          </a:stretch>
        </p:blipFill>
        <p:spPr>
          <a:xfrm>
            <a:off x="2815204" y="5871609"/>
            <a:ext cx="3434405" cy="2390404"/>
          </a:xfrm>
          <a:prstGeom prst="rect">
            <a:avLst/>
          </a:prstGeom>
        </p:spPr>
      </p:pic>
      <p:sp>
        <p:nvSpPr>
          <p:cNvPr id="8" name="Google Shape;353;p32">
            <a:extLst>
              <a:ext uri="{FF2B5EF4-FFF2-40B4-BE49-F238E27FC236}">
                <a16:creationId xmlns:a16="http://schemas.microsoft.com/office/drawing/2014/main" id="{5B0C2897-579F-FE65-592E-938F0D032DAB}"/>
              </a:ext>
            </a:extLst>
          </p:cNvPr>
          <p:cNvSpPr txBox="1"/>
          <p:nvPr userDrawn="1"/>
        </p:nvSpPr>
        <p:spPr>
          <a:xfrm>
            <a:off x="3068680" y="6299311"/>
            <a:ext cx="3002646"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a:ea typeface="Poppins Light"/>
                <a:cs typeface="Poppins Light"/>
                <a:sym typeface="Poppins Light"/>
              </a:rPr>
              <a:t>O que nós</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chemeClr val="lt1"/>
                </a:solidFill>
                <a:latin typeface="Poppins"/>
                <a:ea typeface="Poppins"/>
                <a:cs typeface="Poppins"/>
                <a:sym typeface="Poppins"/>
              </a:rPr>
              <a:t>aprendemos hoje?</a:t>
            </a:r>
            <a:endParaRPr lang="pt-BR" sz="3500" b="0" i="0" u="none" strike="noStrike" cap="none" noProof="0">
              <a:solidFill>
                <a:schemeClr val="lt1"/>
              </a:solidFill>
              <a:latin typeface="Poppins Light"/>
              <a:ea typeface="Poppins Light"/>
              <a:cs typeface="Poppins Light"/>
              <a:sym typeface="Poppins Light"/>
            </a:endParaRPr>
          </a:p>
        </p:txBody>
      </p:sp>
      <p:sp>
        <p:nvSpPr>
          <p:cNvPr id="4" name="Google Shape;689;p48">
            <a:extLst>
              <a:ext uri="{FF2B5EF4-FFF2-40B4-BE49-F238E27FC236}">
                <a16:creationId xmlns:a16="http://schemas.microsoft.com/office/drawing/2014/main" id="{3A19ED95-0334-F47C-AF86-3309C91852AB}"/>
              </a:ext>
            </a:extLst>
          </p:cNvPr>
          <p:cNvSpPr txBox="1">
            <a:spLocks/>
          </p:cNvSpPr>
          <p:nvPr userDrawn="1"/>
        </p:nvSpPr>
        <p:spPr>
          <a:xfrm>
            <a:off x="1377140" y="6988180"/>
            <a:ext cx="1249754" cy="238087"/>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360"/>
              </a:spcBef>
              <a:buSzPts val="1200"/>
              <a:buFont typeface="Arial" pitchFamily="34" charset="0"/>
              <a:buNone/>
            </a:pPr>
            <a:r>
              <a:rPr lang="pt-BR" sz="1200">
                <a:solidFill>
                  <a:schemeClr val="bg1"/>
                </a:solidFill>
                <a:latin typeface="Poppins Light" panose="00000400000000000000" pitchFamily="2" charset="0"/>
                <a:cs typeface="Poppins Light" panose="00000400000000000000" pitchFamily="2" charset="0"/>
              </a:rPr>
              <a:t>© Getty Images</a:t>
            </a:r>
          </a:p>
        </p:txBody>
      </p:sp>
      <p:sp>
        <p:nvSpPr>
          <p:cNvPr id="5" name="Espaço Reservado para Imagem 17">
            <a:extLst>
              <a:ext uri="{FF2B5EF4-FFF2-40B4-BE49-F238E27FC236}">
                <a16:creationId xmlns:a16="http://schemas.microsoft.com/office/drawing/2014/main" id="{625C6A0E-E0E0-2CE6-70A6-5C18B519DCF3}"/>
              </a:ext>
            </a:extLst>
          </p:cNvPr>
          <p:cNvSpPr>
            <a:spLocks noGrp="1"/>
          </p:cNvSpPr>
          <p:nvPr>
            <p:ph type="pic" sz="quarter" idx="10"/>
          </p:nvPr>
        </p:nvSpPr>
        <p:spPr>
          <a:xfrm>
            <a:off x="7302500" y="2536825"/>
            <a:ext cx="9531350" cy="6102350"/>
          </a:xfrm>
          <a:prstGeom prst="rect">
            <a:avLst/>
          </a:prstGeom>
          <a:solidFill>
            <a:schemeClr val="bg1">
              <a:lumMod val="85000"/>
            </a:schemeClr>
          </a:solidFill>
        </p:spPr>
        <p:txBody>
          <a:bodyPr/>
          <a:lstStyle>
            <a:lvl1pPr>
              <a:defRPr sz="1800" b="0" i="0">
                <a:latin typeface="Poppins" pitchFamily="2" charset="77"/>
                <a:cs typeface="Poppins" pitchFamily="2" charset="77"/>
              </a:defRPr>
            </a:lvl1pPr>
          </a:lstStyle>
          <a:p>
            <a:endParaRPr lang="pt-BR"/>
          </a:p>
        </p:txBody>
      </p:sp>
      <p:sp>
        <p:nvSpPr>
          <p:cNvPr id="12" name="Google Shape;741;p22">
            <a:extLst>
              <a:ext uri="{FF2B5EF4-FFF2-40B4-BE49-F238E27FC236}">
                <a16:creationId xmlns:a16="http://schemas.microsoft.com/office/drawing/2014/main" id="{4BD119D4-628D-2CB6-077F-AA969FD5DF91}"/>
              </a:ext>
            </a:extLst>
          </p:cNvPr>
          <p:cNvSpPr txBox="1">
            <a:spLocks/>
          </p:cNvSpPr>
          <p:nvPr userDrawn="1"/>
        </p:nvSpPr>
        <p:spPr>
          <a:xfrm>
            <a:off x="7015381" y="1101032"/>
            <a:ext cx="8160900" cy="107742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spcBef>
                <a:spcPts val="900"/>
              </a:spcBef>
              <a:buClr>
                <a:schemeClr val="dk1"/>
              </a:buClr>
              <a:buSzPts val="4500"/>
              <a:buFont typeface="Poppins"/>
              <a:buNone/>
            </a:pPr>
            <a:r>
              <a:rPr lang="pt-BR" sz="4500" b="1">
                <a:solidFill>
                  <a:srgbClr val="FF0000"/>
                </a:solidFill>
                <a:latin typeface="Poppins"/>
                <a:ea typeface="Poppins"/>
                <a:cs typeface="Poppins"/>
                <a:sym typeface="Poppins"/>
              </a:rPr>
              <a:t>Nuvem de palavras</a:t>
            </a:r>
          </a:p>
        </p:txBody>
      </p:sp>
    </p:spTree>
    <p:extLst>
      <p:ext uri="{BB962C8B-B14F-4D97-AF65-F5344CB8AC3E}">
        <p14:creationId xmlns:p14="http://schemas.microsoft.com/office/powerpoint/2010/main" val="374199958"/>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3_Atividade_Seminario" userDrawn="1">
  <p:cSld name="3_Atividade_Seminario">
    <p:spTree>
      <p:nvGrpSpPr>
        <p:cNvPr id="1" name="Shape 353"/>
        <p:cNvGrpSpPr/>
        <p:nvPr/>
      </p:nvGrpSpPr>
      <p:grpSpPr>
        <a:xfrm>
          <a:off x="0" y="0"/>
          <a:ext cx="0" cy="0"/>
          <a:chOff x="0" y="0"/>
          <a:chExt cx="0" cy="0"/>
        </a:xfrm>
      </p:grpSpPr>
      <p:pic>
        <p:nvPicPr>
          <p:cNvPr id="5" name="Google Shape;142;p13">
            <a:extLst>
              <a:ext uri="{FF2B5EF4-FFF2-40B4-BE49-F238E27FC236}">
                <a16:creationId xmlns:a16="http://schemas.microsoft.com/office/drawing/2014/main" id="{3A4E29AB-E897-54A0-EF5B-495232186FBD}"/>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8" name="Google Shape;143;p13">
            <a:extLst>
              <a:ext uri="{FF2B5EF4-FFF2-40B4-BE49-F238E27FC236}">
                <a16:creationId xmlns:a16="http://schemas.microsoft.com/office/drawing/2014/main" id="{2F8AB1D9-1F91-C301-CADC-3280526D526F}"/>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397" name="Google Shape;397;p33"/>
          <p:cNvSpPr txBox="1">
            <a:spLocks noGrp="1"/>
          </p:cNvSpPr>
          <p:nvPr>
            <p:ph type="body" idx="5"/>
          </p:nvPr>
        </p:nvSpPr>
        <p:spPr>
          <a:xfrm>
            <a:off x="2175792" y="2781300"/>
            <a:ext cx="12458810" cy="573436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0" name="Google Shape;624;p42">
            <a:extLst>
              <a:ext uri="{FF2B5EF4-FFF2-40B4-BE49-F238E27FC236}">
                <a16:creationId xmlns:a16="http://schemas.microsoft.com/office/drawing/2014/main" id="{690D8EE8-5EA4-845E-6984-D0C986969508}"/>
              </a:ext>
            </a:extLst>
          </p:cNvPr>
          <p:cNvSpPr txBox="1"/>
          <p:nvPr userDrawn="1"/>
        </p:nvSpPr>
        <p:spPr>
          <a:xfrm>
            <a:off x="2175792" y="1771334"/>
            <a:ext cx="9518400" cy="69249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4500" b="1" i="0" u="none" strike="noStrike" cap="none" noProof="0">
                <a:solidFill>
                  <a:srgbClr val="FF161F"/>
                </a:solidFill>
                <a:latin typeface="Poppins"/>
                <a:ea typeface="Poppins"/>
                <a:cs typeface="Poppins"/>
                <a:sym typeface="Poppins"/>
              </a:rPr>
              <a:t>Referências</a:t>
            </a:r>
            <a:r>
              <a:rPr lang="en-US" sz="4500" b="1" i="0" u="none" strike="noStrike" cap="none">
                <a:solidFill>
                  <a:srgbClr val="FF161F"/>
                </a:solidFill>
                <a:latin typeface="Poppins"/>
                <a:ea typeface="Poppins"/>
                <a:cs typeface="Poppins"/>
                <a:sym typeface="Poppins"/>
              </a:rPr>
              <a:t> da aula</a:t>
            </a:r>
            <a:endParaRPr sz="1400" b="0" i="0" u="none" strike="noStrike" cap="none">
              <a:solidFill>
                <a:srgbClr val="FF161F"/>
              </a:solidFill>
              <a:latin typeface="Poppins"/>
              <a:ea typeface="Poppins"/>
              <a:cs typeface="Poppins"/>
              <a:sym typeface="Poppins"/>
            </a:endParaRPr>
          </a:p>
        </p:txBody>
      </p:sp>
    </p:spTree>
    <p:extLst>
      <p:ext uri="{BB962C8B-B14F-4D97-AF65-F5344CB8AC3E}">
        <p14:creationId xmlns:p14="http://schemas.microsoft.com/office/powerpoint/2010/main" val="2066893000"/>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Título e Conteúdo" userDrawn="1">
  <p:cSld name="Título e Conteúdo">
    <p:spTree>
      <p:nvGrpSpPr>
        <p:cNvPr id="1" name="Shape 14"/>
        <p:cNvGrpSpPr/>
        <p:nvPr/>
      </p:nvGrpSpPr>
      <p:grpSpPr>
        <a:xfrm>
          <a:off x="0" y="0"/>
          <a:ext cx="0" cy="0"/>
          <a:chOff x="0" y="0"/>
          <a:chExt cx="0" cy="0"/>
        </a:xfrm>
      </p:grpSpPr>
      <p:pic>
        <p:nvPicPr>
          <p:cNvPr id="3" name="Google Shape;142;p13">
            <a:extLst>
              <a:ext uri="{FF2B5EF4-FFF2-40B4-BE49-F238E27FC236}">
                <a16:creationId xmlns:a16="http://schemas.microsoft.com/office/drawing/2014/main" id="{359867A4-3617-DD07-F640-10E96D9FCFAB}"/>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6" name="Google Shape;143;p13">
            <a:extLst>
              <a:ext uri="{FF2B5EF4-FFF2-40B4-BE49-F238E27FC236}">
                <a16:creationId xmlns:a16="http://schemas.microsoft.com/office/drawing/2014/main" id="{0EE77598-605D-4F4F-AD05-61E562D90C58}"/>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13" name="Espaço Reservado para Texto 12">
            <a:extLst>
              <a:ext uri="{FF2B5EF4-FFF2-40B4-BE49-F238E27FC236}">
                <a16:creationId xmlns:a16="http://schemas.microsoft.com/office/drawing/2014/main" id="{1C904D48-A0F9-60D5-EB49-9DF762449177}"/>
              </a:ext>
            </a:extLst>
          </p:cNvPr>
          <p:cNvSpPr>
            <a:spLocks noGrp="1"/>
          </p:cNvSpPr>
          <p:nvPr>
            <p:ph type="body" sz="quarter" idx="10"/>
          </p:nvPr>
        </p:nvSpPr>
        <p:spPr>
          <a:xfrm>
            <a:off x="4767263" y="1547813"/>
            <a:ext cx="6924675" cy="804862"/>
          </a:xfrm>
          <a:prstGeom prst="rect">
            <a:avLst/>
          </a:prstGeom>
        </p:spPr>
        <p:txBody>
          <a:bodyPr/>
          <a:lstStyle/>
          <a:p>
            <a:pPr lvl="0"/>
            <a:endParaRPr lang="pt-BR"/>
          </a:p>
        </p:txBody>
      </p:sp>
      <p:pic>
        <p:nvPicPr>
          <p:cNvPr id="7" name="Imagem 6">
            <a:extLst>
              <a:ext uri="{FF2B5EF4-FFF2-40B4-BE49-F238E27FC236}">
                <a16:creationId xmlns:a16="http://schemas.microsoft.com/office/drawing/2014/main" id="{9294DBE3-D71A-83A0-7D46-EB1504EE4070}"/>
              </a:ext>
            </a:extLst>
          </p:cNvPr>
          <p:cNvPicPr>
            <a:picLocks/>
          </p:cNvPicPr>
          <p:nvPr userDrawn="1"/>
        </p:nvPicPr>
        <p:blipFill>
          <a:blip r:embed="rId4"/>
          <a:stretch>
            <a:fillRect/>
          </a:stretch>
        </p:blipFill>
        <p:spPr>
          <a:xfrm>
            <a:off x="381601" y="327600"/>
            <a:ext cx="3434405" cy="2390404"/>
          </a:xfrm>
          <a:prstGeom prst="rect">
            <a:avLst/>
          </a:prstGeom>
        </p:spPr>
      </p:pic>
      <p:sp>
        <p:nvSpPr>
          <p:cNvPr id="5" name="Google Shape;101;p34">
            <a:extLst>
              <a:ext uri="{FF2B5EF4-FFF2-40B4-BE49-F238E27FC236}">
                <a16:creationId xmlns:a16="http://schemas.microsoft.com/office/drawing/2014/main" id="{30883E72-1482-94CD-BC51-FD8481701F4C}"/>
              </a:ext>
            </a:extLst>
          </p:cNvPr>
          <p:cNvSpPr txBox="1"/>
          <p:nvPr userDrawn="1"/>
        </p:nvSpPr>
        <p:spPr>
          <a:xfrm>
            <a:off x="743543" y="1014222"/>
            <a:ext cx="2720160"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chemeClr val="lt1"/>
                </a:solidFill>
                <a:latin typeface="Poppins Light" pitchFamily="2" charset="77"/>
                <a:ea typeface="Poppins Medium"/>
                <a:cs typeface="Poppins Light" pitchFamily="2" charset="77"/>
                <a:sym typeface="Poppins Medium"/>
              </a:rPr>
              <a:t>Construindo o</a:t>
            </a:r>
            <a:r>
              <a:rPr lang="pt-BR" sz="3500" b="0" i="0" u="none" strike="noStrike" cap="none">
                <a:solidFill>
                  <a:schemeClr val="lt1"/>
                </a:solidFill>
                <a:latin typeface="Poppins Medium"/>
                <a:ea typeface="Poppins Medium"/>
                <a:cs typeface="Poppins Medium"/>
                <a:sym typeface="Poppins Medium"/>
              </a:rPr>
              <a:t> </a:t>
            </a:r>
            <a:r>
              <a:rPr lang="pt-BR" sz="3500" b="1" i="0" u="none" strike="noStrike" cap="none">
                <a:solidFill>
                  <a:schemeClr val="lt1"/>
                </a:solidFill>
                <a:latin typeface="Poppins"/>
                <a:ea typeface="Poppins"/>
                <a:cs typeface="Poppins"/>
                <a:sym typeface="Poppins"/>
              </a:rPr>
              <a:t>conceito</a:t>
            </a:r>
            <a:endParaRPr sz="3500" b="0" i="0" u="none" strike="noStrike" cap="none">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190149035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Linha do Tempo2">
  <p:cSld name="Linha do Tempo2">
    <p:bg>
      <p:bgRef idx="1001">
        <a:schemeClr val="bg1"/>
      </p:bgRef>
    </p:bg>
    <p:spTree>
      <p:nvGrpSpPr>
        <p:cNvPr id="1" name="Shape 147"/>
        <p:cNvGrpSpPr/>
        <p:nvPr/>
      </p:nvGrpSpPr>
      <p:grpSpPr>
        <a:xfrm>
          <a:off x="0" y="0"/>
          <a:ext cx="0" cy="0"/>
          <a:chOff x="0" y="0"/>
          <a:chExt cx="0" cy="0"/>
        </a:xfrm>
      </p:grpSpPr>
      <p:pic>
        <p:nvPicPr>
          <p:cNvPr id="3" name="Google Shape;142;p13">
            <a:extLst>
              <a:ext uri="{FF2B5EF4-FFF2-40B4-BE49-F238E27FC236}">
                <a16:creationId xmlns:a16="http://schemas.microsoft.com/office/drawing/2014/main" id="{CAB41E69-DAB7-59EE-56F8-225AEC04C91C}"/>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4" name="Google Shape;143;p13">
            <a:extLst>
              <a:ext uri="{FF2B5EF4-FFF2-40B4-BE49-F238E27FC236}">
                <a16:creationId xmlns:a16="http://schemas.microsoft.com/office/drawing/2014/main" id="{DADCCEF5-E2F4-2E95-65F8-4E5CDFFDB152}"/>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cxnSp>
        <p:nvCxnSpPr>
          <p:cNvPr id="150" name="Google Shape;150;p13"/>
          <p:cNvCxnSpPr/>
          <p:nvPr/>
        </p:nvCxnSpPr>
        <p:spPr>
          <a:xfrm>
            <a:off x="2339163" y="5029878"/>
            <a:ext cx="16118958" cy="0"/>
          </a:xfrm>
          <a:prstGeom prst="straightConnector1">
            <a:avLst/>
          </a:prstGeom>
          <a:noFill/>
          <a:ln w="28575" cap="flat" cmpd="sng">
            <a:solidFill>
              <a:schemeClr val="dk1"/>
            </a:solidFill>
            <a:prstDash val="dot"/>
            <a:round/>
            <a:headEnd type="none" w="sm" len="sm"/>
            <a:tailEnd type="none" w="sm" len="sm"/>
          </a:ln>
        </p:spPr>
      </p:cxnSp>
      <p:sp>
        <p:nvSpPr>
          <p:cNvPr id="151" name="Google Shape;151;p13"/>
          <p:cNvSpPr txBox="1">
            <a:spLocks noGrp="1"/>
          </p:cNvSpPr>
          <p:nvPr>
            <p:ph type="body" idx="1"/>
          </p:nvPr>
        </p:nvSpPr>
        <p:spPr>
          <a:xfrm>
            <a:off x="4657060" y="2459528"/>
            <a:ext cx="12360300" cy="677100"/>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2200"/>
              <a:buFont typeface="Poppins"/>
              <a:buNone/>
              <a:defRPr sz="2200" i="0" u="none" strike="noStrike" cap="none">
                <a:solidFill>
                  <a:srgbClr val="000000"/>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
        <p:nvSpPr>
          <p:cNvPr id="152" name="Google Shape;152;p13"/>
          <p:cNvSpPr txBox="1">
            <a:spLocks noGrp="1"/>
          </p:cNvSpPr>
          <p:nvPr>
            <p:ph type="body" idx="2"/>
          </p:nvPr>
        </p:nvSpPr>
        <p:spPr>
          <a:xfrm>
            <a:off x="4657060" y="1635439"/>
            <a:ext cx="10760148" cy="62666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000"/>
              <a:buFont typeface="Poppins"/>
              <a:buNone/>
              <a:defRPr sz="3000" b="1" i="0" u="none" strike="noStrike" cap="none">
                <a:solidFill>
                  <a:srgbClr val="FF161F"/>
                </a:solidFill>
                <a:latin typeface="Poppins"/>
                <a:ea typeface="Poppins"/>
                <a:cs typeface="Poppins"/>
                <a:sym typeface="Poppins"/>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pic>
        <p:nvPicPr>
          <p:cNvPr id="5" name="Imagem 4">
            <a:extLst>
              <a:ext uri="{FF2B5EF4-FFF2-40B4-BE49-F238E27FC236}">
                <a16:creationId xmlns:a16="http://schemas.microsoft.com/office/drawing/2014/main" id="{961B7CFC-0E93-380B-96EB-E255E20EB61F}"/>
              </a:ext>
            </a:extLst>
          </p:cNvPr>
          <p:cNvPicPr>
            <a:picLocks/>
          </p:cNvPicPr>
          <p:nvPr userDrawn="1"/>
        </p:nvPicPr>
        <p:blipFill>
          <a:blip r:embed="rId4"/>
          <a:stretch>
            <a:fillRect/>
          </a:stretch>
        </p:blipFill>
        <p:spPr>
          <a:xfrm>
            <a:off x="734401" y="691201"/>
            <a:ext cx="3434405" cy="2390404"/>
          </a:xfrm>
          <a:prstGeom prst="rect">
            <a:avLst/>
          </a:prstGeom>
        </p:spPr>
      </p:pic>
      <p:sp>
        <p:nvSpPr>
          <p:cNvPr id="9" name="Google Shape;77;p5">
            <a:extLst>
              <a:ext uri="{FF2B5EF4-FFF2-40B4-BE49-F238E27FC236}">
                <a16:creationId xmlns:a16="http://schemas.microsoft.com/office/drawing/2014/main" id="{8E77EF51-F0A3-A6EE-B879-4E79A5FEF1F1}"/>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
        <p:nvSpPr>
          <p:cNvPr id="11" name="CaixaDeTexto 10">
            <a:extLst>
              <a:ext uri="{FF2B5EF4-FFF2-40B4-BE49-F238E27FC236}">
                <a16:creationId xmlns:a16="http://schemas.microsoft.com/office/drawing/2014/main" id="{05ABDF42-EF7F-F462-B70F-D72A8B6C45FA}"/>
              </a:ext>
            </a:extLst>
          </p:cNvPr>
          <p:cNvSpPr txBox="1"/>
          <p:nvPr userDrawn="1"/>
        </p:nvSpPr>
        <p:spPr>
          <a:xfrm>
            <a:off x="2453268" y="7471317"/>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93228603"/>
      </p:ext>
    </p:extLst>
  </p:cSld>
  <p:clrMapOvr>
    <a:overrideClrMapping bg1="lt1" tx1="dk1" bg2="lt2" tx2="dk2" accent1="accent1" accent2="accent2" accent3="accent3" accent4="accent4" accent5="accent5" accent6="accent6" hlink="hlink" folHlink="folHlink"/>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1_Linha do Tempo1" userDrawn="1">
  <p:cSld name="1_Linha do Tempo1">
    <p:bg>
      <p:bgRef idx="1001">
        <a:schemeClr val="bg1"/>
      </p:bgRef>
    </p:bg>
    <p:spTree>
      <p:nvGrpSpPr>
        <p:cNvPr id="1" name="Shape 159"/>
        <p:cNvGrpSpPr/>
        <p:nvPr/>
      </p:nvGrpSpPr>
      <p:grpSpPr>
        <a:xfrm>
          <a:off x="0" y="0"/>
          <a:ext cx="0" cy="0"/>
          <a:chOff x="0" y="0"/>
          <a:chExt cx="0" cy="0"/>
        </a:xfrm>
      </p:grpSpPr>
      <p:pic>
        <p:nvPicPr>
          <p:cNvPr id="3" name="Google Shape;142;p13">
            <a:extLst>
              <a:ext uri="{FF2B5EF4-FFF2-40B4-BE49-F238E27FC236}">
                <a16:creationId xmlns:a16="http://schemas.microsoft.com/office/drawing/2014/main" id="{BDA27A62-8885-9ABE-1F98-3623008815E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5" name="Google Shape;143;p13">
            <a:extLst>
              <a:ext uri="{FF2B5EF4-FFF2-40B4-BE49-F238E27FC236}">
                <a16:creationId xmlns:a16="http://schemas.microsoft.com/office/drawing/2014/main" id="{E3EE485A-B834-5AC3-A151-3AF3DA863E3C}"/>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cxnSp>
        <p:nvCxnSpPr>
          <p:cNvPr id="166" name="Google Shape;166;p14"/>
          <p:cNvCxnSpPr/>
          <p:nvPr/>
        </p:nvCxnSpPr>
        <p:spPr>
          <a:xfrm>
            <a:off x="2339163" y="5864062"/>
            <a:ext cx="16118958" cy="0"/>
          </a:xfrm>
          <a:prstGeom prst="straightConnector1">
            <a:avLst/>
          </a:prstGeom>
          <a:noFill/>
          <a:ln w="28575" cap="flat" cmpd="sng">
            <a:solidFill>
              <a:schemeClr val="dk1"/>
            </a:solidFill>
            <a:prstDash val="dot"/>
            <a:round/>
            <a:headEnd type="none" w="sm" len="sm"/>
            <a:tailEnd type="none" w="sm" len="sm"/>
          </a:ln>
        </p:spPr>
      </p:cxnSp>
      <p:cxnSp>
        <p:nvCxnSpPr>
          <p:cNvPr id="168" name="Google Shape;168;p14"/>
          <p:cNvCxnSpPr/>
          <p:nvPr/>
        </p:nvCxnSpPr>
        <p:spPr>
          <a:xfrm rot="10800000">
            <a:off x="1720942" y="6959175"/>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69" name="Google Shape;169;p14"/>
          <p:cNvCxnSpPr/>
          <p:nvPr/>
        </p:nvCxnSpPr>
        <p:spPr>
          <a:xfrm rot="10800000">
            <a:off x="10180948" y="6936983"/>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70" name="Google Shape;170;p14"/>
          <p:cNvCxnSpPr/>
          <p:nvPr/>
        </p:nvCxnSpPr>
        <p:spPr>
          <a:xfrm>
            <a:off x="5942249" y="2388705"/>
            <a:ext cx="0" cy="2249421"/>
          </a:xfrm>
          <a:prstGeom prst="straightConnector1">
            <a:avLst/>
          </a:prstGeom>
          <a:noFill/>
          <a:ln w="19050" cap="flat" cmpd="sng">
            <a:solidFill>
              <a:schemeClr val="dk1"/>
            </a:solidFill>
            <a:prstDash val="solid"/>
            <a:round/>
            <a:headEnd type="diamond" w="med" len="med"/>
            <a:tailEnd type="none" w="sm" len="sm"/>
          </a:ln>
        </p:spPr>
      </p:cxnSp>
      <p:cxnSp>
        <p:nvCxnSpPr>
          <p:cNvPr id="171" name="Google Shape;171;p14"/>
          <p:cNvCxnSpPr/>
          <p:nvPr/>
        </p:nvCxnSpPr>
        <p:spPr>
          <a:xfrm>
            <a:off x="14380990" y="2366559"/>
            <a:ext cx="0" cy="2249421"/>
          </a:xfrm>
          <a:prstGeom prst="straightConnector1">
            <a:avLst/>
          </a:prstGeom>
          <a:noFill/>
          <a:ln w="19050" cap="flat" cmpd="sng">
            <a:solidFill>
              <a:schemeClr val="dk1"/>
            </a:solidFill>
            <a:prstDash val="solid"/>
            <a:round/>
            <a:headEnd type="diamond" w="med" len="med"/>
            <a:tailEnd type="none" w="sm" len="sm"/>
          </a:ln>
        </p:spPr>
      </p:cxnSp>
      <p:sp>
        <p:nvSpPr>
          <p:cNvPr id="172" name="Google Shape;172;p14"/>
          <p:cNvSpPr>
            <a:spLocks noGrp="1"/>
          </p:cNvSpPr>
          <p:nvPr>
            <p:ph type="pic" idx="2"/>
          </p:nvPr>
        </p:nvSpPr>
        <p:spPr>
          <a:xfrm>
            <a:off x="1167648" y="4638675"/>
            <a:ext cx="3024187" cy="2516188"/>
          </a:xfrm>
          <a:prstGeom prst="rect">
            <a:avLst/>
          </a:prstGeom>
          <a:solidFill>
            <a:srgbClr val="D8D8D8"/>
          </a:solidFill>
          <a:ln>
            <a:noFill/>
          </a:ln>
        </p:spPr>
      </p:sp>
      <p:sp>
        <p:nvSpPr>
          <p:cNvPr id="173" name="Google Shape;173;p14"/>
          <p:cNvSpPr>
            <a:spLocks noGrp="1"/>
          </p:cNvSpPr>
          <p:nvPr>
            <p:ph type="pic" idx="3"/>
          </p:nvPr>
        </p:nvSpPr>
        <p:spPr>
          <a:xfrm>
            <a:off x="5423743" y="4638675"/>
            <a:ext cx="3024187" cy="2516188"/>
          </a:xfrm>
          <a:prstGeom prst="rect">
            <a:avLst/>
          </a:prstGeom>
          <a:solidFill>
            <a:srgbClr val="D8D8D8"/>
          </a:solidFill>
          <a:ln>
            <a:noFill/>
          </a:ln>
        </p:spPr>
      </p:sp>
      <p:sp>
        <p:nvSpPr>
          <p:cNvPr id="174" name="Google Shape;174;p14"/>
          <p:cNvSpPr>
            <a:spLocks noGrp="1"/>
          </p:cNvSpPr>
          <p:nvPr>
            <p:ph type="pic" idx="4"/>
          </p:nvPr>
        </p:nvSpPr>
        <p:spPr>
          <a:xfrm>
            <a:off x="9648405" y="4638675"/>
            <a:ext cx="3024187" cy="2516188"/>
          </a:xfrm>
          <a:prstGeom prst="rect">
            <a:avLst/>
          </a:prstGeom>
          <a:solidFill>
            <a:srgbClr val="D8D8D8"/>
          </a:solidFill>
          <a:ln>
            <a:noFill/>
          </a:ln>
        </p:spPr>
      </p:sp>
      <p:sp>
        <p:nvSpPr>
          <p:cNvPr id="175" name="Google Shape;175;p14"/>
          <p:cNvSpPr>
            <a:spLocks noGrp="1"/>
          </p:cNvSpPr>
          <p:nvPr>
            <p:ph type="pic" idx="5"/>
          </p:nvPr>
        </p:nvSpPr>
        <p:spPr>
          <a:xfrm>
            <a:off x="13904500" y="4638675"/>
            <a:ext cx="3024187" cy="2516188"/>
          </a:xfrm>
          <a:prstGeom prst="rect">
            <a:avLst/>
          </a:prstGeom>
          <a:solidFill>
            <a:srgbClr val="D8D8D8"/>
          </a:solidFill>
          <a:ln>
            <a:noFill/>
          </a:ln>
        </p:spPr>
      </p:sp>
      <p:pic>
        <p:nvPicPr>
          <p:cNvPr id="11" name="Imagem 10">
            <a:extLst>
              <a:ext uri="{FF2B5EF4-FFF2-40B4-BE49-F238E27FC236}">
                <a16:creationId xmlns:a16="http://schemas.microsoft.com/office/drawing/2014/main" id="{04DB7AC7-9DAA-BE5E-6764-FC5F2A2E2576}"/>
              </a:ext>
            </a:extLst>
          </p:cNvPr>
          <p:cNvPicPr>
            <a:picLocks/>
          </p:cNvPicPr>
          <p:nvPr userDrawn="1"/>
        </p:nvPicPr>
        <p:blipFill>
          <a:blip r:embed="rId4"/>
          <a:stretch>
            <a:fillRect/>
          </a:stretch>
        </p:blipFill>
        <p:spPr>
          <a:xfrm>
            <a:off x="734401" y="691201"/>
            <a:ext cx="3434405" cy="2390404"/>
          </a:xfrm>
          <a:prstGeom prst="rect">
            <a:avLst/>
          </a:prstGeom>
        </p:spPr>
      </p:pic>
      <p:sp>
        <p:nvSpPr>
          <p:cNvPr id="167" name="Google Shape;167;p14"/>
          <p:cNvSpPr txBox="1"/>
          <p:nvPr/>
        </p:nvSpPr>
        <p:spPr>
          <a:xfrm>
            <a:off x="1086896" y="1400003"/>
            <a:ext cx="2240915"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1" i="0" u="none" strike="noStrike" cap="none">
                <a:solidFill>
                  <a:schemeClr val="lt1"/>
                </a:solidFill>
                <a:latin typeface="Poppins"/>
                <a:ea typeface="Poppins"/>
                <a:cs typeface="Poppins"/>
                <a:sym typeface="Poppins"/>
              </a:rPr>
              <a:t>Exposição</a:t>
            </a:r>
            <a:endParaRPr sz="3000" b="0" i="0" u="none" strike="noStrike" cap="none">
              <a:solidFill>
                <a:schemeClr val="lt1"/>
              </a:solidFill>
              <a:latin typeface="Poppins Light"/>
              <a:ea typeface="Poppins Light"/>
              <a:cs typeface="Poppins Light"/>
              <a:sym typeface="Poppins Light"/>
            </a:endParaRPr>
          </a:p>
        </p:txBody>
      </p:sp>
      <p:sp>
        <p:nvSpPr>
          <p:cNvPr id="4" name="Espaço Reservado para Texto 16">
            <a:extLst>
              <a:ext uri="{FF2B5EF4-FFF2-40B4-BE49-F238E27FC236}">
                <a16:creationId xmlns:a16="http://schemas.microsoft.com/office/drawing/2014/main" id="{C618C07E-990C-6244-83E2-82CCEA46A7A7}"/>
              </a:ext>
            </a:extLst>
          </p:cNvPr>
          <p:cNvSpPr>
            <a:spLocks noGrp="1"/>
          </p:cNvSpPr>
          <p:nvPr>
            <p:ph type="body" sz="quarter" idx="10" hasCustomPrompt="1"/>
          </p:nvPr>
        </p:nvSpPr>
        <p:spPr>
          <a:xfrm>
            <a:off x="4507939" y="1437080"/>
            <a:ext cx="12420748" cy="677863"/>
          </a:xfrm>
          <a:prstGeom prst="rect">
            <a:avLst/>
          </a:prstGeo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3000" b="1" i="0" u="none" strike="noStrike" kern="0" cap="none" spc="0" normalizeH="0" baseline="0" noProof="0">
                <a:ln>
                  <a:noFill/>
                </a:ln>
                <a:solidFill>
                  <a:srgbClr val="FF0000"/>
                </a:solidFill>
                <a:effectLst/>
                <a:uLnTx/>
                <a:uFillTx/>
                <a:latin typeface="Poppins"/>
                <a:ea typeface="Poppins"/>
                <a:cs typeface="Poppins"/>
                <a:sym typeface="Poppins"/>
              </a:rPr>
              <a:t>Exemplo de linha do tempo com foto</a:t>
            </a:r>
          </a:p>
        </p:txBody>
      </p:sp>
      <p:sp>
        <p:nvSpPr>
          <p:cNvPr id="8" name="Google Shape;77;p5">
            <a:extLst>
              <a:ext uri="{FF2B5EF4-FFF2-40B4-BE49-F238E27FC236}">
                <a16:creationId xmlns:a16="http://schemas.microsoft.com/office/drawing/2014/main" id="{CD5A9689-805B-758E-F148-9C6E588745B9}"/>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2240483998"/>
      </p:ext>
    </p:extLst>
  </p:cSld>
  <p:clrMapOvr>
    <a:overrideClrMapping bg1="lt1" tx1="dk1" bg2="lt2" tx2="dk2" accent1="accent1" accent2="accent2" accent3="accent3" accent4="accent4" accent5="accent5" accent6="accent6" hlink="hlink" folHlink="folHlink"/>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1_Linha do Tempo1" preserve="1" userDrawn="1">
  <p:cSld name="3_Linha do Tempo1">
    <p:bg>
      <p:bgRef idx="1001">
        <a:schemeClr val="bg1"/>
      </p:bgRef>
    </p:bg>
    <p:spTree>
      <p:nvGrpSpPr>
        <p:cNvPr id="1" name="Shape 159"/>
        <p:cNvGrpSpPr/>
        <p:nvPr/>
      </p:nvGrpSpPr>
      <p:grpSpPr>
        <a:xfrm>
          <a:off x="0" y="0"/>
          <a:ext cx="0" cy="0"/>
          <a:chOff x="0" y="0"/>
          <a:chExt cx="0" cy="0"/>
        </a:xfrm>
      </p:grpSpPr>
      <p:pic>
        <p:nvPicPr>
          <p:cNvPr id="3" name="Google Shape;142;p13">
            <a:extLst>
              <a:ext uri="{FF2B5EF4-FFF2-40B4-BE49-F238E27FC236}">
                <a16:creationId xmlns:a16="http://schemas.microsoft.com/office/drawing/2014/main" id="{BDA27A62-8885-9ABE-1F98-3623008815E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5" name="Google Shape;143;p13">
            <a:extLst>
              <a:ext uri="{FF2B5EF4-FFF2-40B4-BE49-F238E27FC236}">
                <a16:creationId xmlns:a16="http://schemas.microsoft.com/office/drawing/2014/main" id="{E3EE485A-B834-5AC3-A151-3AF3DA863E3C}"/>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cxnSp>
        <p:nvCxnSpPr>
          <p:cNvPr id="166" name="Google Shape;166;p14"/>
          <p:cNvCxnSpPr/>
          <p:nvPr/>
        </p:nvCxnSpPr>
        <p:spPr>
          <a:xfrm>
            <a:off x="2339163" y="5864062"/>
            <a:ext cx="16118958" cy="0"/>
          </a:xfrm>
          <a:prstGeom prst="straightConnector1">
            <a:avLst/>
          </a:prstGeom>
          <a:noFill/>
          <a:ln w="28575" cap="flat" cmpd="sng">
            <a:solidFill>
              <a:schemeClr val="dk1"/>
            </a:solidFill>
            <a:prstDash val="dot"/>
            <a:round/>
            <a:headEnd type="none" w="sm" len="sm"/>
            <a:tailEnd type="none" w="sm" len="sm"/>
          </a:ln>
        </p:spPr>
      </p:cxnSp>
      <p:cxnSp>
        <p:nvCxnSpPr>
          <p:cNvPr id="168" name="Google Shape;168;p14"/>
          <p:cNvCxnSpPr/>
          <p:nvPr/>
        </p:nvCxnSpPr>
        <p:spPr>
          <a:xfrm rot="10800000">
            <a:off x="1720942" y="6959175"/>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69" name="Google Shape;169;p14"/>
          <p:cNvCxnSpPr/>
          <p:nvPr/>
        </p:nvCxnSpPr>
        <p:spPr>
          <a:xfrm rot="10800000">
            <a:off x="10180948" y="6936983"/>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70" name="Google Shape;170;p14"/>
          <p:cNvCxnSpPr/>
          <p:nvPr/>
        </p:nvCxnSpPr>
        <p:spPr>
          <a:xfrm>
            <a:off x="5942249" y="2388705"/>
            <a:ext cx="0" cy="2249421"/>
          </a:xfrm>
          <a:prstGeom prst="straightConnector1">
            <a:avLst/>
          </a:prstGeom>
          <a:noFill/>
          <a:ln w="19050" cap="flat" cmpd="sng">
            <a:solidFill>
              <a:schemeClr val="dk1"/>
            </a:solidFill>
            <a:prstDash val="solid"/>
            <a:round/>
            <a:headEnd type="diamond" w="med" len="med"/>
            <a:tailEnd type="none" w="sm" len="sm"/>
          </a:ln>
        </p:spPr>
      </p:cxnSp>
      <p:cxnSp>
        <p:nvCxnSpPr>
          <p:cNvPr id="171" name="Google Shape;171;p14"/>
          <p:cNvCxnSpPr/>
          <p:nvPr/>
        </p:nvCxnSpPr>
        <p:spPr>
          <a:xfrm>
            <a:off x="14380990" y="2366559"/>
            <a:ext cx="0" cy="2249421"/>
          </a:xfrm>
          <a:prstGeom prst="straightConnector1">
            <a:avLst/>
          </a:prstGeom>
          <a:noFill/>
          <a:ln w="19050" cap="flat" cmpd="sng">
            <a:solidFill>
              <a:schemeClr val="dk1"/>
            </a:solidFill>
            <a:prstDash val="solid"/>
            <a:round/>
            <a:headEnd type="diamond" w="med" len="med"/>
            <a:tailEnd type="none" w="sm" len="sm"/>
          </a:ln>
        </p:spPr>
      </p:cxnSp>
      <p:sp>
        <p:nvSpPr>
          <p:cNvPr id="172" name="Google Shape;172;p14"/>
          <p:cNvSpPr>
            <a:spLocks noGrp="1"/>
          </p:cNvSpPr>
          <p:nvPr>
            <p:ph type="pic" idx="2"/>
          </p:nvPr>
        </p:nvSpPr>
        <p:spPr>
          <a:xfrm>
            <a:off x="1167648" y="4638675"/>
            <a:ext cx="3024187" cy="2516188"/>
          </a:xfrm>
          <a:prstGeom prst="rect">
            <a:avLst/>
          </a:prstGeom>
          <a:solidFill>
            <a:srgbClr val="D8D8D8"/>
          </a:solidFill>
          <a:ln>
            <a:noFill/>
          </a:ln>
        </p:spPr>
      </p:sp>
      <p:sp>
        <p:nvSpPr>
          <p:cNvPr id="173" name="Google Shape;173;p14"/>
          <p:cNvSpPr>
            <a:spLocks noGrp="1"/>
          </p:cNvSpPr>
          <p:nvPr>
            <p:ph type="pic" idx="3"/>
          </p:nvPr>
        </p:nvSpPr>
        <p:spPr>
          <a:xfrm>
            <a:off x="5423743" y="4638675"/>
            <a:ext cx="3024187" cy="2516188"/>
          </a:xfrm>
          <a:prstGeom prst="rect">
            <a:avLst/>
          </a:prstGeom>
          <a:solidFill>
            <a:srgbClr val="D8D8D8"/>
          </a:solidFill>
          <a:ln>
            <a:noFill/>
          </a:ln>
        </p:spPr>
      </p:sp>
      <p:sp>
        <p:nvSpPr>
          <p:cNvPr id="174" name="Google Shape;174;p14"/>
          <p:cNvSpPr>
            <a:spLocks noGrp="1"/>
          </p:cNvSpPr>
          <p:nvPr>
            <p:ph type="pic" idx="4"/>
          </p:nvPr>
        </p:nvSpPr>
        <p:spPr>
          <a:xfrm>
            <a:off x="9648405" y="4638675"/>
            <a:ext cx="3024187" cy="2516188"/>
          </a:xfrm>
          <a:prstGeom prst="rect">
            <a:avLst/>
          </a:prstGeom>
          <a:solidFill>
            <a:srgbClr val="D8D8D8"/>
          </a:solidFill>
          <a:ln>
            <a:noFill/>
          </a:ln>
        </p:spPr>
      </p:sp>
      <p:sp>
        <p:nvSpPr>
          <p:cNvPr id="175" name="Google Shape;175;p14"/>
          <p:cNvSpPr>
            <a:spLocks noGrp="1"/>
          </p:cNvSpPr>
          <p:nvPr>
            <p:ph type="pic" idx="5"/>
          </p:nvPr>
        </p:nvSpPr>
        <p:spPr>
          <a:xfrm>
            <a:off x="13904500" y="4638675"/>
            <a:ext cx="3024187" cy="2516188"/>
          </a:xfrm>
          <a:prstGeom prst="rect">
            <a:avLst/>
          </a:prstGeom>
          <a:solidFill>
            <a:srgbClr val="D8D8D8"/>
          </a:solidFill>
          <a:ln>
            <a:noFill/>
          </a:ln>
        </p:spPr>
      </p:sp>
      <p:sp>
        <p:nvSpPr>
          <p:cNvPr id="4" name="Espaço Reservado para Texto 16">
            <a:extLst>
              <a:ext uri="{FF2B5EF4-FFF2-40B4-BE49-F238E27FC236}">
                <a16:creationId xmlns:a16="http://schemas.microsoft.com/office/drawing/2014/main" id="{C618C07E-990C-6244-83E2-82CCEA46A7A7}"/>
              </a:ext>
            </a:extLst>
          </p:cNvPr>
          <p:cNvSpPr>
            <a:spLocks noGrp="1"/>
          </p:cNvSpPr>
          <p:nvPr>
            <p:ph type="body" sz="quarter" idx="10" hasCustomPrompt="1"/>
          </p:nvPr>
        </p:nvSpPr>
        <p:spPr>
          <a:xfrm>
            <a:off x="4507939" y="1437080"/>
            <a:ext cx="12420748" cy="677863"/>
          </a:xfrm>
          <a:prstGeom prst="rect">
            <a:avLst/>
          </a:prstGeo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3000" b="1" i="0" u="none" strike="noStrike" kern="0" cap="none" spc="0" normalizeH="0" baseline="0" noProof="0">
                <a:ln>
                  <a:noFill/>
                </a:ln>
                <a:solidFill>
                  <a:srgbClr val="FF0000"/>
                </a:solidFill>
                <a:effectLst/>
                <a:uLnTx/>
                <a:uFillTx/>
                <a:latin typeface="Poppins"/>
                <a:ea typeface="Poppins"/>
                <a:cs typeface="Poppins"/>
                <a:sym typeface="Poppins"/>
              </a:rPr>
              <a:t>Exemplo de linha do tempo com foto</a:t>
            </a:r>
          </a:p>
        </p:txBody>
      </p:sp>
      <p:pic>
        <p:nvPicPr>
          <p:cNvPr id="8" name="Imagem 7">
            <a:extLst>
              <a:ext uri="{FF2B5EF4-FFF2-40B4-BE49-F238E27FC236}">
                <a16:creationId xmlns:a16="http://schemas.microsoft.com/office/drawing/2014/main" id="{BCC7698E-32E2-9377-9C6F-5779D2F9FA27}"/>
              </a:ext>
            </a:extLst>
          </p:cNvPr>
          <p:cNvPicPr>
            <a:picLocks/>
          </p:cNvPicPr>
          <p:nvPr userDrawn="1"/>
        </p:nvPicPr>
        <p:blipFill>
          <a:blip r:embed="rId4"/>
          <a:stretch>
            <a:fillRect/>
          </a:stretch>
        </p:blipFill>
        <p:spPr>
          <a:xfrm>
            <a:off x="734401" y="691201"/>
            <a:ext cx="3434405" cy="2390404"/>
          </a:xfrm>
          <a:prstGeom prst="rect">
            <a:avLst/>
          </a:prstGeom>
        </p:spPr>
      </p:pic>
      <p:sp>
        <p:nvSpPr>
          <p:cNvPr id="167" name="Google Shape;167;p14"/>
          <p:cNvSpPr txBox="1"/>
          <p:nvPr/>
        </p:nvSpPr>
        <p:spPr>
          <a:xfrm>
            <a:off x="1086896" y="1400003"/>
            <a:ext cx="2240915"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1" i="0" u="none" strike="noStrike" cap="none">
                <a:solidFill>
                  <a:schemeClr val="lt1"/>
                </a:solidFill>
                <a:latin typeface="Poppins"/>
                <a:ea typeface="Poppins"/>
                <a:cs typeface="Poppins"/>
                <a:sym typeface="Poppins"/>
              </a:rPr>
              <a:t>Exposição</a:t>
            </a:r>
            <a:endParaRPr sz="3000" b="0" i="0" u="none" strike="noStrike" cap="none">
              <a:solidFill>
                <a:schemeClr val="lt1"/>
              </a:solidFill>
              <a:latin typeface="Poppins Light"/>
              <a:ea typeface="Poppins Light"/>
              <a:cs typeface="Poppins Light"/>
              <a:sym typeface="Poppins Light"/>
            </a:endParaRPr>
          </a:p>
        </p:txBody>
      </p:sp>
      <p:sp>
        <p:nvSpPr>
          <p:cNvPr id="11" name="Google Shape;207;p37">
            <a:extLst>
              <a:ext uri="{FF2B5EF4-FFF2-40B4-BE49-F238E27FC236}">
                <a16:creationId xmlns:a16="http://schemas.microsoft.com/office/drawing/2014/main" id="{96056C75-057F-3331-363C-9CD8D2C13D50}"/>
              </a:ext>
            </a:extLst>
          </p:cNvPr>
          <p:cNvSpPr txBox="1"/>
          <p:nvPr userDrawn="1"/>
        </p:nvSpPr>
        <p:spPr>
          <a:xfrm>
            <a:off x="1132122" y="1219220"/>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2089529445"/>
      </p:ext>
    </p:extLst>
  </p:cSld>
  <p:clrMapOvr>
    <a:overrideClrMapping bg1="lt1" tx1="dk1" bg2="lt2" tx2="dk2" accent1="accent1" accent2="accent2" accent3="accent3" accent4="accent4" accent5="accent5" accent6="accent6" hlink="hlink" folHlink="folHlink"/>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1_Linha do Tempo1" preserve="1" userDrawn="1">
  <p:cSld name="3_Linha do Tempo1">
    <p:bg>
      <p:bgRef idx="1001">
        <a:schemeClr val="bg1"/>
      </p:bgRef>
    </p:bg>
    <p:spTree>
      <p:nvGrpSpPr>
        <p:cNvPr id="1" name="Shape 159"/>
        <p:cNvGrpSpPr/>
        <p:nvPr/>
      </p:nvGrpSpPr>
      <p:grpSpPr>
        <a:xfrm>
          <a:off x="0" y="0"/>
          <a:ext cx="0" cy="0"/>
          <a:chOff x="0" y="0"/>
          <a:chExt cx="0" cy="0"/>
        </a:xfrm>
      </p:grpSpPr>
      <p:pic>
        <p:nvPicPr>
          <p:cNvPr id="12" name="Google Shape;142;p13">
            <a:extLst>
              <a:ext uri="{FF2B5EF4-FFF2-40B4-BE49-F238E27FC236}">
                <a16:creationId xmlns:a16="http://schemas.microsoft.com/office/drawing/2014/main" id="{78E61B95-FA95-9482-303F-F8E9C7A0509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3" name="Google Shape;143;p13">
            <a:extLst>
              <a:ext uri="{FF2B5EF4-FFF2-40B4-BE49-F238E27FC236}">
                <a16:creationId xmlns:a16="http://schemas.microsoft.com/office/drawing/2014/main" id="{56ED5AE7-8A4A-D26D-0938-3A483027087E}"/>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cxnSp>
        <p:nvCxnSpPr>
          <p:cNvPr id="166" name="Google Shape;166;p14"/>
          <p:cNvCxnSpPr/>
          <p:nvPr/>
        </p:nvCxnSpPr>
        <p:spPr>
          <a:xfrm>
            <a:off x="1777896" y="5864062"/>
            <a:ext cx="16118958" cy="0"/>
          </a:xfrm>
          <a:prstGeom prst="straightConnector1">
            <a:avLst/>
          </a:prstGeom>
          <a:noFill/>
          <a:ln w="28575" cap="flat" cmpd="sng">
            <a:solidFill>
              <a:schemeClr val="dk1"/>
            </a:solidFill>
            <a:prstDash val="dot"/>
            <a:round/>
            <a:headEnd type="none" w="sm" len="sm"/>
            <a:tailEnd type="none" w="sm" len="sm"/>
          </a:ln>
        </p:spPr>
      </p:cxnSp>
      <p:cxnSp>
        <p:nvCxnSpPr>
          <p:cNvPr id="168" name="Google Shape;168;p14"/>
          <p:cNvCxnSpPr/>
          <p:nvPr/>
        </p:nvCxnSpPr>
        <p:spPr>
          <a:xfrm rot="10800000">
            <a:off x="930533" y="6936983"/>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69" name="Google Shape;169;p14"/>
          <p:cNvCxnSpPr/>
          <p:nvPr/>
        </p:nvCxnSpPr>
        <p:spPr>
          <a:xfrm rot="10800000">
            <a:off x="7894950" y="6936983"/>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70" name="Google Shape;170;p14"/>
          <p:cNvCxnSpPr/>
          <p:nvPr/>
        </p:nvCxnSpPr>
        <p:spPr>
          <a:xfrm>
            <a:off x="4438856" y="2388705"/>
            <a:ext cx="0" cy="2249421"/>
          </a:xfrm>
          <a:prstGeom prst="straightConnector1">
            <a:avLst/>
          </a:prstGeom>
          <a:noFill/>
          <a:ln w="19050" cap="flat" cmpd="sng">
            <a:solidFill>
              <a:schemeClr val="dk1"/>
            </a:solidFill>
            <a:prstDash val="solid"/>
            <a:round/>
            <a:headEnd type="diamond" w="med" len="med"/>
            <a:tailEnd type="none" w="sm" len="sm"/>
          </a:ln>
        </p:spPr>
      </p:cxnSp>
      <p:cxnSp>
        <p:nvCxnSpPr>
          <p:cNvPr id="171" name="Google Shape;171;p14"/>
          <p:cNvCxnSpPr/>
          <p:nvPr/>
        </p:nvCxnSpPr>
        <p:spPr>
          <a:xfrm>
            <a:off x="11383791" y="2366559"/>
            <a:ext cx="0" cy="2249421"/>
          </a:xfrm>
          <a:prstGeom prst="straightConnector1">
            <a:avLst/>
          </a:prstGeom>
          <a:noFill/>
          <a:ln w="19050" cap="flat" cmpd="sng">
            <a:solidFill>
              <a:schemeClr val="dk1"/>
            </a:solidFill>
            <a:prstDash val="solid"/>
            <a:round/>
            <a:headEnd type="diamond" w="med" len="med"/>
            <a:tailEnd type="none" w="sm" len="sm"/>
          </a:ln>
        </p:spPr>
      </p:cxnSp>
      <p:sp>
        <p:nvSpPr>
          <p:cNvPr id="172" name="Google Shape;172;p14"/>
          <p:cNvSpPr>
            <a:spLocks noGrp="1"/>
          </p:cNvSpPr>
          <p:nvPr>
            <p:ph type="pic" idx="2"/>
          </p:nvPr>
        </p:nvSpPr>
        <p:spPr>
          <a:xfrm>
            <a:off x="699925" y="4638675"/>
            <a:ext cx="2960521" cy="2516188"/>
          </a:xfrm>
          <a:prstGeom prst="rect">
            <a:avLst/>
          </a:prstGeom>
          <a:solidFill>
            <a:srgbClr val="D8D8D8"/>
          </a:solidFill>
          <a:ln>
            <a:noFill/>
          </a:ln>
        </p:spPr>
      </p:sp>
      <p:sp>
        <p:nvSpPr>
          <p:cNvPr id="173" name="Google Shape;173;p14"/>
          <p:cNvSpPr>
            <a:spLocks noGrp="1"/>
          </p:cNvSpPr>
          <p:nvPr>
            <p:ph type="pic" idx="3"/>
          </p:nvPr>
        </p:nvSpPr>
        <p:spPr>
          <a:xfrm>
            <a:off x="4154709" y="4638675"/>
            <a:ext cx="2960521" cy="2516188"/>
          </a:xfrm>
          <a:prstGeom prst="rect">
            <a:avLst/>
          </a:prstGeom>
          <a:solidFill>
            <a:srgbClr val="D8D8D8"/>
          </a:solidFill>
          <a:ln>
            <a:noFill/>
          </a:ln>
        </p:spPr>
      </p:sp>
      <p:sp>
        <p:nvSpPr>
          <p:cNvPr id="174" name="Google Shape;174;p14"/>
          <p:cNvSpPr>
            <a:spLocks noGrp="1"/>
          </p:cNvSpPr>
          <p:nvPr>
            <p:ph type="pic" idx="4"/>
          </p:nvPr>
        </p:nvSpPr>
        <p:spPr>
          <a:xfrm>
            <a:off x="7609493" y="4638675"/>
            <a:ext cx="2960521" cy="2516188"/>
          </a:xfrm>
          <a:prstGeom prst="rect">
            <a:avLst/>
          </a:prstGeom>
          <a:solidFill>
            <a:srgbClr val="D8D8D8"/>
          </a:solidFill>
          <a:ln>
            <a:noFill/>
          </a:ln>
        </p:spPr>
      </p:sp>
      <p:sp>
        <p:nvSpPr>
          <p:cNvPr id="175" name="Google Shape;175;p14"/>
          <p:cNvSpPr>
            <a:spLocks noGrp="1"/>
          </p:cNvSpPr>
          <p:nvPr>
            <p:ph type="pic" idx="5"/>
          </p:nvPr>
        </p:nvSpPr>
        <p:spPr>
          <a:xfrm>
            <a:off x="11064277" y="4638675"/>
            <a:ext cx="2960521" cy="2516188"/>
          </a:xfrm>
          <a:prstGeom prst="rect">
            <a:avLst/>
          </a:prstGeom>
          <a:solidFill>
            <a:srgbClr val="D8D8D8"/>
          </a:solidFill>
          <a:ln>
            <a:noFill/>
          </a:ln>
        </p:spPr>
      </p:sp>
      <p:pic>
        <p:nvPicPr>
          <p:cNvPr id="11" name="Imagem 10">
            <a:extLst>
              <a:ext uri="{FF2B5EF4-FFF2-40B4-BE49-F238E27FC236}">
                <a16:creationId xmlns:a16="http://schemas.microsoft.com/office/drawing/2014/main" id="{052EE3D7-BE8A-DEB2-CB42-A66399A27E97}"/>
              </a:ext>
            </a:extLst>
          </p:cNvPr>
          <p:cNvPicPr>
            <a:picLocks/>
          </p:cNvPicPr>
          <p:nvPr userDrawn="1"/>
        </p:nvPicPr>
        <p:blipFill>
          <a:blip r:embed="rId4"/>
          <a:stretch>
            <a:fillRect/>
          </a:stretch>
        </p:blipFill>
        <p:spPr>
          <a:xfrm>
            <a:off x="734401" y="691201"/>
            <a:ext cx="3434405" cy="2390404"/>
          </a:xfrm>
          <a:prstGeom prst="rect">
            <a:avLst/>
          </a:prstGeom>
        </p:spPr>
      </p:pic>
      <p:sp>
        <p:nvSpPr>
          <p:cNvPr id="167" name="Google Shape;167;p14"/>
          <p:cNvSpPr txBox="1"/>
          <p:nvPr/>
        </p:nvSpPr>
        <p:spPr>
          <a:xfrm>
            <a:off x="1086896" y="1400003"/>
            <a:ext cx="2240915"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1" i="0" u="none" strike="noStrike" cap="none">
                <a:solidFill>
                  <a:schemeClr val="lt1"/>
                </a:solidFill>
                <a:latin typeface="Poppins"/>
                <a:ea typeface="Poppins"/>
                <a:cs typeface="Poppins"/>
                <a:sym typeface="Poppins"/>
              </a:rPr>
              <a:t>Exposição</a:t>
            </a:r>
            <a:endParaRPr sz="3000" b="0" i="0" u="none" strike="noStrike" cap="none">
              <a:solidFill>
                <a:schemeClr val="lt1"/>
              </a:solidFill>
              <a:latin typeface="Poppins Light"/>
              <a:ea typeface="Poppins Light"/>
              <a:cs typeface="Poppins Light"/>
              <a:sym typeface="Poppins Light"/>
            </a:endParaRPr>
          </a:p>
        </p:txBody>
      </p:sp>
      <p:sp>
        <p:nvSpPr>
          <p:cNvPr id="4" name="Espaço Reservado para Texto 16">
            <a:extLst>
              <a:ext uri="{FF2B5EF4-FFF2-40B4-BE49-F238E27FC236}">
                <a16:creationId xmlns:a16="http://schemas.microsoft.com/office/drawing/2014/main" id="{C618C07E-990C-6244-83E2-82CCEA46A7A7}"/>
              </a:ext>
            </a:extLst>
          </p:cNvPr>
          <p:cNvSpPr>
            <a:spLocks noGrp="1"/>
          </p:cNvSpPr>
          <p:nvPr>
            <p:ph type="body" sz="quarter" idx="10" hasCustomPrompt="1"/>
          </p:nvPr>
        </p:nvSpPr>
        <p:spPr>
          <a:xfrm>
            <a:off x="4507939" y="1437080"/>
            <a:ext cx="12420748" cy="677863"/>
          </a:xfrm>
          <a:prstGeom prst="rect">
            <a:avLst/>
          </a:prstGeo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3000" b="1" i="0" u="none" strike="noStrike" kern="0" cap="none" spc="0" normalizeH="0" baseline="0" noProof="0">
                <a:ln>
                  <a:noFill/>
                </a:ln>
                <a:solidFill>
                  <a:srgbClr val="FF0000"/>
                </a:solidFill>
                <a:effectLst/>
                <a:uLnTx/>
                <a:uFillTx/>
                <a:latin typeface="Poppins"/>
                <a:ea typeface="Poppins"/>
                <a:cs typeface="Poppins"/>
                <a:sym typeface="Poppins"/>
              </a:rPr>
              <a:t>Exemplo de linha do tempo com foto</a:t>
            </a:r>
          </a:p>
        </p:txBody>
      </p:sp>
      <p:sp>
        <p:nvSpPr>
          <p:cNvPr id="8" name="Google Shape;77;p5">
            <a:extLst>
              <a:ext uri="{FF2B5EF4-FFF2-40B4-BE49-F238E27FC236}">
                <a16:creationId xmlns:a16="http://schemas.microsoft.com/office/drawing/2014/main" id="{CD5A9689-805B-758E-F148-9C6E588745B9}"/>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
        <p:nvSpPr>
          <p:cNvPr id="3" name="Google Shape;175;p14">
            <a:extLst>
              <a:ext uri="{FF2B5EF4-FFF2-40B4-BE49-F238E27FC236}">
                <a16:creationId xmlns:a16="http://schemas.microsoft.com/office/drawing/2014/main" id="{31BB5FD1-7D85-8BF7-238F-C0DC0EAC62A8}"/>
              </a:ext>
            </a:extLst>
          </p:cNvPr>
          <p:cNvSpPr>
            <a:spLocks noGrp="1"/>
          </p:cNvSpPr>
          <p:nvPr>
            <p:ph type="pic" idx="11"/>
          </p:nvPr>
        </p:nvSpPr>
        <p:spPr>
          <a:xfrm>
            <a:off x="14519061" y="4638675"/>
            <a:ext cx="2960521" cy="2516188"/>
          </a:xfrm>
          <a:prstGeom prst="rect">
            <a:avLst/>
          </a:prstGeom>
          <a:solidFill>
            <a:srgbClr val="D8D8D8"/>
          </a:solidFill>
          <a:ln>
            <a:noFill/>
          </a:ln>
        </p:spPr>
      </p:sp>
      <p:cxnSp>
        <p:nvCxnSpPr>
          <p:cNvPr id="5" name="Google Shape;169;p14">
            <a:extLst>
              <a:ext uri="{FF2B5EF4-FFF2-40B4-BE49-F238E27FC236}">
                <a16:creationId xmlns:a16="http://schemas.microsoft.com/office/drawing/2014/main" id="{2021DE16-A9E6-6366-89AC-3B893A9FD23A}"/>
              </a:ext>
            </a:extLst>
          </p:cNvPr>
          <p:cNvCxnSpPr/>
          <p:nvPr userDrawn="1"/>
        </p:nvCxnSpPr>
        <p:spPr>
          <a:xfrm rot="10800000">
            <a:off x="14803750" y="6936983"/>
            <a:ext cx="0" cy="2098562"/>
          </a:xfrm>
          <a:prstGeom prst="straightConnector1">
            <a:avLst/>
          </a:prstGeom>
          <a:noFill/>
          <a:ln w="19050" cap="flat" cmpd="sng">
            <a:solidFill>
              <a:schemeClr val="dk1"/>
            </a:solidFill>
            <a:prstDash val="solid"/>
            <a:round/>
            <a:headEnd type="diamond" w="med" len="med"/>
            <a:tailEnd type="none" w="sm" len="sm"/>
          </a:ln>
        </p:spPr>
      </p:cxnSp>
    </p:spTree>
    <p:extLst>
      <p:ext uri="{BB962C8B-B14F-4D97-AF65-F5344CB8AC3E}">
        <p14:creationId xmlns:p14="http://schemas.microsoft.com/office/powerpoint/2010/main" val="3613675915"/>
      </p:ext>
    </p:extLst>
  </p:cSld>
  <p:clrMapOvr>
    <a:overrideClrMapping bg1="lt1" tx1="dk1" bg2="lt2" tx2="dk2" accent1="accent1" accent2="accent2" accent3="accent3" accent4="accent4" accent5="accent5" accent6="accent6" hlink="hlink" folHlink="folHlink"/>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1_Linha do Tempo1" preserve="1" userDrawn="1">
  <p:cSld name="3_Linha do Tempo1">
    <p:bg>
      <p:bgRef idx="1001">
        <a:schemeClr val="bg1"/>
      </p:bgRef>
    </p:bg>
    <p:spTree>
      <p:nvGrpSpPr>
        <p:cNvPr id="1" name="Shape 159"/>
        <p:cNvGrpSpPr/>
        <p:nvPr/>
      </p:nvGrpSpPr>
      <p:grpSpPr>
        <a:xfrm>
          <a:off x="0" y="0"/>
          <a:ext cx="0" cy="0"/>
          <a:chOff x="0" y="0"/>
          <a:chExt cx="0" cy="0"/>
        </a:xfrm>
      </p:grpSpPr>
      <p:pic>
        <p:nvPicPr>
          <p:cNvPr id="12" name="Google Shape;142;p13">
            <a:extLst>
              <a:ext uri="{FF2B5EF4-FFF2-40B4-BE49-F238E27FC236}">
                <a16:creationId xmlns:a16="http://schemas.microsoft.com/office/drawing/2014/main" id="{78E61B95-FA95-9482-303F-F8E9C7A0509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3" name="Google Shape;143;p13">
            <a:extLst>
              <a:ext uri="{FF2B5EF4-FFF2-40B4-BE49-F238E27FC236}">
                <a16:creationId xmlns:a16="http://schemas.microsoft.com/office/drawing/2014/main" id="{56ED5AE7-8A4A-D26D-0938-3A483027087E}"/>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cxnSp>
        <p:nvCxnSpPr>
          <p:cNvPr id="166" name="Google Shape;166;p14"/>
          <p:cNvCxnSpPr/>
          <p:nvPr/>
        </p:nvCxnSpPr>
        <p:spPr>
          <a:xfrm>
            <a:off x="1777896" y="5864062"/>
            <a:ext cx="16118958" cy="0"/>
          </a:xfrm>
          <a:prstGeom prst="straightConnector1">
            <a:avLst/>
          </a:prstGeom>
          <a:noFill/>
          <a:ln w="28575" cap="flat" cmpd="sng">
            <a:solidFill>
              <a:schemeClr val="dk1"/>
            </a:solidFill>
            <a:prstDash val="dot"/>
            <a:round/>
            <a:headEnd type="none" w="sm" len="sm"/>
            <a:tailEnd type="none" w="sm" len="sm"/>
          </a:ln>
        </p:spPr>
      </p:cxnSp>
      <p:cxnSp>
        <p:nvCxnSpPr>
          <p:cNvPr id="168" name="Google Shape;168;p14"/>
          <p:cNvCxnSpPr/>
          <p:nvPr/>
        </p:nvCxnSpPr>
        <p:spPr>
          <a:xfrm rot="10800000">
            <a:off x="930533" y="6936983"/>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69" name="Google Shape;169;p14"/>
          <p:cNvCxnSpPr/>
          <p:nvPr/>
        </p:nvCxnSpPr>
        <p:spPr>
          <a:xfrm rot="10800000">
            <a:off x="7894950" y="6936983"/>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70" name="Google Shape;170;p14"/>
          <p:cNvCxnSpPr/>
          <p:nvPr/>
        </p:nvCxnSpPr>
        <p:spPr>
          <a:xfrm>
            <a:off x="4438856" y="2388705"/>
            <a:ext cx="0" cy="2249421"/>
          </a:xfrm>
          <a:prstGeom prst="straightConnector1">
            <a:avLst/>
          </a:prstGeom>
          <a:noFill/>
          <a:ln w="19050" cap="flat" cmpd="sng">
            <a:solidFill>
              <a:schemeClr val="dk1"/>
            </a:solidFill>
            <a:prstDash val="solid"/>
            <a:round/>
            <a:headEnd type="diamond" w="med" len="med"/>
            <a:tailEnd type="none" w="sm" len="sm"/>
          </a:ln>
        </p:spPr>
      </p:cxnSp>
      <p:cxnSp>
        <p:nvCxnSpPr>
          <p:cNvPr id="171" name="Google Shape;171;p14"/>
          <p:cNvCxnSpPr/>
          <p:nvPr/>
        </p:nvCxnSpPr>
        <p:spPr>
          <a:xfrm>
            <a:off x="11383791" y="2366559"/>
            <a:ext cx="0" cy="2249421"/>
          </a:xfrm>
          <a:prstGeom prst="straightConnector1">
            <a:avLst/>
          </a:prstGeom>
          <a:noFill/>
          <a:ln w="19050" cap="flat" cmpd="sng">
            <a:solidFill>
              <a:schemeClr val="dk1"/>
            </a:solidFill>
            <a:prstDash val="solid"/>
            <a:round/>
            <a:headEnd type="diamond" w="med" len="med"/>
            <a:tailEnd type="none" w="sm" len="sm"/>
          </a:ln>
        </p:spPr>
      </p:cxnSp>
      <p:sp>
        <p:nvSpPr>
          <p:cNvPr id="172" name="Google Shape;172;p14"/>
          <p:cNvSpPr>
            <a:spLocks noGrp="1"/>
          </p:cNvSpPr>
          <p:nvPr>
            <p:ph type="pic" idx="2"/>
          </p:nvPr>
        </p:nvSpPr>
        <p:spPr>
          <a:xfrm>
            <a:off x="699925" y="4638675"/>
            <a:ext cx="2960521" cy="2516188"/>
          </a:xfrm>
          <a:prstGeom prst="rect">
            <a:avLst/>
          </a:prstGeom>
          <a:solidFill>
            <a:srgbClr val="D8D8D8"/>
          </a:solidFill>
          <a:ln>
            <a:noFill/>
          </a:ln>
        </p:spPr>
      </p:sp>
      <p:sp>
        <p:nvSpPr>
          <p:cNvPr id="173" name="Google Shape;173;p14"/>
          <p:cNvSpPr>
            <a:spLocks noGrp="1"/>
          </p:cNvSpPr>
          <p:nvPr>
            <p:ph type="pic" idx="3"/>
          </p:nvPr>
        </p:nvSpPr>
        <p:spPr>
          <a:xfrm>
            <a:off x="4154709" y="4638675"/>
            <a:ext cx="2960521" cy="2516188"/>
          </a:xfrm>
          <a:prstGeom prst="rect">
            <a:avLst/>
          </a:prstGeom>
          <a:solidFill>
            <a:srgbClr val="D8D8D8"/>
          </a:solidFill>
          <a:ln>
            <a:noFill/>
          </a:ln>
        </p:spPr>
      </p:sp>
      <p:sp>
        <p:nvSpPr>
          <p:cNvPr id="174" name="Google Shape;174;p14"/>
          <p:cNvSpPr>
            <a:spLocks noGrp="1"/>
          </p:cNvSpPr>
          <p:nvPr>
            <p:ph type="pic" idx="4"/>
          </p:nvPr>
        </p:nvSpPr>
        <p:spPr>
          <a:xfrm>
            <a:off x="7609493" y="4638675"/>
            <a:ext cx="2960521" cy="2516188"/>
          </a:xfrm>
          <a:prstGeom prst="rect">
            <a:avLst/>
          </a:prstGeom>
          <a:solidFill>
            <a:srgbClr val="D8D8D8"/>
          </a:solidFill>
          <a:ln>
            <a:noFill/>
          </a:ln>
        </p:spPr>
      </p:sp>
      <p:sp>
        <p:nvSpPr>
          <p:cNvPr id="175" name="Google Shape;175;p14"/>
          <p:cNvSpPr>
            <a:spLocks noGrp="1"/>
          </p:cNvSpPr>
          <p:nvPr>
            <p:ph type="pic" idx="5"/>
          </p:nvPr>
        </p:nvSpPr>
        <p:spPr>
          <a:xfrm>
            <a:off x="11064277" y="4638675"/>
            <a:ext cx="2960521" cy="2516188"/>
          </a:xfrm>
          <a:prstGeom prst="rect">
            <a:avLst/>
          </a:prstGeom>
          <a:solidFill>
            <a:srgbClr val="D8D8D8"/>
          </a:solidFill>
          <a:ln>
            <a:noFill/>
          </a:ln>
        </p:spPr>
      </p:sp>
      <p:sp>
        <p:nvSpPr>
          <p:cNvPr id="4" name="Espaço Reservado para Texto 16">
            <a:extLst>
              <a:ext uri="{FF2B5EF4-FFF2-40B4-BE49-F238E27FC236}">
                <a16:creationId xmlns:a16="http://schemas.microsoft.com/office/drawing/2014/main" id="{C618C07E-990C-6244-83E2-82CCEA46A7A7}"/>
              </a:ext>
            </a:extLst>
          </p:cNvPr>
          <p:cNvSpPr>
            <a:spLocks noGrp="1"/>
          </p:cNvSpPr>
          <p:nvPr>
            <p:ph type="body" sz="quarter" idx="10" hasCustomPrompt="1"/>
          </p:nvPr>
        </p:nvSpPr>
        <p:spPr>
          <a:xfrm>
            <a:off x="4507939" y="1437080"/>
            <a:ext cx="12420748" cy="677863"/>
          </a:xfrm>
          <a:prstGeom prst="rect">
            <a:avLst/>
          </a:prstGeo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3000" b="1" i="0" u="none" strike="noStrike" kern="0" cap="none" spc="0" normalizeH="0" baseline="0" noProof="0">
                <a:ln>
                  <a:noFill/>
                </a:ln>
                <a:solidFill>
                  <a:srgbClr val="FF0000"/>
                </a:solidFill>
                <a:effectLst/>
                <a:uLnTx/>
                <a:uFillTx/>
                <a:latin typeface="Poppins"/>
                <a:ea typeface="Poppins"/>
                <a:cs typeface="Poppins"/>
                <a:sym typeface="Poppins"/>
              </a:rPr>
              <a:t>Exemplo de linha do tempo com foto</a:t>
            </a:r>
          </a:p>
        </p:txBody>
      </p:sp>
      <p:sp>
        <p:nvSpPr>
          <p:cNvPr id="3" name="Google Shape;175;p14">
            <a:extLst>
              <a:ext uri="{FF2B5EF4-FFF2-40B4-BE49-F238E27FC236}">
                <a16:creationId xmlns:a16="http://schemas.microsoft.com/office/drawing/2014/main" id="{31BB5FD1-7D85-8BF7-238F-C0DC0EAC62A8}"/>
              </a:ext>
            </a:extLst>
          </p:cNvPr>
          <p:cNvSpPr>
            <a:spLocks noGrp="1"/>
          </p:cNvSpPr>
          <p:nvPr>
            <p:ph type="pic" idx="11"/>
          </p:nvPr>
        </p:nvSpPr>
        <p:spPr>
          <a:xfrm>
            <a:off x="14519061" y="4638675"/>
            <a:ext cx="2960521" cy="2516188"/>
          </a:xfrm>
          <a:prstGeom prst="rect">
            <a:avLst/>
          </a:prstGeom>
          <a:solidFill>
            <a:srgbClr val="D8D8D8"/>
          </a:solidFill>
          <a:ln>
            <a:noFill/>
          </a:ln>
        </p:spPr>
      </p:sp>
      <p:cxnSp>
        <p:nvCxnSpPr>
          <p:cNvPr id="5" name="Google Shape;169;p14">
            <a:extLst>
              <a:ext uri="{FF2B5EF4-FFF2-40B4-BE49-F238E27FC236}">
                <a16:creationId xmlns:a16="http://schemas.microsoft.com/office/drawing/2014/main" id="{2021DE16-A9E6-6366-89AC-3B893A9FD23A}"/>
              </a:ext>
            </a:extLst>
          </p:cNvPr>
          <p:cNvCxnSpPr/>
          <p:nvPr userDrawn="1"/>
        </p:nvCxnSpPr>
        <p:spPr>
          <a:xfrm rot="10800000">
            <a:off x="14803750" y="6936983"/>
            <a:ext cx="0" cy="2098562"/>
          </a:xfrm>
          <a:prstGeom prst="straightConnector1">
            <a:avLst/>
          </a:prstGeom>
          <a:noFill/>
          <a:ln w="19050" cap="flat" cmpd="sng">
            <a:solidFill>
              <a:schemeClr val="dk1"/>
            </a:solidFill>
            <a:prstDash val="solid"/>
            <a:round/>
            <a:headEnd type="diamond" w="med" len="med"/>
            <a:tailEnd type="none" w="sm" len="sm"/>
          </a:ln>
        </p:spPr>
      </p:cxnSp>
      <p:pic>
        <p:nvPicPr>
          <p:cNvPr id="8" name="Imagem 7">
            <a:extLst>
              <a:ext uri="{FF2B5EF4-FFF2-40B4-BE49-F238E27FC236}">
                <a16:creationId xmlns:a16="http://schemas.microsoft.com/office/drawing/2014/main" id="{ACF5EC80-5346-A401-469D-B66C38DCF4B2}"/>
              </a:ext>
            </a:extLst>
          </p:cNvPr>
          <p:cNvPicPr>
            <a:picLocks/>
          </p:cNvPicPr>
          <p:nvPr userDrawn="1"/>
        </p:nvPicPr>
        <p:blipFill>
          <a:blip r:embed="rId4"/>
          <a:stretch>
            <a:fillRect/>
          </a:stretch>
        </p:blipFill>
        <p:spPr>
          <a:xfrm>
            <a:off x="734401" y="691201"/>
            <a:ext cx="3434405" cy="2390404"/>
          </a:xfrm>
          <a:prstGeom prst="rect">
            <a:avLst/>
          </a:prstGeom>
        </p:spPr>
      </p:pic>
      <p:sp>
        <p:nvSpPr>
          <p:cNvPr id="167" name="Google Shape;167;p14"/>
          <p:cNvSpPr txBox="1"/>
          <p:nvPr/>
        </p:nvSpPr>
        <p:spPr>
          <a:xfrm>
            <a:off x="1086896" y="1400003"/>
            <a:ext cx="2240915"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1" i="0" u="none" strike="noStrike" cap="none">
                <a:solidFill>
                  <a:schemeClr val="lt1"/>
                </a:solidFill>
                <a:latin typeface="Poppins"/>
                <a:ea typeface="Poppins"/>
                <a:cs typeface="Poppins"/>
                <a:sym typeface="Poppins"/>
              </a:rPr>
              <a:t>Exposição</a:t>
            </a:r>
            <a:endParaRPr sz="3000" b="0" i="0" u="none" strike="noStrike" cap="none">
              <a:solidFill>
                <a:schemeClr val="lt1"/>
              </a:solidFill>
              <a:latin typeface="Poppins Light"/>
              <a:ea typeface="Poppins Light"/>
              <a:cs typeface="Poppins Light"/>
              <a:sym typeface="Poppins Light"/>
            </a:endParaRPr>
          </a:p>
        </p:txBody>
      </p:sp>
      <p:sp>
        <p:nvSpPr>
          <p:cNvPr id="11" name="Google Shape;207;p37">
            <a:extLst>
              <a:ext uri="{FF2B5EF4-FFF2-40B4-BE49-F238E27FC236}">
                <a16:creationId xmlns:a16="http://schemas.microsoft.com/office/drawing/2014/main" id="{4FBE2CC2-BB31-20B5-5261-148281F6DA0F}"/>
              </a:ext>
            </a:extLst>
          </p:cNvPr>
          <p:cNvSpPr txBox="1"/>
          <p:nvPr userDrawn="1"/>
        </p:nvSpPr>
        <p:spPr>
          <a:xfrm>
            <a:off x="1132122" y="1219220"/>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314702885"/>
      </p:ext>
    </p:extLst>
  </p:cSld>
  <p:clrMapOvr>
    <a:overrideClrMapping bg1="lt1" tx1="dk1" bg2="lt2" tx2="dk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1_Linha do Tempo1" preserve="1" userDrawn="1">
  <p:cSld name="3_Linha do Tempo1">
    <p:bg>
      <p:bgRef idx="1001">
        <a:schemeClr val="bg1"/>
      </p:bgRef>
    </p:bg>
    <p:spTree>
      <p:nvGrpSpPr>
        <p:cNvPr id="1" name="Shape 159"/>
        <p:cNvGrpSpPr/>
        <p:nvPr/>
      </p:nvGrpSpPr>
      <p:grpSpPr>
        <a:xfrm>
          <a:off x="0" y="0"/>
          <a:ext cx="0" cy="0"/>
          <a:chOff x="0" y="0"/>
          <a:chExt cx="0" cy="0"/>
        </a:xfrm>
      </p:grpSpPr>
      <p:pic>
        <p:nvPicPr>
          <p:cNvPr id="4" name="Google Shape;142;p13">
            <a:extLst>
              <a:ext uri="{FF2B5EF4-FFF2-40B4-BE49-F238E27FC236}">
                <a16:creationId xmlns:a16="http://schemas.microsoft.com/office/drawing/2014/main" id="{55594D94-EA93-240A-5848-0F4C472AAAF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6" name="Google Shape;143;p13">
            <a:extLst>
              <a:ext uri="{FF2B5EF4-FFF2-40B4-BE49-F238E27FC236}">
                <a16:creationId xmlns:a16="http://schemas.microsoft.com/office/drawing/2014/main" id="{503005C4-694D-DCF7-F54E-77C762AA3BA2}"/>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172" name="Google Shape;172;p14"/>
          <p:cNvSpPr>
            <a:spLocks noGrp="1"/>
          </p:cNvSpPr>
          <p:nvPr>
            <p:ph type="pic" idx="2"/>
          </p:nvPr>
        </p:nvSpPr>
        <p:spPr>
          <a:xfrm>
            <a:off x="4691715" y="1626877"/>
            <a:ext cx="3722376" cy="2617180"/>
          </a:xfrm>
          <a:prstGeom prst="rect">
            <a:avLst/>
          </a:prstGeom>
          <a:solidFill>
            <a:srgbClr val="D8D8D8"/>
          </a:solidFill>
          <a:ln>
            <a:noFill/>
          </a:ln>
        </p:spPr>
      </p:sp>
      <p:sp>
        <p:nvSpPr>
          <p:cNvPr id="173" name="Google Shape;173;p14"/>
          <p:cNvSpPr>
            <a:spLocks noGrp="1"/>
          </p:cNvSpPr>
          <p:nvPr>
            <p:ph type="pic" idx="3"/>
          </p:nvPr>
        </p:nvSpPr>
        <p:spPr>
          <a:xfrm>
            <a:off x="4691715" y="5755897"/>
            <a:ext cx="3722376" cy="2617180"/>
          </a:xfrm>
          <a:prstGeom prst="rect">
            <a:avLst/>
          </a:prstGeom>
          <a:solidFill>
            <a:srgbClr val="D8D8D8"/>
          </a:solidFill>
          <a:ln>
            <a:noFill/>
          </a:ln>
        </p:spPr>
      </p:sp>
      <p:sp>
        <p:nvSpPr>
          <p:cNvPr id="174" name="Google Shape;174;p14"/>
          <p:cNvSpPr>
            <a:spLocks noGrp="1"/>
          </p:cNvSpPr>
          <p:nvPr>
            <p:ph type="pic" idx="4"/>
          </p:nvPr>
        </p:nvSpPr>
        <p:spPr>
          <a:xfrm>
            <a:off x="13139294" y="5755897"/>
            <a:ext cx="3722376" cy="2617180"/>
          </a:xfrm>
          <a:prstGeom prst="rect">
            <a:avLst/>
          </a:prstGeom>
          <a:solidFill>
            <a:srgbClr val="D8D8D8"/>
          </a:solidFill>
          <a:ln>
            <a:noFill/>
          </a:ln>
        </p:spPr>
      </p:sp>
      <p:sp>
        <p:nvSpPr>
          <p:cNvPr id="175" name="Google Shape;175;p14"/>
          <p:cNvSpPr>
            <a:spLocks noGrp="1"/>
          </p:cNvSpPr>
          <p:nvPr>
            <p:ph type="pic" idx="5"/>
          </p:nvPr>
        </p:nvSpPr>
        <p:spPr>
          <a:xfrm>
            <a:off x="13139293" y="1626877"/>
            <a:ext cx="3722376" cy="2617180"/>
          </a:xfrm>
          <a:prstGeom prst="rect">
            <a:avLst/>
          </a:prstGeom>
          <a:solidFill>
            <a:srgbClr val="D8D8D8"/>
          </a:solidFill>
          <a:ln>
            <a:noFill/>
          </a:ln>
        </p:spPr>
      </p:sp>
      <p:pic>
        <p:nvPicPr>
          <p:cNvPr id="11" name="Imagem 10">
            <a:extLst>
              <a:ext uri="{FF2B5EF4-FFF2-40B4-BE49-F238E27FC236}">
                <a16:creationId xmlns:a16="http://schemas.microsoft.com/office/drawing/2014/main" id="{459D7276-AEC3-E415-B4B3-C7ABFF744E81}"/>
              </a:ext>
            </a:extLst>
          </p:cNvPr>
          <p:cNvPicPr>
            <a:picLocks/>
          </p:cNvPicPr>
          <p:nvPr userDrawn="1"/>
        </p:nvPicPr>
        <p:blipFill>
          <a:blip r:embed="rId4"/>
          <a:stretch>
            <a:fillRect/>
          </a:stretch>
        </p:blipFill>
        <p:spPr>
          <a:xfrm>
            <a:off x="734401" y="691201"/>
            <a:ext cx="3434405" cy="2390404"/>
          </a:xfrm>
          <a:prstGeom prst="rect">
            <a:avLst/>
          </a:prstGeom>
        </p:spPr>
      </p:pic>
      <p:sp>
        <p:nvSpPr>
          <p:cNvPr id="167" name="Google Shape;167;p14"/>
          <p:cNvSpPr txBox="1"/>
          <p:nvPr/>
        </p:nvSpPr>
        <p:spPr>
          <a:xfrm>
            <a:off x="1086896" y="1400003"/>
            <a:ext cx="2240915"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1" i="0" u="none" strike="noStrike" cap="none">
                <a:solidFill>
                  <a:schemeClr val="lt1"/>
                </a:solidFill>
                <a:latin typeface="Poppins"/>
                <a:ea typeface="Poppins"/>
                <a:cs typeface="Poppins"/>
                <a:sym typeface="Poppins"/>
              </a:rPr>
              <a:t>Exposição</a:t>
            </a:r>
            <a:endParaRPr sz="3000" b="0" i="0" u="none" strike="noStrike" cap="none">
              <a:solidFill>
                <a:schemeClr val="lt1"/>
              </a:solidFill>
              <a:latin typeface="Poppins Light"/>
              <a:ea typeface="Poppins Light"/>
              <a:cs typeface="Poppins Light"/>
              <a:sym typeface="Poppins Light"/>
            </a:endParaRPr>
          </a:p>
        </p:txBody>
      </p:sp>
      <p:sp>
        <p:nvSpPr>
          <p:cNvPr id="8" name="Google Shape;77;p5">
            <a:extLst>
              <a:ext uri="{FF2B5EF4-FFF2-40B4-BE49-F238E27FC236}">
                <a16:creationId xmlns:a16="http://schemas.microsoft.com/office/drawing/2014/main" id="{CD5A9689-805B-758E-F148-9C6E588745B9}"/>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
        <p:nvSpPr>
          <p:cNvPr id="3" name="Google Shape;175;p14">
            <a:extLst>
              <a:ext uri="{FF2B5EF4-FFF2-40B4-BE49-F238E27FC236}">
                <a16:creationId xmlns:a16="http://schemas.microsoft.com/office/drawing/2014/main" id="{56C71D41-77D9-DF79-58BE-9365F966EF69}"/>
              </a:ext>
            </a:extLst>
          </p:cNvPr>
          <p:cNvSpPr>
            <a:spLocks noGrp="1"/>
          </p:cNvSpPr>
          <p:nvPr>
            <p:ph type="pic" idx="10"/>
          </p:nvPr>
        </p:nvSpPr>
        <p:spPr>
          <a:xfrm>
            <a:off x="8915504" y="3954441"/>
            <a:ext cx="3722376" cy="2617180"/>
          </a:xfrm>
          <a:prstGeom prst="rect">
            <a:avLst/>
          </a:prstGeom>
          <a:solidFill>
            <a:srgbClr val="D8D8D8"/>
          </a:solidFill>
          <a:ln>
            <a:noFill/>
          </a:ln>
        </p:spPr>
      </p:sp>
      <p:sp>
        <p:nvSpPr>
          <p:cNvPr id="5" name="Google Shape;461;p35">
            <a:extLst>
              <a:ext uri="{FF2B5EF4-FFF2-40B4-BE49-F238E27FC236}">
                <a16:creationId xmlns:a16="http://schemas.microsoft.com/office/drawing/2014/main" id="{33D0D6C5-8715-0F40-FA0E-D48893B501E0}"/>
              </a:ext>
            </a:extLst>
          </p:cNvPr>
          <p:cNvSpPr txBox="1">
            <a:spLocks noGrp="1"/>
          </p:cNvSpPr>
          <p:nvPr>
            <p:ph type="body" idx="1"/>
          </p:nvPr>
        </p:nvSpPr>
        <p:spPr>
          <a:xfrm>
            <a:off x="4691715" y="436241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2" name="Google Shape;461;p35">
            <a:extLst>
              <a:ext uri="{FF2B5EF4-FFF2-40B4-BE49-F238E27FC236}">
                <a16:creationId xmlns:a16="http://schemas.microsoft.com/office/drawing/2014/main" id="{942739D9-B2BA-79B7-5ED1-B62B55D3F5ED}"/>
              </a:ext>
            </a:extLst>
          </p:cNvPr>
          <p:cNvSpPr txBox="1">
            <a:spLocks noGrp="1"/>
          </p:cNvSpPr>
          <p:nvPr>
            <p:ph type="body" idx="11"/>
          </p:nvPr>
        </p:nvSpPr>
        <p:spPr>
          <a:xfrm>
            <a:off x="4691715" y="848544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3" name="Google Shape;461;p35">
            <a:extLst>
              <a:ext uri="{FF2B5EF4-FFF2-40B4-BE49-F238E27FC236}">
                <a16:creationId xmlns:a16="http://schemas.microsoft.com/office/drawing/2014/main" id="{EE04D1B5-9360-A915-C219-497C2ACFCD81}"/>
              </a:ext>
            </a:extLst>
          </p:cNvPr>
          <p:cNvSpPr txBox="1">
            <a:spLocks noGrp="1"/>
          </p:cNvSpPr>
          <p:nvPr>
            <p:ph type="body" idx="12"/>
          </p:nvPr>
        </p:nvSpPr>
        <p:spPr>
          <a:xfrm>
            <a:off x="13141449" y="436241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4" name="Google Shape;461;p35">
            <a:extLst>
              <a:ext uri="{FF2B5EF4-FFF2-40B4-BE49-F238E27FC236}">
                <a16:creationId xmlns:a16="http://schemas.microsoft.com/office/drawing/2014/main" id="{7394943A-CEBB-AB48-ECBE-BBC2776C35A1}"/>
              </a:ext>
            </a:extLst>
          </p:cNvPr>
          <p:cNvSpPr txBox="1">
            <a:spLocks noGrp="1"/>
          </p:cNvSpPr>
          <p:nvPr>
            <p:ph type="body" idx="13"/>
          </p:nvPr>
        </p:nvSpPr>
        <p:spPr>
          <a:xfrm>
            <a:off x="13141449" y="848544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5" name="Google Shape;461;p35">
            <a:extLst>
              <a:ext uri="{FF2B5EF4-FFF2-40B4-BE49-F238E27FC236}">
                <a16:creationId xmlns:a16="http://schemas.microsoft.com/office/drawing/2014/main" id="{114A61D5-AD8F-FCAE-D28D-A4A6D7992919}"/>
              </a:ext>
            </a:extLst>
          </p:cNvPr>
          <p:cNvSpPr txBox="1">
            <a:spLocks noGrp="1"/>
          </p:cNvSpPr>
          <p:nvPr>
            <p:ph type="body" idx="14"/>
          </p:nvPr>
        </p:nvSpPr>
        <p:spPr>
          <a:xfrm>
            <a:off x="8925049" y="6665345"/>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3179376334"/>
      </p:ext>
    </p:extLst>
  </p:cSld>
  <p:clrMapOvr>
    <a:overrideClrMapping bg1="lt1" tx1="dk1" bg2="lt2" tx2="dk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3_1. Desenvolvimento" userDrawn="1">
  <p:cSld name="3_1. Desenvolvimento">
    <p:spTree>
      <p:nvGrpSpPr>
        <p:cNvPr id="1" name="Shape 195"/>
        <p:cNvGrpSpPr/>
        <p:nvPr/>
      </p:nvGrpSpPr>
      <p:grpSpPr>
        <a:xfrm>
          <a:off x="0" y="0"/>
          <a:ext cx="0" cy="0"/>
          <a:chOff x="0" y="0"/>
          <a:chExt cx="0" cy="0"/>
        </a:xfrm>
      </p:grpSpPr>
      <p:pic>
        <p:nvPicPr>
          <p:cNvPr id="3" name="Google Shape;142;p13">
            <a:extLst>
              <a:ext uri="{FF2B5EF4-FFF2-40B4-BE49-F238E27FC236}">
                <a16:creationId xmlns:a16="http://schemas.microsoft.com/office/drawing/2014/main" id="{EDDE0D24-6F72-ED8F-D098-9A7A364937BB}"/>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5" name="Google Shape;143;p13">
            <a:extLst>
              <a:ext uri="{FF2B5EF4-FFF2-40B4-BE49-F238E27FC236}">
                <a16:creationId xmlns:a16="http://schemas.microsoft.com/office/drawing/2014/main" id="{271A2A05-3AB8-D3EB-E40A-669ADDA9E085}"/>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pic>
        <p:nvPicPr>
          <p:cNvPr id="10" name="Imagem 9">
            <a:extLst>
              <a:ext uri="{FF2B5EF4-FFF2-40B4-BE49-F238E27FC236}">
                <a16:creationId xmlns:a16="http://schemas.microsoft.com/office/drawing/2014/main" id="{18E5A2BE-7290-D6DB-CACE-66B9C0A67281}"/>
              </a:ext>
            </a:extLst>
          </p:cNvPr>
          <p:cNvPicPr>
            <a:picLocks/>
          </p:cNvPicPr>
          <p:nvPr userDrawn="1"/>
        </p:nvPicPr>
        <p:blipFill>
          <a:blip r:embed="rId4"/>
          <a:stretch>
            <a:fillRect/>
          </a:stretch>
        </p:blipFill>
        <p:spPr>
          <a:xfrm>
            <a:off x="734401" y="691201"/>
            <a:ext cx="3434405" cy="2390404"/>
          </a:xfrm>
          <a:prstGeom prst="rect">
            <a:avLst/>
          </a:prstGeom>
        </p:spPr>
      </p:pic>
      <p:sp>
        <p:nvSpPr>
          <p:cNvPr id="7" name="Google Shape;77;p5">
            <a:extLst>
              <a:ext uri="{FF2B5EF4-FFF2-40B4-BE49-F238E27FC236}">
                <a16:creationId xmlns:a16="http://schemas.microsoft.com/office/drawing/2014/main" id="{2B79BA45-24C9-DE0A-CD79-49D567C0BB92}"/>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
        <p:nvSpPr>
          <p:cNvPr id="25" name="CaixaDeTexto 24">
            <a:extLst>
              <a:ext uri="{FF2B5EF4-FFF2-40B4-BE49-F238E27FC236}">
                <a16:creationId xmlns:a16="http://schemas.microsoft.com/office/drawing/2014/main" id="{35147A39-4A06-944D-FF7F-A1004ED45E4E}"/>
              </a:ext>
            </a:extLst>
          </p:cNvPr>
          <p:cNvSpPr txBox="1"/>
          <p:nvPr userDrawn="1"/>
        </p:nvSpPr>
        <p:spPr>
          <a:xfrm>
            <a:off x="8343900" y="3543300"/>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1302069575"/>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Quadro">
  <p:cSld name="Quadro">
    <p:spTree>
      <p:nvGrpSpPr>
        <p:cNvPr id="1" name="Shape 206"/>
        <p:cNvGrpSpPr/>
        <p:nvPr/>
      </p:nvGrpSpPr>
      <p:grpSpPr>
        <a:xfrm>
          <a:off x="0" y="0"/>
          <a:ext cx="0" cy="0"/>
          <a:chOff x="0" y="0"/>
          <a:chExt cx="0" cy="0"/>
        </a:xfrm>
      </p:grpSpPr>
      <p:pic>
        <p:nvPicPr>
          <p:cNvPr id="2" name="Google Shape;190;p17">
            <a:extLst>
              <a:ext uri="{FF2B5EF4-FFF2-40B4-BE49-F238E27FC236}">
                <a16:creationId xmlns:a16="http://schemas.microsoft.com/office/drawing/2014/main" id="{22D0C748-23B6-63EE-BC45-EBAEE8CDB34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sp>
        <p:nvSpPr>
          <p:cNvPr id="208" name="Google Shape;208;p17"/>
          <p:cNvSpPr txBox="1">
            <a:spLocks noGrp="1"/>
          </p:cNvSpPr>
          <p:nvPr>
            <p:ph type="body" idx="1"/>
          </p:nvPr>
        </p:nvSpPr>
        <p:spPr>
          <a:xfrm>
            <a:off x="750438" y="4647995"/>
            <a:ext cx="3901773" cy="1955281"/>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500"/>
              <a:buFont typeface="Poppins"/>
              <a:buNone/>
              <a:defRPr sz="3500"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pic>
        <p:nvPicPr>
          <p:cNvPr id="4" name="Imagem 3">
            <a:extLst>
              <a:ext uri="{FF2B5EF4-FFF2-40B4-BE49-F238E27FC236}">
                <a16:creationId xmlns:a16="http://schemas.microsoft.com/office/drawing/2014/main" id="{A7C94CBB-73C9-FD9B-AFD7-864E8D8FF1ED}"/>
              </a:ext>
            </a:extLst>
          </p:cNvPr>
          <p:cNvPicPr>
            <a:picLocks/>
          </p:cNvPicPr>
          <p:nvPr userDrawn="1"/>
        </p:nvPicPr>
        <p:blipFill>
          <a:blip r:embed="rId3"/>
          <a:stretch>
            <a:fillRect/>
          </a:stretch>
        </p:blipFill>
        <p:spPr>
          <a:xfrm>
            <a:off x="734401" y="691201"/>
            <a:ext cx="3434405" cy="2390404"/>
          </a:xfrm>
          <a:prstGeom prst="rect">
            <a:avLst/>
          </a:prstGeom>
        </p:spPr>
      </p:pic>
      <p:sp>
        <p:nvSpPr>
          <p:cNvPr id="9" name="Google Shape;77;p5">
            <a:extLst>
              <a:ext uri="{FF2B5EF4-FFF2-40B4-BE49-F238E27FC236}">
                <a16:creationId xmlns:a16="http://schemas.microsoft.com/office/drawing/2014/main" id="{2C7D0479-10AD-19EA-7C4E-0DDD170ABF02}"/>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396136806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Quadro" preserve="1">
  <p:cSld name="1_Quadro">
    <p:spTree>
      <p:nvGrpSpPr>
        <p:cNvPr id="1" name="Shape 206"/>
        <p:cNvGrpSpPr/>
        <p:nvPr/>
      </p:nvGrpSpPr>
      <p:grpSpPr>
        <a:xfrm>
          <a:off x="0" y="0"/>
          <a:ext cx="0" cy="0"/>
          <a:chOff x="0" y="0"/>
          <a:chExt cx="0" cy="0"/>
        </a:xfrm>
      </p:grpSpPr>
      <p:pic>
        <p:nvPicPr>
          <p:cNvPr id="2" name="Google Shape;190;p17">
            <a:extLst>
              <a:ext uri="{FF2B5EF4-FFF2-40B4-BE49-F238E27FC236}">
                <a16:creationId xmlns:a16="http://schemas.microsoft.com/office/drawing/2014/main" id="{22D0C748-23B6-63EE-BC45-EBAEE8CDB34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sp>
        <p:nvSpPr>
          <p:cNvPr id="208" name="Google Shape;208;p17"/>
          <p:cNvSpPr txBox="1">
            <a:spLocks noGrp="1"/>
          </p:cNvSpPr>
          <p:nvPr>
            <p:ph type="body" idx="1"/>
          </p:nvPr>
        </p:nvSpPr>
        <p:spPr>
          <a:xfrm>
            <a:off x="750438" y="4647995"/>
            <a:ext cx="3413683" cy="1955281"/>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rgbClr val="000000"/>
              </a:buClr>
              <a:buSzPts val="3500"/>
              <a:buFont typeface="Poppins"/>
              <a:buNone/>
              <a:defRPr sz="3500"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pic>
        <p:nvPicPr>
          <p:cNvPr id="9" name="Imagem 8">
            <a:extLst>
              <a:ext uri="{FF2B5EF4-FFF2-40B4-BE49-F238E27FC236}">
                <a16:creationId xmlns:a16="http://schemas.microsoft.com/office/drawing/2014/main" id="{2F7B69D5-4AC5-D9F2-9AEB-A5A739DFF6C6}"/>
              </a:ext>
            </a:extLst>
          </p:cNvPr>
          <p:cNvPicPr>
            <a:picLocks/>
          </p:cNvPicPr>
          <p:nvPr userDrawn="1"/>
        </p:nvPicPr>
        <p:blipFill>
          <a:blip r:embed="rId3"/>
          <a:stretch>
            <a:fillRect/>
          </a:stretch>
        </p:blipFill>
        <p:spPr>
          <a:xfrm>
            <a:off x="734401" y="691201"/>
            <a:ext cx="3434405" cy="2390404"/>
          </a:xfrm>
          <a:prstGeom prst="rect">
            <a:avLst/>
          </a:prstGeom>
        </p:spPr>
      </p:pic>
      <p:sp>
        <p:nvSpPr>
          <p:cNvPr id="4" name="Google Shape;207;p37">
            <a:extLst>
              <a:ext uri="{FF2B5EF4-FFF2-40B4-BE49-F238E27FC236}">
                <a16:creationId xmlns:a16="http://schemas.microsoft.com/office/drawing/2014/main" id="{BC13BD98-3E55-0CFA-A7AD-F32480E37167}"/>
              </a:ext>
            </a:extLst>
          </p:cNvPr>
          <p:cNvSpPr txBox="1"/>
          <p:nvPr userDrawn="1"/>
        </p:nvSpPr>
        <p:spPr>
          <a:xfrm>
            <a:off x="1132122" y="1219220"/>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30639529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Título e Conteúdo" userDrawn="1">
  <p:cSld name="1_Título e Conteúdo">
    <p:spTree>
      <p:nvGrpSpPr>
        <p:cNvPr id="1" name="Shape 14"/>
        <p:cNvGrpSpPr/>
        <p:nvPr/>
      </p:nvGrpSpPr>
      <p:grpSpPr>
        <a:xfrm>
          <a:off x="0" y="0"/>
          <a:ext cx="0" cy="0"/>
          <a:chOff x="0" y="0"/>
          <a:chExt cx="0" cy="0"/>
        </a:xfrm>
      </p:grpSpPr>
      <p:pic>
        <p:nvPicPr>
          <p:cNvPr id="3" name="Google Shape;142;p13">
            <a:extLst>
              <a:ext uri="{FF2B5EF4-FFF2-40B4-BE49-F238E27FC236}">
                <a16:creationId xmlns:a16="http://schemas.microsoft.com/office/drawing/2014/main" id="{DD2F7BF2-D03E-FEFD-CB73-1F077ED2D66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9" name="Google Shape;143;p13">
            <a:extLst>
              <a:ext uri="{FF2B5EF4-FFF2-40B4-BE49-F238E27FC236}">
                <a16:creationId xmlns:a16="http://schemas.microsoft.com/office/drawing/2014/main" id="{E14695AE-3E90-6AC0-F1C4-C2AD7E692595}"/>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14" name="Espaço Reservado para Texto 13">
            <a:extLst>
              <a:ext uri="{FF2B5EF4-FFF2-40B4-BE49-F238E27FC236}">
                <a16:creationId xmlns:a16="http://schemas.microsoft.com/office/drawing/2014/main" id="{E7E6A8B7-E0DB-1297-5803-801B69FAC7D8}"/>
              </a:ext>
            </a:extLst>
          </p:cNvPr>
          <p:cNvSpPr>
            <a:spLocks noGrp="1"/>
          </p:cNvSpPr>
          <p:nvPr>
            <p:ph type="body" sz="quarter" idx="10"/>
          </p:nvPr>
        </p:nvSpPr>
        <p:spPr>
          <a:xfrm>
            <a:off x="4745038" y="1535113"/>
            <a:ext cx="7332662" cy="1622425"/>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15" name="Espaço Reservado para Texto 13">
            <a:extLst>
              <a:ext uri="{FF2B5EF4-FFF2-40B4-BE49-F238E27FC236}">
                <a16:creationId xmlns:a16="http://schemas.microsoft.com/office/drawing/2014/main" id="{A4610CAA-693D-15C7-F9EF-48A1DA79B840}"/>
              </a:ext>
            </a:extLst>
          </p:cNvPr>
          <p:cNvSpPr>
            <a:spLocks noGrp="1"/>
          </p:cNvSpPr>
          <p:nvPr>
            <p:ph type="body" sz="quarter" idx="11"/>
          </p:nvPr>
        </p:nvSpPr>
        <p:spPr>
          <a:xfrm>
            <a:off x="4745038" y="3501936"/>
            <a:ext cx="7332662" cy="1622425"/>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17" name="Espaço Reservado para Imagem 16">
            <a:extLst>
              <a:ext uri="{FF2B5EF4-FFF2-40B4-BE49-F238E27FC236}">
                <a16:creationId xmlns:a16="http://schemas.microsoft.com/office/drawing/2014/main" id="{E630EA91-1A48-3E2F-9CC8-32FDA4ECAA27}"/>
              </a:ext>
            </a:extLst>
          </p:cNvPr>
          <p:cNvSpPr>
            <a:spLocks noGrp="1"/>
          </p:cNvSpPr>
          <p:nvPr>
            <p:ph type="pic" sz="quarter" idx="12"/>
          </p:nvPr>
        </p:nvSpPr>
        <p:spPr>
          <a:xfrm>
            <a:off x="4745038" y="5468938"/>
            <a:ext cx="7332662" cy="2501900"/>
          </a:xfrm>
          <a:prstGeom prst="rect">
            <a:avLst/>
          </a:prstGeom>
        </p:spPr>
        <p:txBody>
          <a:bodyPr/>
          <a:lstStyle>
            <a:lvl1pPr>
              <a:defRPr sz="1800">
                <a:latin typeface="Poppins" pitchFamily="2" charset="77"/>
                <a:cs typeface="Poppins" pitchFamily="2" charset="77"/>
              </a:defRPr>
            </a:lvl1pPr>
          </a:lstStyle>
          <a:p>
            <a:endParaRPr lang="pt-BR"/>
          </a:p>
        </p:txBody>
      </p:sp>
      <p:pic>
        <p:nvPicPr>
          <p:cNvPr id="10" name="Imagem 9">
            <a:extLst>
              <a:ext uri="{FF2B5EF4-FFF2-40B4-BE49-F238E27FC236}">
                <a16:creationId xmlns:a16="http://schemas.microsoft.com/office/drawing/2014/main" id="{1C9D26B5-69BC-5A9A-9929-C7565F72E0A8}"/>
              </a:ext>
            </a:extLst>
          </p:cNvPr>
          <p:cNvPicPr>
            <a:picLocks/>
          </p:cNvPicPr>
          <p:nvPr userDrawn="1"/>
        </p:nvPicPr>
        <p:blipFill>
          <a:blip r:embed="rId4"/>
          <a:stretch>
            <a:fillRect/>
          </a:stretch>
        </p:blipFill>
        <p:spPr>
          <a:xfrm>
            <a:off x="734401" y="691201"/>
            <a:ext cx="3434405" cy="2390404"/>
          </a:xfrm>
          <a:prstGeom prst="rect">
            <a:avLst/>
          </a:prstGeom>
        </p:spPr>
      </p:pic>
      <p:sp>
        <p:nvSpPr>
          <p:cNvPr id="5" name="Google Shape;77;p5">
            <a:extLst>
              <a:ext uri="{FF2B5EF4-FFF2-40B4-BE49-F238E27FC236}">
                <a16:creationId xmlns:a16="http://schemas.microsoft.com/office/drawing/2014/main" id="{5A808091-2AE7-1DFD-ED63-78B141AAC75A}"/>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2455343880"/>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Título e Conteúdo" preserve="1" userDrawn="1">
  <p:cSld name="1_Título e Conteúdo">
    <p:spTree>
      <p:nvGrpSpPr>
        <p:cNvPr id="1" name="Shape 14"/>
        <p:cNvGrpSpPr/>
        <p:nvPr/>
      </p:nvGrpSpPr>
      <p:grpSpPr>
        <a:xfrm>
          <a:off x="0" y="0"/>
          <a:ext cx="0" cy="0"/>
          <a:chOff x="0" y="0"/>
          <a:chExt cx="0" cy="0"/>
        </a:xfrm>
      </p:grpSpPr>
      <p:pic>
        <p:nvPicPr>
          <p:cNvPr id="3" name="Google Shape;142;p13">
            <a:extLst>
              <a:ext uri="{FF2B5EF4-FFF2-40B4-BE49-F238E27FC236}">
                <a16:creationId xmlns:a16="http://schemas.microsoft.com/office/drawing/2014/main" id="{DD2F7BF2-D03E-FEFD-CB73-1F077ED2D66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9" name="Google Shape;143;p13">
            <a:extLst>
              <a:ext uri="{FF2B5EF4-FFF2-40B4-BE49-F238E27FC236}">
                <a16:creationId xmlns:a16="http://schemas.microsoft.com/office/drawing/2014/main" id="{E14695AE-3E90-6AC0-F1C4-C2AD7E692595}"/>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14" name="Espaço Reservado para Texto 13">
            <a:extLst>
              <a:ext uri="{FF2B5EF4-FFF2-40B4-BE49-F238E27FC236}">
                <a16:creationId xmlns:a16="http://schemas.microsoft.com/office/drawing/2014/main" id="{E7E6A8B7-E0DB-1297-5803-801B69FAC7D8}"/>
              </a:ext>
            </a:extLst>
          </p:cNvPr>
          <p:cNvSpPr>
            <a:spLocks noGrp="1"/>
          </p:cNvSpPr>
          <p:nvPr>
            <p:ph type="body" sz="quarter" idx="10"/>
          </p:nvPr>
        </p:nvSpPr>
        <p:spPr>
          <a:xfrm>
            <a:off x="4745038" y="1535113"/>
            <a:ext cx="7332662" cy="1622425"/>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15" name="Espaço Reservado para Texto 13">
            <a:extLst>
              <a:ext uri="{FF2B5EF4-FFF2-40B4-BE49-F238E27FC236}">
                <a16:creationId xmlns:a16="http://schemas.microsoft.com/office/drawing/2014/main" id="{A4610CAA-693D-15C7-F9EF-48A1DA79B840}"/>
              </a:ext>
            </a:extLst>
          </p:cNvPr>
          <p:cNvSpPr>
            <a:spLocks noGrp="1"/>
          </p:cNvSpPr>
          <p:nvPr>
            <p:ph type="body" sz="quarter" idx="11"/>
          </p:nvPr>
        </p:nvSpPr>
        <p:spPr>
          <a:xfrm>
            <a:off x="4745038" y="3501936"/>
            <a:ext cx="7332662" cy="1622425"/>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17" name="Espaço Reservado para Imagem 16">
            <a:extLst>
              <a:ext uri="{FF2B5EF4-FFF2-40B4-BE49-F238E27FC236}">
                <a16:creationId xmlns:a16="http://schemas.microsoft.com/office/drawing/2014/main" id="{E630EA91-1A48-3E2F-9CC8-32FDA4ECAA27}"/>
              </a:ext>
            </a:extLst>
          </p:cNvPr>
          <p:cNvSpPr>
            <a:spLocks noGrp="1"/>
          </p:cNvSpPr>
          <p:nvPr>
            <p:ph type="pic" sz="quarter" idx="12"/>
          </p:nvPr>
        </p:nvSpPr>
        <p:spPr>
          <a:xfrm>
            <a:off x="4745038" y="5468938"/>
            <a:ext cx="7332662" cy="2501900"/>
          </a:xfrm>
          <a:prstGeom prst="rect">
            <a:avLst/>
          </a:prstGeom>
        </p:spPr>
        <p:txBody>
          <a:bodyPr/>
          <a:lstStyle>
            <a:lvl1pPr>
              <a:defRPr sz="1800">
                <a:latin typeface="Poppins" pitchFamily="2" charset="77"/>
                <a:cs typeface="Poppins" pitchFamily="2" charset="77"/>
              </a:defRPr>
            </a:lvl1pPr>
          </a:lstStyle>
          <a:p>
            <a:endParaRPr lang="pt-BR"/>
          </a:p>
        </p:txBody>
      </p:sp>
      <p:pic>
        <p:nvPicPr>
          <p:cNvPr id="5" name="Imagem 4">
            <a:extLst>
              <a:ext uri="{FF2B5EF4-FFF2-40B4-BE49-F238E27FC236}">
                <a16:creationId xmlns:a16="http://schemas.microsoft.com/office/drawing/2014/main" id="{FF1AC374-A177-B269-E6FB-863372CEF8C2}"/>
              </a:ext>
            </a:extLst>
          </p:cNvPr>
          <p:cNvPicPr>
            <a:picLocks/>
          </p:cNvPicPr>
          <p:nvPr userDrawn="1"/>
        </p:nvPicPr>
        <p:blipFill>
          <a:blip r:embed="rId4"/>
          <a:stretch>
            <a:fillRect/>
          </a:stretch>
        </p:blipFill>
        <p:spPr>
          <a:xfrm>
            <a:off x="381601" y="327600"/>
            <a:ext cx="3434405" cy="2390404"/>
          </a:xfrm>
          <a:prstGeom prst="rect">
            <a:avLst/>
          </a:prstGeom>
        </p:spPr>
      </p:pic>
      <p:sp>
        <p:nvSpPr>
          <p:cNvPr id="10" name="Google Shape;207;p37">
            <a:extLst>
              <a:ext uri="{FF2B5EF4-FFF2-40B4-BE49-F238E27FC236}">
                <a16:creationId xmlns:a16="http://schemas.microsoft.com/office/drawing/2014/main" id="{F4071BE5-6FC0-1CBC-4C4D-F0B2BA7331D5}"/>
              </a:ext>
            </a:extLst>
          </p:cNvPr>
          <p:cNvSpPr txBox="1"/>
          <p:nvPr userDrawn="1"/>
        </p:nvSpPr>
        <p:spPr>
          <a:xfrm>
            <a:off x="851621" y="1061080"/>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233121767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1. Conteudo">
  <p:cSld name="2_1. Conteudo">
    <p:spTree>
      <p:nvGrpSpPr>
        <p:cNvPr id="1" name="Shape 78"/>
        <p:cNvGrpSpPr/>
        <p:nvPr/>
      </p:nvGrpSpPr>
      <p:grpSpPr>
        <a:xfrm>
          <a:off x="0" y="0"/>
          <a:ext cx="0" cy="0"/>
          <a:chOff x="0" y="0"/>
          <a:chExt cx="0" cy="0"/>
        </a:xfrm>
      </p:grpSpPr>
      <p:pic>
        <p:nvPicPr>
          <p:cNvPr id="2" name="Google Shape;142;p13">
            <a:extLst>
              <a:ext uri="{FF2B5EF4-FFF2-40B4-BE49-F238E27FC236}">
                <a16:creationId xmlns:a16="http://schemas.microsoft.com/office/drawing/2014/main" id="{2A738B43-1428-ADE7-C97F-576D744679DB}"/>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3" name="Google Shape;143;p13">
            <a:extLst>
              <a:ext uri="{FF2B5EF4-FFF2-40B4-BE49-F238E27FC236}">
                <a16:creationId xmlns:a16="http://schemas.microsoft.com/office/drawing/2014/main" id="{F88EB90E-040E-5E4F-113C-FE27E80F95CC}"/>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86" name="Google Shape;86;p6"/>
          <p:cNvSpPr txBox="1">
            <a:spLocks noGrp="1"/>
          </p:cNvSpPr>
          <p:nvPr>
            <p:ph type="body" idx="1"/>
          </p:nvPr>
        </p:nvSpPr>
        <p:spPr>
          <a:xfrm>
            <a:off x="4855168" y="3543300"/>
            <a:ext cx="10860073" cy="2459139"/>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60"/>
              </a:spcBef>
              <a:spcAft>
                <a:spcPts val="0"/>
              </a:spcAft>
              <a:buClr>
                <a:schemeClr val="dk1"/>
              </a:buClr>
              <a:buSzPts val="2800"/>
              <a:buFont typeface="Poppins"/>
              <a:buNone/>
              <a:defRPr sz="28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87" name="Google Shape;87;p6"/>
          <p:cNvSpPr txBox="1">
            <a:spLocks noGrp="1"/>
          </p:cNvSpPr>
          <p:nvPr>
            <p:ph type="body" idx="2"/>
          </p:nvPr>
        </p:nvSpPr>
        <p:spPr>
          <a:xfrm>
            <a:off x="4855299" y="1755046"/>
            <a:ext cx="8437715" cy="143652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900"/>
              </a:spcBef>
              <a:spcAft>
                <a:spcPts val="0"/>
              </a:spcAft>
              <a:buClr>
                <a:schemeClr val="dk1"/>
              </a:buClr>
              <a:buSzPts val="4500"/>
              <a:buFont typeface="Poppins"/>
              <a:buNone/>
              <a:defRPr sz="45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89" name="Google Shape;89;p6"/>
          <p:cNvSpPr txBox="1">
            <a:spLocks noGrp="1"/>
          </p:cNvSpPr>
          <p:nvPr>
            <p:ph type="body" idx="3"/>
          </p:nvPr>
        </p:nvSpPr>
        <p:spPr>
          <a:xfrm>
            <a:off x="4855167" y="6604608"/>
            <a:ext cx="10860073" cy="2459139"/>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60"/>
              </a:spcBef>
              <a:spcAft>
                <a:spcPts val="0"/>
              </a:spcAft>
              <a:buClr>
                <a:schemeClr val="dk1"/>
              </a:buClr>
              <a:buSzPts val="2800"/>
              <a:buFont typeface="Poppins"/>
              <a:buNone/>
              <a:defRPr sz="28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pic>
        <p:nvPicPr>
          <p:cNvPr id="5" name="Imagem 4">
            <a:extLst>
              <a:ext uri="{FF2B5EF4-FFF2-40B4-BE49-F238E27FC236}">
                <a16:creationId xmlns:a16="http://schemas.microsoft.com/office/drawing/2014/main" id="{12180A6C-2D20-37B8-D28B-8D3564BD2F0B}"/>
              </a:ext>
            </a:extLst>
          </p:cNvPr>
          <p:cNvPicPr>
            <a:picLocks/>
          </p:cNvPicPr>
          <p:nvPr userDrawn="1"/>
        </p:nvPicPr>
        <p:blipFill>
          <a:blip r:embed="rId4"/>
          <a:stretch>
            <a:fillRect/>
          </a:stretch>
        </p:blipFill>
        <p:spPr>
          <a:xfrm>
            <a:off x="734401" y="691201"/>
            <a:ext cx="3434405" cy="2390404"/>
          </a:xfrm>
          <a:prstGeom prst="rect">
            <a:avLst/>
          </a:prstGeom>
        </p:spPr>
      </p:pic>
      <p:sp>
        <p:nvSpPr>
          <p:cNvPr id="13" name="Google Shape;77;p5">
            <a:extLst>
              <a:ext uri="{FF2B5EF4-FFF2-40B4-BE49-F238E27FC236}">
                <a16:creationId xmlns:a16="http://schemas.microsoft.com/office/drawing/2014/main" id="{BB513B7C-989D-3A7B-C552-1C6F6CAC4740}"/>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Tree>
    <p:extLst>
      <p:ext uri="{BB962C8B-B14F-4D97-AF65-F5344CB8AC3E}">
        <p14:creationId xmlns:p14="http://schemas.microsoft.com/office/powerpoint/2010/main" val="257714767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1. Conteudo" preserve="1">
  <p:cSld name="2_1. Conteudo">
    <p:spTree>
      <p:nvGrpSpPr>
        <p:cNvPr id="1" name="Shape 78"/>
        <p:cNvGrpSpPr/>
        <p:nvPr/>
      </p:nvGrpSpPr>
      <p:grpSpPr>
        <a:xfrm>
          <a:off x="0" y="0"/>
          <a:ext cx="0" cy="0"/>
          <a:chOff x="0" y="0"/>
          <a:chExt cx="0" cy="0"/>
        </a:xfrm>
      </p:grpSpPr>
      <p:pic>
        <p:nvPicPr>
          <p:cNvPr id="2" name="Google Shape;142;p13">
            <a:extLst>
              <a:ext uri="{FF2B5EF4-FFF2-40B4-BE49-F238E27FC236}">
                <a16:creationId xmlns:a16="http://schemas.microsoft.com/office/drawing/2014/main" id="{2A738B43-1428-ADE7-C97F-576D744679DB}"/>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3" name="Google Shape;143;p13">
            <a:extLst>
              <a:ext uri="{FF2B5EF4-FFF2-40B4-BE49-F238E27FC236}">
                <a16:creationId xmlns:a16="http://schemas.microsoft.com/office/drawing/2014/main" id="{F88EB90E-040E-5E4F-113C-FE27E80F95CC}"/>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86" name="Google Shape;86;p6"/>
          <p:cNvSpPr txBox="1">
            <a:spLocks noGrp="1"/>
          </p:cNvSpPr>
          <p:nvPr>
            <p:ph type="body" idx="1"/>
          </p:nvPr>
        </p:nvSpPr>
        <p:spPr>
          <a:xfrm>
            <a:off x="4855168" y="3543300"/>
            <a:ext cx="10860073" cy="2459139"/>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60"/>
              </a:spcBef>
              <a:spcAft>
                <a:spcPts val="0"/>
              </a:spcAft>
              <a:buClr>
                <a:schemeClr val="dk1"/>
              </a:buClr>
              <a:buSzPts val="2800"/>
              <a:buFont typeface="Poppins"/>
              <a:buNone/>
              <a:defRPr sz="28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87" name="Google Shape;87;p6"/>
          <p:cNvSpPr txBox="1">
            <a:spLocks noGrp="1"/>
          </p:cNvSpPr>
          <p:nvPr>
            <p:ph type="body" idx="2"/>
          </p:nvPr>
        </p:nvSpPr>
        <p:spPr>
          <a:xfrm>
            <a:off x="4855299" y="1755046"/>
            <a:ext cx="8437715" cy="143652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900"/>
              </a:spcBef>
              <a:spcAft>
                <a:spcPts val="0"/>
              </a:spcAft>
              <a:buClr>
                <a:schemeClr val="dk1"/>
              </a:buClr>
              <a:buSzPts val="4500"/>
              <a:buFont typeface="Poppins"/>
              <a:buNone/>
              <a:defRPr sz="45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89" name="Google Shape;89;p6"/>
          <p:cNvSpPr txBox="1">
            <a:spLocks noGrp="1"/>
          </p:cNvSpPr>
          <p:nvPr>
            <p:ph type="body" idx="3"/>
          </p:nvPr>
        </p:nvSpPr>
        <p:spPr>
          <a:xfrm>
            <a:off x="4855167" y="6604608"/>
            <a:ext cx="10860073" cy="2459139"/>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60"/>
              </a:spcBef>
              <a:spcAft>
                <a:spcPts val="0"/>
              </a:spcAft>
              <a:buClr>
                <a:schemeClr val="dk1"/>
              </a:buClr>
              <a:buSzPts val="2800"/>
              <a:buFont typeface="Poppins"/>
              <a:buNone/>
              <a:defRPr sz="28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pic>
        <p:nvPicPr>
          <p:cNvPr id="7" name="Imagem 6">
            <a:extLst>
              <a:ext uri="{FF2B5EF4-FFF2-40B4-BE49-F238E27FC236}">
                <a16:creationId xmlns:a16="http://schemas.microsoft.com/office/drawing/2014/main" id="{E14D4DE0-66A1-41AD-4A7E-76BFE3ED9E77}"/>
              </a:ext>
            </a:extLst>
          </p:cNvPr>
          <p:cNvPicPr>
            <a:picLocks/>
          </p:cNvPicPr>
          <p:nvPr userDrawn="1"/>
        </p:nvPicPr>
        <p:blipFill>
          <a:blip r:embed="rId4"/>
          <a:stretch>
            <a:fillRect/>
          </a:stretch>
        </p:blipFill>
        <p:spPr>
          <a:xfrm>
            <a:off x="734401" y="691201"/>
            <a:ext cx="3434405" cy="2390404"/>
          </a:xfrm>
          <a:prstGeom prst="rect">
            <a:avLst/>
          </a:prstGeom>
        </p:spPr>
      </p:pic>
      <p:sp>
        <p:nvSpPr>
          <p:cNvPr id="5" name="Google Shape;207;p37">
            <a:extLst>
              <a:ext uri="{FF2B5EF4-FFF2-40B4-BE49-F238E27FC236}">
                <a16:creationId xmlns:a16="http://schemas.microsoft.com/office/drawing/2014/main" id="{18162AD8-71D4-F040-F7BA-86E0B170FEC0}"/>
              </a:ext>
            </a:extLst>
          </p:cNvPr>
          <p:cNvSpPr txBox="1"/>
          <p:nvPr userDrawn="1"/>
        </p:nvSpPr>
        <p:spPr>
          <a:xfrm>
            <a:off x="1132122" y="1219220"/>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2314602886"/>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1_3. Conteudo" userDrawn="1">
  <p:cSld name="1_3. Conteudo">
    <p:bg>
      <p:bgPr>
        <a:solidFill>
          <a:srgbClr val="28566E"/>
        </a:solidFill>
        <a:effectLst/>
      </p:bgPr>
    </p:bg>
    <p:spTree>
      <p:nvGrpSpPr>
        <p:cNvPr id="1" name="Shape 114"/>
        <p:cNvGrpSpPr/>
        <p:nvPr/>
      </p:nvGrpSpPr>
      <p:grpSpPr>
        <a:xfrm>
          <a:off x="0" y="0"/>
          <a:ext cx="0" cy="0"/>
          <a:chOff x="0" y="0"/>
          <a:chExt cx="0" cy="0"/>
        </a:xfrm>
      </p:grpSpPr>
      <p:pic>
        <p:nvPicPr>
          <p:cNvPr id="5" name="Google Shape;107;p9">
            <a:extLst>
              <a:ext uri="{FF2B5EF4-FFF2-40B4-BE49-F238E27FC236}">
                <a16:creationId xmlns:a16="http://schemas.microsoft.com/office/drawing/2014/main" id="{F76C9A38-BDE1-8F84-D38B-2E8393B81B7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1" y="0"/>
            <a:ext cx="6946227" cy="10286974"/>
          </a:xfrm>
          <a:prstGeom prst="rect">
            <a:avLst/>
          </a:prstGeom>
          <a:noFill/>
          <a:ln>
            <a:noFill/>
          </a:ln>
        </p:spPr>
      </p:pic>
      <p:sp>
        <p:nvSpPr>
          <p:cNvPr id="121" name="Google Shape;121;p9"/>
          <p:cNvSpPr/>
          <p:nvPr/>
        </p:nvSpPr>
        <p:spPr>
          <a:xfrm>
            <a:off x="672201" y="622298"/>
            <a:ext cx="4835912" cy="4835892"/>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cstate="hqprint">
              <a:alphaModFix/>
              <a:extLst>
                <a:ext uri="{28A0092B-C50C-407E-A947-70E740481C1C}">
                  <a14:useLocalDpi xmlns:a14="http://schemas.microsoft.com/office/drawing/2010/main"/>
                </a:ext>
              </a:extLst>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8" name="Imagem 7">
            <a:extLst>
              <a:ext uri="{FF2B5EF4-FFF2-40B4-BE49-F238E27FC236}">
                <a16:creationId xmlns:a16="http://schemas.microsoft.com/office/drawing/2014/main" id="{7B12F6A2-6424-5982-FF5A-414B3D6991FC}"/>
              </a:ext>
            </a:extLst>
          </p:cNvPr>
          <p:cNvPicPr>
            <a:picLocks/>
          </p:cNvPicPr>
          <p:nvPr userDrawn="1"/>
        </p:nvPicPr>
        <p:blipFill>
          <a:blip r:embed="rId4"/>
          <a:stretch>
            <a:fillRect/>
          </a:stretch>
        </p:blipFill>
        <p:spPr>
          <a:xfrm>
            <a:off x="3297605" y="4060806"/>
            <a:ext cx="3434405" cy="2390404"/>
          </a:xfrm>
          <a:prstGeom prst="rect">
            <a:avLst/>
          </a:prstGeom>
        </p:spPr>
      </p:pic>
      <p:sp>
        <p:nvSpPr>
          <p:cNvPr id="4" name="Google Shape;689;p48">
            <a:extLst>
              <a:ext uri="{FF2B5EF4-FFF2-40B4-BE49-F238E27FC236}">
                <a16:creationId xmlns:a16="http://schemas.microsoft.com/office/drawing/2014/main" id="{FAFCC758-61EC-406C-1EF8-25D2434CEA07}"/>
              </a:ext>
            </a:extLst>
          </p:cNvPr>
          <p:cNvSpPr txBox="1">
            <a:spLocks/>
          </p:cNvSpPr>
          <p:nvPr userDrawn="1"/>
        </p:nvSpPr>
        <p:spPr>
          <a:xfrm>
            <a:off x="728496" y="5195702"/>
            <a:ext cx="1249754" cy="238087"/>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360"/>
              </a:spcBef>
              <a:buSzPts val="1200"/>
              <a:buFont typeface="Arial" pitchFamily="34" charset="0"/>
              <a:buNone/>
            </a:pPr>
            <a:r>
              <a:rPr lang="pt-BR" sz="1200">
                <a:solidFill>
                  <a:schemeClr val="bg1"/>
                </a:solidFill>
                <a:latin typeface="Poppins Light" panose="00000400000000000000" pitchFamily="2" charset="0"/>
                <a:cs typeface="Poppins Light" panose="00000400000000000000" pitchFamily="2" charset="0"/>
              </a:rPr>
              <a:t>© Getty Images</a:t>
            </a:r>
          </a:p>
        </p:txBody>
      </p:sp>
      <p:sp>
        <p:nvSpPr>
          <p:cNvPr id="3" name="Google Shape;117;p9">
            <a:extLst>
              <a:ext uri="{FF2B5EF4-FFF2-40B4-BE49-F238E27FC236}">
                <a16:creationId xmlns:a16="http://schemas.microsoft.com/office/drawing/2014/main" id="{8A359EC1-2D19-85CA-D0CB-3647B3B273AD}"/>
              </a:ext>
            </a:extLst>
          </p:cNvPr>
          <p:cNvSpPr txBox="1">
            <a:spLocks noGrp="1"/>
          </p:cNvSpPr>
          <p:nvPr>
            <p:ph type="body" idx="2"/>
          </p:nvPr>
        </p:nvSpPr>
        <p:spPr>
          <a:xfrm>
            <a:off x="7692272" y="622298"/>
            <a:ext cx="8437715" cy="1436520"/>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900"/>
              </a:spcBef>
              <a:spcAft>
                <a:spcPts val="0"/>
              </a:spcAft>
              <a:buClr>
                <a:schemeClr val="lt1"/>
              </a:buClr>
              <a:buSzPts val="4500"/>
              <a:buFont typeface="Poppins"/>
              <a:buNone/>
              <a:defRPr sz="45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lt1"/>
              </a:buClr>
              <a:buSzPts val="2800"/>
              <a:buFont typeface="Poppins"/>
              <a:buChar char="–"/>
              <a:defRPr sz="2800"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lt1"/>
              </a:buClr>
              <a:buSzPts val="2400"/>
              <a:buFont typeface="Poppins"/>
              <a:buChar char="•"/>
              <a:defRPr sz="24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9pPr>
          </a:lstStyle>
          <a:p>
            <a:endParaRPr/>
          </a:p>
        </p:txBody>
      </p:sp>
      <p:sp>
        <p:nvSpPr>
          <p:cNvPr id="10" name="Google Shape;116;p9">
            <a:extLst>
              <a:ext uri="{FF2B5EF4-FFF2-40B4-BE49-F238E27FC236}">
                <a16:creationId xmlns:a16="http://schemas.microsoft.com/office/drawing/2014/main" id="{7DCBDCA8-1138-3DD9-42AD-3588B279D499}"/>
              </a:ext>
            </a:extLst>
          </p:cNvPr>
          <p:cNvSpPr txBox="1">
            <a:spLocks noGrp="1"/>
          </p:cNvSpPr>
          <p:nvPr>
            <p:ph type="body" idx="1"/>
          </p:nvPr>
        </p:nvSpPr>
        <p:spPr>
          <a:xfrm>
            <a:off x="7692272" y="2171129"/>
            <a:ext cx="9830595" cy="1436521"/>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560"/>
              </a:spcBef>
              <a:spcAft>
                <a:spcPts val="0"/>
              </a:spcAft>
              <a:buClr>
                <a:schemeClr val="lt1"/>
              </a:buClr>
              <a:buSzPts val="2800"/>
              <a:buFont typeface="Poppins"/>
              <a:buNone/>
              <a:defRPr sz="2800" b="0" i="0" u="none" strike="noStrike" cap="none">
                <a:solidFill>
                  <a:schemeClr val="lt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lt1"/>
              </a:buClr>
              <a:buSzPts val="2800"/>
              <a:buFont typeface="Poppins"/>
              <a:buChar char="–"/>
              <a:defRPr sz="2800"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lt1"/>
              </a:buClr>
              <a:buSzPts val="2400"/>
              <a:buFont typeface="Poppins"/>
              <a:buChar char="•"/>
              <a:defRPr sz="24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9pPr>
          </a:lstStyle>
          <a:p>
            <a:endParaRPr/>
          </a:p>
        </p:txBody>
      </p:sp>
      <p:sp>
        <p:nvSpPr>
          <p:cNvPr id="16" name="CaixaDeTexto 15">
            <a:extLst>
              <a:ext uri="{FF2B5EF4-FFF2-40B4-BE49-F238E27FC236}">
                <a16:creationId xmlns:a16="http://schemas.microsoft.com/office/drawing/2014/main" id="{DE0A6DC5-44A7-DE2E-4727-6D5BF20420B6}"/>
              </a:ext>
            </a:extLst>
          </p:cNvPr>
          <p:cNvSpPr txBox="1"/>
          <p:nvPr userDrawn="1"/>
        </p:nvSpPr>
        <p:spPr>
          <a:xfrm>
            <a:off x="18418629" y="576217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9" name="Google Shape;77;p5">
            <a:extLst>
              <a:ext uri="{FF2B5EF4-FFF2-40B4-BE49-F238E27FC236}">
                <a16:creationId xmlns:a16="http://schemas.microsoft.com/office/drawing/2014/main" id="{B702BC5F-0B3A-ED2B-4FEE-53D26096EF56}"/>
              </a:ext>
            </a:extLst>
          </p:cNvPr>
          <p:cNvSpPr txBox="1"/>
          <p:nvPr userDrawn="1"/>
        </p:nvSpPr>
        <p:spPr>
          <a:xfrm>
            <a:off x="3812890" y="4779742"/>
            <a:ext cx="2542511" cy="98488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200" b="0" i="0" u="none" strike="noStrike" cap="none" noProof="0">
                <a:solidFill>
                  <a:schemeClr val="lt1"/>
                </a:solidFill>
                <a:latin typeface="Poppins Light" pitchFamily="2" charset="77"/>
                <a:ea typeface="Poppins"/>
                <a:cs typeface="Poppins Light" pitchFamily="2" charset="77"/>
                <a:sym typeface="Poppins"/>
              </a:rPr>
              <a:t>Construindo o </a:t>
            </a:r>
            <a:r>
              <a:rPr lang="pt-BR" sz="3200" b="1" i="0" u="none" strike="noStrike" cap="none" noProof="0">
                <a:solidFill>
                  <a:schemeClr val="lt1"/>
                </a:solidFill>
                <a:latin typeface="Poppins"/>
                <a:ea typeface="Poppins"/>
                <a:cs typeface="Poppins"/>
                <a:sym typeface="Poppins"/>
              </a:rPr>
              <a:t>conceito</a:t>
            </a:r>
            <a:endParaRPr lang="pt-BR" sz="3200" b="0" i="0" u="none" strike="noStrike" cap="none" noProof="0">
              <a:solidFill>
                <a:schemeClr val="lt1"/>
              </a:solidFill>
              <a:latin typeface="Poppins Light"/>
              <a:ea typeface="Poppins Light"/>
              <a:cs typeface="Poppins Light"/>
              <a:sym typeface="Poppins Light"/>
            </a:endParaRPr>
          </a:p>
        </p:txBody>
      </p:sp>
      <p:sp>
        <p:nvSpPr>
          <p:cNvPr id="11" name="CaixaDeTexto 10">
            <a:extLst>
              <a:ext uri="{FF2B5EF4-FFF2-40B4-BE49-F238E27FC236}">
                <a16:creationId xmlns:a16="http://schemas.microsoft.com/office/drawing/2014/main" id="{CCDD899F-D156-8EC5-3528-A592A633CE85}"/>
              </a:ext>
            </a:extLst>
          </p:cNvPr>
          <p:cNvSpPr txBox="1"/>
          <p:nvPr userDrawn="1"/>
        </p:nvSpPr>
        <p:spPr>
          <a:xfrm>
            <a:off x="7117492" y="2866768"/>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2" name="Google Shape;139;p11">
            <a:extLst>
              <a:ext uri="{FF2B5EF4-FFF2-40B4-BE49-F238E27FC236}">
                <a16:creationId xmlns:a16="http://schemas.microsoft.com/office/drawing/2014/main" id="{CB0E5338-4C86-D02B-198B-11F151D31187}"/>
              </a:ext>
            </a:extLst>
          </p:cNvPr>
          <p:cNvSpPr txBox="1">
            <a:spLocks noGrp="1"/>
          </p:cNvSpPr>
          <p:nvPr>
            <p:ph type="body" idx="11"/>
          </p:nvPr>
        </p:nvSpPr>
        <p:spPr>
          <a:xfrm>
            <a:off x="7692272" y="8957839"/>
            <a:ext cx="9829800" cy="235962"/>
          </a:xfrm>
          <a:prstGeom prst="rect">
            <a:avLst/>
          </a:prstGeom>
          <a:noFill/>
          <a:ln>
            <a:noFill/>
          </a:ln>
        </p:spPr>
        <p:txBody>
          <a:bodyPr spcFirstLastPara="1" wrap="square" lIns="0" tIns="0" rIns="0" bIns="0" anchor="t" anchorCtr="0">
            <a:spAutoFit/>
          </a:bodyPr>
          <a:lstStyle>
            <a:lvl1pPr marL="0" marR="0" lvl="0" indent="0" algn="l" rtl="0">
              <a:lnSpc>
                <a:spcPct val="100000"/>
              </a:lnSpc>
              <a:spcBef>
                <a:spcPts val="360"/>
              </a:spcBef>
              <a:spcAft>
                <a:spcPts val="0"/>
              </a:spcAft>
              <a:buClr>
                <a:schemeClr val="dk1"/>
              </a:buClr>
              <a:buSzPts val="1200"/>
              <a:buFont typeface="Poppins"/>
              <a:buNone/>
              <a:defRPr sz="1200" b="0" i="0" u="none" strike="noStrike" cap="none">
                <a:solidFill>
                  <a:schemeClr val="bg1"/>
                </a:solidFill>
                <a:latin typeface="Poppins" pitchFamily="2" charset="77"/>
                <a:ea typeface="Poppins" pitchFamily="2" charset="77"/>
                <a:cs typeface="Poppins" pitchFamily="2" charset="77"/>
                <a:sym typeface="Poppins Light"/>
              </a:defRPr>
            </a:lvl1pPr>
            <a:lvl2pPr marL="914400" marR="0" lvl="1" indent="-304800" algn="l" rtl="0">
              <a:lnSpc>
                <a:spcPct val="100000"/>
              </a:lnSpc>
              <a:spcBef>
                <a:spcPts val="56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48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9pPr>
          </a:lstStyle>
          <a:p>
            <a:endParaRPr/>
          </a:p>
        </p:txBody>
      </p:sp>
      <p:sp>
        <p:nvSpPr>
          <p:cNvPr id="7" name="Espaço Reservado para Texto 18">
            <a:extLst>
              <a:ext uri="{FF2B5EF4-FFF2-40B4-BE49-F238E27FC236}">
                <a16:creationId xmlns:a16="http://schemas.microsoft.com/office/drawing/2014/main" id="{A7DA8E8F-4E30-C1C4-9228-9B7E5ACC7C53}"/>
              </a:ext>
            </a:extLst>
          </p:cNvPr>
          <p:cNvSpPr>
            <a:spLocks noGrp="1"/>
          </p:cNvSpPr>
          <p:nvPr>
            <p:ph type="body" sz="quarter" idx="10" hasCustomPrompt="1"/>
          </p:nvPr>
        </p:nvSpPr>
        <p:spPr>
          <a:xfrm>
            <a:off x="7692272" y="3821945"/>
            <a:ext cx="9829800" cy="4975691"/>
          </a:xfrm>
          <a:prstGeom prst="rect">
            <a:avLst/>
          </a:prstGeom>
        </p:spPr>
        <p:txBody>
          <a:bodyPr/>
          <a:lstStyle>
            <a:lvl1pPr>
              <a:defRPr sz="1800" b="0" i="0">
                <a:latin typeface="Poppins" pitchFamily="2" charset="77"/>
                <a:cs typeface="Poppins" pitchFamily="2" charset="77"/>
              </a:defRPr>
            </a:lvl1pPr>
          </a:lstStyle>
          <a:p>
            <a:r>
              <a:rPr lang="pt-BR" sz="1400">
                <a:solidFill>
                  <a:schemeClr val="bg1"/>
                </a:solidFill>
                <a:latin typeface="Poppins Light" pitchFamily="2" charset="77"/>
                <a:cs typeface="Poppins Light" pitchFamily="2" charset="77"/>
              </a:rPr>
              <a:t>Inserir &gt; Mídia &gt; Vídeo &gt; Vídeos online</a:t>
            </a:r>
          </a:p>
        </p:txBody>
      </p:sp>
    </p:spTree>
    <p:extLst>
      <p:ext uri="{BB962C8B-B14F-4D97-AF65-F5344CB8AC3E}">
        <p14:creationId xmlns:p14="http://schemas.microsoft.com/office/powerpoint/2010/main" val="2647883932"/>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1_3. Conteudo" preserve="1" userDrawn="1">
  <p:cSld name="2_3. Conteudo">
    <p:bg>
      <p:bgPr>
        <a:solidFill>
          <a:srgbClr val="28566E"/>
        </a:solidFill>
        <a:effectLst/>
      </p:bgPr>
    </p:bg>
    <p:spTree>
      <p:nvGrpSpPr>
        <p:cNvPr id="1" name="Shape 114"/>
        <p:cNvGrpSpPr/>
        <p:nvPr/>
      </p:nvGrpSpPr>
      <p:grpSpPr>
        <a:xfrm>
          <a:off x="0" y="0"/>
          <a:ext cx="0" cy="0"/>
          <a:chOff x="0" y="0"/>
          <a:chExt cx="0" cy="0"/>
        </a:xfrm>
      </p:grpSpPr>
      <p:pic>
        <p:nvPicPr>
          <p:cNvPr id="5" name="Google Shape;107;p9">
            <a:extLst>
              <a:ext uri="{FF2B5EF4-FFF2-40B4-BE49-F238E27FC236}">
                <a16:creationId xmlns:a16="http://schemas.microsoft.com/office/drawing/2014/main" id="{F76C9A38-BDE1-8F84-D38B-2E8393B81B7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1" y="0"/>
            <a:ext cx="6946227" cy="10286974"/>
          </a:xfrm>
          <a:prstGeom prst="rect">
            <a:avLst/>
          </a:prstGeom>
          <a:noFill/>
          <a:ln>
            <a:noFill/>
          </a:ln>
        </p:spPr>
      </p:pic>
      <p:sp>
        <p:nvSpPr>
          <p:cNvPr id="121" name="Google Shape;121;p9"/>
          <p:cNvSpPr/>
          <p:nvPr/>
        </p:nvSpPr>
        <p:spPr>
          <a:xfrm>
            <a:off x="672201" y="622298"/>
            <a:ext cx="4835912" cy="4835892"/>
          </a:xfrm>
          <a:custGeom>
            <a:avLst/>
            <a:gdLst/>
            <a:ahLst/>
            <a:cxnLst/>
            <a:rect l="l" t="t" r="r" b="b"/>
            <a:pathLst>
              <a:path w="6350000" h="6349974" extrusionOk="0">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rotWithShape="1">
            <a:blip r:embed="rId3" cstate="hqprint">
              <a:alphaModFix/>
              <a:extLst>
                <a:ext uri="{28A0092B-C50C-407E-A947-70E740481C1C}">
                  <a14:useLocalDpi xmlns:a14="http://schemas.microsoft.com/office/drawing/2010/main"/>
                </a:ext>
              </a:extLst>
            </a:blip>
            <a:stretch>
              <a:fillRect/>
            </a:stretch>
          </a:blip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9" name="Imagem 8">
            <a:extLst>
              <a:ext uri="{FF2B5EF4-FFF2-40B4-BE49-F238E27FC236}">
                <a16:creationId xmlns:a16="http://schemas.microsoft.com/office/drawing/2014/main" id="{9C11FFC4-B213-53D0-7D4B-D1A9567E02B1}"/>
              </a:ext>
            </a:extLst>
          </p:cNvPr>
          <p:cNvPicPr>
            <a:picLocks/>
          </p:cNvPicPr>
          <p:nvPr userDrawn="1"/>
        </p:nvPicPr>
        <p:blipFill>
          <a:blip r:embed="rId4"/>
          <a:stretch>
            <a:fillRect/>
          </a:stretch>
        </p:blipFill>
        <p:spPr>
          <a:xfrm>
            <a:off x="3297605" y="4060806"/>
            <a:ext cx="3434405" cy="2390404"/>
          </a:xfrm>
          <a:prstGeom prst="rect">
            <a:avLst/>
          </a:prstGeom>
        </p:spPr>
      </p:pic>
      <p:sp>
        <p:nvSpPr>
          <p:cNvPr id="4" name="Google Shape;689;p48">
            <a:extLst>
              <a:ext uri="{FF2B5EF4-FFF2-40B4-BE49-F238E27FC236}">
                <a16:creationId xmlns:a16="http://schemas.microsoft.com/office/drawing/2014/main" id="{FAFCC758-61EC-406C-1EF8-25D2434CEA07}"/>
              </a:ext>
            </a:extLst>
          </p:cNvPr>
          <p:cNvSpPr txBox="1">
            <a:spLocks/>
          </p:cNvSpPr>
          <p:nvPr userDrawn="1"/>
        </p:nvSpPr>
        <p:spPr>
          <a:xfrm>
            <a:off x="728496" y="5195702"/>
            <a:ext cx="1249754" cy="238087"/>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360"/>
              </a:spcBef>
              <a:buSzPts val="1200"/>
              <a:buFont typeface="Arial" pitchFamily="34" charset="0"/>
              <a:buNone/>
            </a:pPr>
            <a:r>
              <a:rPr lang="pt-BR" sz="1200">
                <a:solidFill>
                  <a:schemeClr val="bg1"/>
                </a:solidFill>
                <a:latin typeface="Poppins Light" panose="00000400000000000000" pitchFamily="2" charset="0"/>
                <a:cs typeface="Poppins Light" panose="00000400000000000000" pitchFamily="2" charset="0"/>
              </a:rPr>
              <a:t>© Getty Images</a:t>
            </a:r>
          </a:p>
        </p:txBody>
      </p:sp>
      <p:sp>
        <p:nvSpPr>
          <p:cNvPr id="3" name="Google Shape;117;p9">
            <a:extLst>
              <a:ext uri="{FF2B5EF4-FFF2-40B4-BE49-F238E27FC236}">
                <a16:creationId xmlns:a16="http://schemas.microsoft.com/office/drawing/2014/main" id="{8A359EC1-2D19-85CA-D0CB-3647B3B273AD}"/>
              </a:ext>
            </a:extLst>
          </p:cNvPr>
          <p:cNvSpPr txBox="1">
            <a:spLocks noGrp="1"/>
          </p:cNvSpPr>
          <p:nvPr>
            <p:ph type="body" idx="2"/>
          </p:nvPr>
        </p:nvSpPr>
        <p:spPr>
          <a:xfrm>
            <a:off x="7692272" y="622298"/>
            <a:ext cx="8437715" cy="1436520"/>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900"/>
              </a:spcBef>
              <a:spcAft>
                <a:spcPts val="0"/>
              </a:spcAft>
              <a:buClr>
                <a:schemeClr val="lt1"/>
              </a:buClr>
              <a:buSzPts val="4500"/>
              <a:buFont typeface="Poppins"/>
              <a:buNone/>
              <a:defRPr sz="45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lt1"/>
              </a:buClr>
              <a:buSzPts val="2800"/>
              <a:buFont typeface="Poppins"/>
              <a:buChar char="–"/>
              <a:defRPr sz="2800"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lt1"/>
              </a:buClr>
              <a:buSzPts val="2400"/>
              <a:buFont typeface="Poppins"/>
              <a:buChar char="•"/>
              <a:defRPr sz="24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9pPr>
          </a:lstStyle>
          <a:p>
            <a:endParaRPr/>
          </a:p>
        </p:txBody>
      </p:sp>
      <p:sp>
        <p:nvSpPr>
          <p:cNvPr id="10" name="Google Shape;116;p9">
            <a:extLst>
              <a:ext uri="{FF2B5EF4-FFF2-40B4-BE49-F238E27FC236}">
                <a16:creationId xmlns:a16="http://schemas.microsoft.com/office/drawing/2014/main" id="{7DCBDCA8-1138-3DD9-42AD-3588B279D499}"/>
              </a:ext>
            </a:extLst>
          </p:cNvPr>
          <p:cNvSpPr txBox="1">
            <a:spLocks noGrp="1"/>
          </p:cNvSpPr>
          <p:nvPr>
            <p:ph type="body" idx="1"/>
          </p:nvPr>
        </p:nvSpPr>
        <p:spPr>
          <a:xfrm>
            <a:off x="7692272" y="2171129"/>
            <a:ext cx="9830595" cy="1436521"/>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560"/>
              </a:spcBef>
              <a:spcAft>
                <a:spcPts val="0"/>
              </a:spcAft>
              <a:buClr>
                <a:schemeClr val="lt1"/>
              </a:buClr>
              <a:buSzPts val="2800"/>
              <a:buFont typeface="Poppins"/>
              <a:buNone/>
              <a:defRPr sz="2800" b="0" i="0" u="none" strike="noStrike" cap="none">
                <a:solidFill>
                  <a:schemeClr val="lt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lt1"/>
              </a:buClr>
              <a:buSzPts val="2800"/>
              <a:buFont typeface="Poppins"/>
              <a:buChar char="–"/>
              <a:defRPr sz="2800"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lt1"/>
              </a:buClr>
              <a:buSzPts val="2400"/>
              <a:buFont typeface="Poppins"/>
              <a:buChar char="•"/>
              <a:defRPr sz="24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9pPr>
          </a:lstStyle>
          <a:p>
            <a:endParaRPr/>
          </a:p>
        </p:txBody>
      </p:sp>
      <p:sp>
        <p:nvSpPr>
          <p:cNvPr id="16" name="CaixaDeTexto 15">
            <a:extLst>
              <a:ext uri="{FF2B5EF4-FFF2-40B4-BE49-F238E27FC236}">
                <a16:creationId xmlns:a16="http://schemas.microsoft.com/office/drawing/2014/main" id="{DE0A6DC5-44A7-DE2E-4727-6D5BF20420B6}"/>
              </a:ext>
            </a:extLst>
          </p:cNvPr>
          <p:cNvSpPr txBox="1"/>
          <p:nvPr userDrawn="1"/>
        </p:nvSpPr>
        <p:spPr>
          <a:xfrm>
            <a:off x="18418629" y="576217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11" name="CaixaDeTexto 10">
            <a:extLst>
              <a:ext uri="{FF2B5EF4-FFF2-40B4-BE49-F238E27FC236}">
                <a16:creationId xmlns:a16="http://schemas.microsoft.com/office/drawing/2014/main" id="{CCDD899F-D156-8EC5-3528-A592A633CE85}"/>
              </a:ext>
            </a:extLst>
          </p:cNvPr>
          <p:cNvSpPr txBox="1"/>
          <p:nvPr userDrawn="1"/>
        </p:nvSpPr>
        <p:spPr>
          <a:xfrm>
            <a:off x="7117492" y="2866768"/>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2" name="Google Shape;139;p11">
            <a:extLst>
              <a:ext uri="{FF2B5EF4-FFF2-40B4-BE49-F238E27FC236}">
                <a16:creationId xmlns:a16="http://schemas.microsoft.com/office/drawing/2014/main" id="{CB0E5338-4C86-D02B-198B-11F151D31187}"/>
              </a:ext>
            </a:extLst>
          </p:cNvPr>
          <p:cNvSpPr txBox="1">
            <a:spLocks noGrp="1"/>
          </p:cNvSpPr>
          <p:nvPr>
            <p:ph type="body" idx="11"/>
          </p:nvPr>
        </p:nvSpPr>
        <p:spPr>
          <a:xfrm>
            <a:off x="7692272" y="8957839"/>
            <a:ext cx="9829800" cy="235962"/>
          </a:xfrm>
          <a:prstGeom prst="rect">
            <a:avLst/>
          </a:prstGeom>
          <a:noFill/>
          <a:ln>
            <a:noFill/>
          </a:ln>
        </p:spPr>
        <p:txBody>
          <a:bodyPr spcFirstLastPara="1" wrap="square" lIns="0" tIns="0" rIns="0" bIns="0" anchor="t" anchorCtr="0">
            <a:spAutoFit/>
          </a:bodyPr>
          <a:lstStyle>
            <a:lvl1pPr marL="0" marR="0" lvl="0" indent="0" algn="l" rtl="0">
              <a:lnSpc>
                <a:spcPct val="100000"/>
              </a:lnSpc>
              <a:spcBef>
                <a:spcPts val="360"/>
              </a:spcBef>
              <a:spcAft>
                <a:spcPts val="0"/>
              </a:spcAft>
              <a:buClr>
                <a:schemeClr val="dk1"/>
              </a:buClr>
              <a:buSzPts val="1200"/>
              <a:buFont typeface="Poppins"/>
              <a:buNone/>
              <a:defRPr sz="1200" b="0" i="0" u="none" strike="noStrike" cap="none">
                <a:solidFill>
                  <a:schemeClr val="bg1"/>
                </a:solidFill>
                <a:latin typeface="Poppins" pitchFamily="2" charset="77"/>
                <a:ea typeface="Poppins" pitchFamily="2" charset="77"/>
                <a:cs typeface="Poppins" pitchFamily="2" charset="77"/>
                <a:sym typeface="Poppins Light"/>
              </a:defRPr>
            </a:lvl1pPr>
            <a:lvl2pPr marL="914400" marR="0" lvl="1" indent="-304800" algn="l" rtl="0">
              <a:lnSpc>
                <a:spcPct val="100000"/>
              </a:lnSpc>
              <a:spcBef>
                <a:spcPts val="56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48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9pPr>
          </a:lstStyle>
          <a:p>
            <a:endParaRPr/>
          </a:p>
        </p:txBody>
      </p:sp>
      <p:sp>
        <p:nvSpPr>
          <p:cNvPr id="7" name="Espaço Reservado para Texto 18">
            <a:extLst>
              <a:ext uri="{FF2B5EF4-FFF2-40B4-BE49-F238E27FC236}">
                <a16:creationId xmlns:a16="http://schemas.microsoft.com/office/drawing/2014/main" id="{A7DA8E8F-4E30-C1C4-9228-9B7E5ACC7C53}"/>
              </a:ext>
            </a:extLst>
          </p:cNvPr>
          <p:cNvSpPr>
            <a:spLocks noGrp="1"/>
          </p:cNvSpPr>
          <p:nvPr>
            <p:ph type="body" sz="quarter" idx="10" hasCustomPrompt="1"/>
          </p:nvPr>
        </p:nvSpPr>
        <p:spPr>
          <a:xfrm>
            <a:off x="7692272" y="3821945"/>
            <a:ext cx="9829800" cy="4975691"/>
          </a:xfrm>
          <a:prstGeom prst="rect">
            <a:avLst/>
          </a:prstGeom>
        </p:spPr>
        <p:txBody>
          <a:bodyPr/>
          <a:lstStyle>
            <a:lvl1pPr>
              <a:defRPr sz="1800" b="0" i="0">
                <a:latin typeface="Poppins" pitchFamily="2" charset="77"/>
                <a:cs typeface="Poppins" pitchFamily="2" charset="77"/>
              </a:defRPr>
            </a:lvl1pPr>
          </a:lstStyle>
          <a:p>
            <a:r>
              <a:rPr lang="pt-BR" sz="1400">
                <a:solidFill>
                  <a:schemeClr val="bg1"/>
                </a:solidFill>
                <a:latin typeface="Poppins Light" pitchFamily="2" charset="77"/>
                <a:cs typeface="Poppins Light" pitchFamily="2" charset="77"/>
              </a:rPr>
              <a:t>Inserir &gt; Mídia &gt; Vídeo &gt; Vídeos online</a:t>
            </a:r>
          </a:p>
        </p:txBody>
      </p:sp>
      <p:sp>
        <p:nvSpPr>
          <p:cNvPr id="8" name="Google Shape;207;p37">
            <a:extLst>
              <a:ext uri="{FF2B5EF4-FFF2-40B4-BE49-F238E27FC236}">
                <a16:creationId xmlns:a16="http://schemas.microsoft.com/office/drawing/2014/main" id="{C43AEC80-7B85-BEB9-EB7B-DE2B51ACDAB7}"/>
              </a:ext>
            </a:extLst>
          </p:cNvPr>
          <p:cNvSpPr txBox="1"/>
          <p:nvPr userDrawn="1"/>
        </p:nvSpPr>
        <p:spPr>
          <a:xfrm>
            <a:off x="3867591" y="4754879"/>
            <a:ext cx="2401402" cy="98488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200" b="0" i="0" u="none" strike="noStrike" cap="none">
                <a:solidFill>
                  <a:srgbClr val="FFFFFF"/>
                </a:solidFill>
                <a:latin typeface="Poppins Light" pitchFamily="2" charset="77"/>
                <a:ea typeface="Poppins Light"/>
                <a:cs typeface="Poppins Light" pitchFamily="2" charset="77"/>
                <a:sym typeface="Poppins Light"/>
              </a:rPr>
              <a:t>Colocando</a:t>
            </a:r>
            <a:br>
              <a:rPr lang="pt-BR" sz="3200" b="0" i="0" u="none" strike="noStrike" cap="none">
                <a:solidFill>
                  <a:srgbClr val="FFFFFF"/>
                </a:solidFill>
                <a:latin typeface="Poppins Light" pitchFamily="2" charset="77"/>
                <a:ea typeface="Poppins Light"/>
                <a:cs typeface="Poppins Light" pitchFamily="2" charset="77"/>
                <a:sym typeface="Poppins Light"/>
              </a:rPr>
            </a:br>
            <a:r>
              <a:rPr lang="pt-BR" sz="3200" b="0" i="0" u="none" strike="noStrike" cap="none">
                <a:solidFill>
                  <a:srgbClr val="FFFFFF"/>
                </a:solidFill>
                <a:latin typeface="Poppins Light" pitchFamily="2" charset="77"/>
                <a:ea typeface="Poppins Light"/>
                <a:cs typeface="Poppins Light" pitchFamily="2" charset="77"/>
                <a:sym typeface="Poppins Light"/>
              </a:rPr>
              <a:t>em </a:t>
            </a:r>
            <a:r>
              <a:rPr lang="pt-BR" sz="3200" b="1" i="0" u="none" strike="noStrike" cap="none">
                <a:solidFill>
                  <a:srgbClr val="FFFFFF"/>
                </a:solidFill>
                <a:latin typeface="Poppins"/>
                <a:ea typeface="Poppins"/>
                <a:cs typeface="Poppins"/>
                <a:sym typeface="Poppins"/>
              </a:rPr>
              <a:t>prática</a:t>
            </a:r>
            <a:endParaRPr sz="3200" b="0" i="0" u="none" strike="noStrike" cap="none">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326808517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1_3. Conteudo" userDrawn="1">
  <p:cSld name="2_3. Conteudo">
    <p:bg>
      <p:bgPr>
        <a:solidFill>
          <a:srgbClr val="28566E"/>
        </a:solidFill>
        <a:effectLst/>
      </p:bgPr>
    </p:bg>
    <p:spTree>
      <p:nvGrpSpPr>
        <p:cNvPr id="1" name="Shape 114"/>
        <p:cNvGrpSpPr/>
        <p:nvPr/>
      </p:nvGrpSpPr>
      <p:grpSpPr>
        <a:xfrm>
          <a:off x="0" y="0"/>
          <a:ext cx="0" cy="0"/>
          <a:chOff x="0" y="0"/>
          <a:chExt cx="0" cy="0"/>
        </a:xfrm>
      </p:grpSpPr>
      <p:pic>
        <p:nvPicPr>
          <p:cNvPr id="5" name="Google Shape;107;p9">
            <a:extLst>
              <a:ext uri="{FF2B5EF4-FFF2-40B4-BE49-F238E27FC236}">
                <a16:creationId xmlns:a16="http://schemas.microsoft.com/office/drawing/2014/main" id="{D54E56DD-72E1-D32E-4FDD-D05A2DDB5A1E}"/>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1" y="0"/>
            <a:ext cx="6946227" cy="10286974"/>
          </a:xfrm>
          <a:prstGeom prst="rect">
            <a:avLst/>
          </a:prstGeom>
          <a:noFill/>
          <a:ln>
            <a:noFill/>
          </a:ln>
        </p:spPr>
      </p:pic>
      <p:pic>
        <p:nvPicPr>
          <p:cNvPr id="7" name="Imagem 6" descr="Câmera fotográfica preta&#10;&#10;Descrição gerada automaticamente">
            <a:extLst>
              <a:ext uri="{FF2B5EF4-FFF2-40B4-BE49-F238E27FC236}">
                <a16:creationId xmlns:a16="http://schemas.microsoft.com/office/drawing/2014/main" id="{BF48B4D9-DB80-F129-858C-B92D49CF1F05}"/>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t="-268"/>
          <a:stretch/>
        </p:blipFill>
        <p:spPr>
          <a:xfrm>
            <a:off x="643197" y="580139"/>
            <a:ext cx="4864916" cy="4864916"/>
          </a:xfrm>
          <a:prstGeom prst="ellipse">
            <a:avLst/>
          </a:prstGeom>
        </p:spPr>
      </p:pic>
      <p:pic>
        <p:nvPicPr>
          <p:cNvPr id="11" name="Imagem 10">
            <a:extLst>
              <a:ext uri="{FF2B5EF4-FFF2-40B4-BE49-F238E27FC236}">
                <a16:creationId xmlns:a16="http://schemas.microsoft.com/office/drawing/2014/main" id="{EB266A39-B66A-E29B-F2FF-BBB42E304C7F}"/>
              </a:ext>
            </a:extLst>
          </p:cNvPr>
          <p:cNvPicPr>
            <a:picLocks/>
          </p:cNvPicPr>
          <p:nvPr userDrawn="1"/>
        </p:nvPicPr>
        <p:blipFill>
          <a:blip r:embed="rId4"/>
          <a:stretch>
            <a:fillRect/>
          </a:stretch>
        </p:blipFill>
        <p:spPr>
          <a:xfrm>
            <a:off x="3297605" y="4060806"/>
            <a:ext cx="3434405" cy="2390404"/>
          </a:xfrm>
          <a:prstGeom prst="rect">
            <a:avLst/>
          </a:prstGeom>
        </p:spPr>
      </p:pic>
      <p:sp>
        <p:nvSpPr>
          <p:cNvPr id="4" name="Google Shape;689;p48">
            <a:extLst>
              <a:ext uri="{FF2B5EF4-FFF2-40B4-BE49-F238E27FC236}">
                <a16:creationId xmlns:a16="http://schemas.microsoft.com/office/drawing/2014/main" id="{FAFCC758-61EC-406C-1EF8-25D2434CEA07}"/>
              </a:ext>
            </a:extLst>
          </p:cNvPr>
          <p:cNvSpPr txBox="1">
            <a:spLocks/>
          </p:cNvSpPr>
          <p:nvPr userDrawn="1"/>
        </p:nvSpPr>
        <p:spPr>
          <a:xfrm>
            <a:off x="728496" y="5195702"/>
            <a:ext cx="1249754" cy="238087"/>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360"/>
              </a:spcBef>
              <a:buSzPts val="1200"/>
              <a:buFont typeface="Arial" pitchFamily="34" charset="0"/>
              <a:buNone/>
            </a:pPr>
            <a:r>
              <a:rPr lang="pt-BR" sz="1200">
                <a:solidFill>
                  <a:schemeClr val="bg1"/>
                </a:solidFill>
                <a:latin typeface="Poppins Light" panose="00000400000000000000" pitchFamily="2" charset="0"/>
                <a:cs typeface="Poppins Light" panose="00000400000000000000" pitchFamily="2" charset="0"/>
              </a:rPr>
              <a:t>© Getty Images</a:t>
            </a:r>
          </a:p>
        </p:txBody>
      </p:sp>
      <p:sp>
        <p:nvSpPr>
          <p:cNvPr id="9" name="Google Shape;77;p5">
            <a:extLst>
              <a:ext uri="{FF2B5EF4-FFF2-40B4-BE49-F238E27FC236}">
                <a16:creationId xmlns:a16="http://schemas.microsoft.com/office/drawing/2014/main" id="{A02C9CDC-CF3E-FA16-3B21-86962F525C8A}"/>
              </a:ext>
            </a:extLst>
          </p:cNvPr>
          <p:cNvSpPr txBox="1"/>
          <p:nvPr userDrawn="1"/>
        </p:nvSpPr>
        <p:spPr>
          <a:xfrm>
            <a:off x="3812890" y="4779742"/>
            <a:ext cx="2542511" cy="98488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200" b="0" i="0" u="none" strike="noStrike" cap="none" noProof="0">
                <a:solidFill>
                  <a:schemeClr val="lt1"/>
                </a:solidFill>
                <a:latin typeface="Poppins Light" pitchFamily="2" charset="77"/>
                <a:ea typeface="Poppins"/>
                <a:cs typeface="Poppins Light" pitchFamily="2" charset="77"/>
                <a:sym typeface="Poppins"/>
              </a:rPr>
              <a:t>Construindo o </a:t>
            </a:r>
            <a:r>
              <a:rPr lang="pt-BR" sz="3200" b="1" i="0" u="none" strike="noStrike" cap="none" noProof="0">
                <a:solidFill>
                  <a:schemeClr val="lt1"/>
                </a:solidFill>
                <a:latin typeface="Poppins"/>
                <a:ea typeface="Poppins"/>
                <a:cs typeface="Poppins"/>
                <a:sym typeface="Poppins"/>
              </a:rPr>
              <a:t>conceito</a:t>
            </a:r>
            <a:endParaRPr lang="pt-BR" sz="3200" b="0" i="0" u="none" strike="noStrike" cap="none" noProof="0">
              <a:solidFill>
                <a:schemeClr val="lt1"/>
              </a:solidFill>
              <a:latin typeface="Poppins Light"/>
              <a:ea typeface="Poppins Light"/>
              <a:cs typeface="Poppins Light"/>
              <a:sym typeface="Poppins Light"/>
            </a:endParaRPr>
          </a:p>
        </p:txBody>
      </p:sp>
      <p:sp>
        <p:nvSpPr>
          <p:cNvPr id="2" name="Google Shape;117;p9">
            <a:extLst>
              <a:ext uri="{FF2B5EF4-FFF2-40B4-BE49-F238E27FC236}">
                <a16:creationId xmlns:a16="http://schemas.microsoft.com/office/drawing/2014/main" id="{AAC95801-93B0-A8EF-1651-81C380895E40}"/>
              </a:ext>
            </a:extLst>
          </p:cNvPr>
          <p:cNvSpPr txBox="1">
            <a:spLocks noGrp="1"/>
          </p:cNvSpPr>
          <p:nvPr>
            <p:ph type="body" idx="2"/>
          </p:nvPr>
        </p:nvSpPr>
        <p:spPr>
          <a:xfrm>
            <a:off x="7692272" y="622298"/>
            <a:ext cx="8437715" cy="1436520"/>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900"/>
              </a:spcBef>
              <a:spcAft>
                <a:spcPts val="0"/>
              </a:spcAft>
              <a:buClr>
                <a:schemeClr val="lt1"/>
              </a:buClr>
              <a:buSzPts val="4500"/>
              <a:buFont typeface="Poppins"/>
              <a:buNone/>
              <a:defRPr sz="45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lt1"/>
              </a:buClr>
              <a:buSzPts val="2800"/>
              <a:buFont typeface="Poppins"/>
              <a:buChar char="–"/>
              <a:defRPr sz="2800"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lt1"/>
              </a:buClr>
              <a:buSzPts val="2400"/>
              <a:buFont typeface="Poppins"/>
              <a:buChar char="•"/>
              <a:defRPr sz="24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9pPr>
          </a:lstStyle>
          <a:p>
            <a:endParaRPr/>
          </a:p>
        </p:txBody>
      </p:sp>
      <p:sp>
        <p:nvSpPr>
          <p:cNvPr id="3" name="Google Shape;116;p9">
            <a:extLst>
              <a:ext uri="{FF2B5EF4-FFF2-40B4-BE49-F238E27FC236}">
                <a16:creationId xmlns:a16="http://schemas.microsoft.com/office/drawing/2014/main" id="{EE2838AB-5016-933A-466D-0229559B6BF7}"/>
              </a:ext>
            </a:extLst>
          </p:cNvPr>
          <p:cNvSpPr txBox="1">
            <a:spLocks noGrp="1"/>
          </p:cNvSpPr>
          <p:nvPr>
            <p:ph type="body" idx="1"/>
          </p:nvPr>
        </p:nvSpPr>
        <p:spPr>
          <a:xfrm>
            <a:off x="7692272" y="2171129"/>
            <a:ext cx="9830595" cy="1436521"/>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560"/>
              </a:spcBef>
              <a:spcAft>
                <a:spcPts val="0"/>
              </a:spcAft>
              <a:buClr>
                <a:schemeClr val="lt1"/>
              </a:buClr>
              <a:buSzPts val="2800"/>
              <a:buFont typeface="Poppins"/>
              <a:buNone/>
              <a:defRPr sz="2800" b="0" i="0" u="none" strike="noStrike" cap="none">
                <a:solidFill>
                  <a:schemeClr val="lt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lt1"/>
              </a:buClr>
              <a:buSzPts val="2800"/>
              <a:buFont typeface="Poppins"/>
              <a:buChar char="–"/>
              <a:defRPr sz="2800"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lt1"/>
              </a:buClr>
              <a:buSzPts val="2400"/>
              <a:buFont typeface="Poppins"/>
              <a:buChar char="•"/>
              <a:defRPr sz="24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9pPr>
          </a:lstStyle>
          <a:p>
            <a:endParaRPr/>
          </a:p>
        </p:txBody>
      </p:sp>
      <p:sp>
        <p:nvSpPr>
          <p:cNvPr id="13" name="Google Shape;139;p11">
            <a:extLst>
              <a:ext uri="{FF2B5EF4-FFF2-40B4-BE49-F238E27FC236}">
                <a16:creationId xmlns:a16="http://schemas.microsoft.com/office/drawing/2014/main" id="{59386DD0-5AAE-08B8-E3DA-A2064E890B33}"/>
              </a:ext>
            </a:extLst>
          </p:cNvPr>
          <p:cNvSpPr txBox="1">
            <a:spLocks noGrp="1"/>
          </p:cNvSpPr>
          <p:nvPr>
            <p:ph type="body" idx="11"/>
          </p:nvPr>
        </p:nvSpPr>
        <p:spPr>
          <a:xfrm>
            <a:off x="7692272" y="8957839"/>
            <a:ext cx="9829800" cy="235962"/>
          </a:xfrm>
          <a:prstGeom prst="rect">
            <a:avLst/>
          </a:prstGeom>
          <a:noFill/>
          <a:ln>
            <a:noFill/>
          </a:ln>
        </p:spPr>
        <p:txBody>
          <a:bodyPr spcFirstLastPara="1" wrap="square" lIns="0" tIns="0" rIns="0" bIns="0" anchor="t" anchorCtr="0">
            <a:spAutoFit/>
          </a:bodyPr>
          <a:lstStyle>
            <a:lvl1pPr marL="0" marR="0" lvl="0" indent="0" algn="l" rtl="0">
              <a:lnSpc>
                <a:spcPct val="100000"/>
              </a:lnSpc>
              <a:spcBef>
                <a:spcPts val="360"/>
              </a:spcBef>
              <a:spcAft>
                <a:spcPts val="0"/>
              </a:spcAft>
              <a:buClr>
                <a:schemeClr val="dk1"/>
              </a:buClr>
              <a:buSzPts val="1200"/>
              <a:buFont typeface="Poppins"/>
              <a:buNone/>
              <a:defRPr sz="1200" b="0" i="0" u="none" strike="noStrike" cap="none">
                <a:solidFill>
                  <a:schemeClr val="bg1"/>
                </a:solidFill>
                <a:latin typeface="Poppins" pitchFamily="2" charset="77"/>
                <a:ea typeface="Poppins" pitchFamily="2" charset="77"/>
                <a:cs typeface="Poppins" pitchFamily="2" charset="77"/>
                <a:sym typeface="Poppins Light"/>
              </a:defRPr>
            </a:lvl1pPr>
            <a:lvl2pPr marL="914400" marR="0" lvl="1" indent="-304800" algn="l" rtl="0">
              <a:lnSpc>
                <a:spcPct val="100000"/>
              </a:lnSpc>
              <a:spcBef>
                <a:spcPts val="56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48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9pPr>
          </a:lstStyle>
          <a:p>
            <a:endParaRPr/>
          </a:p>
        </p:txBody>
      </p:sp>
      <p:sp>
        <p:nvSpPr>
          <p:cNvPr id="14" name="Espaço Reservado para Texto 18">
            <a:extLst>
              <a:ext uri="{FF2B5EF4-FFF2-40B4-BE49-F238E27FC236}">
                <a16:creationId xmlns:a16="http://schemas.microsoft.com/office/drawing/2014/main" id="{DD7BF362-949F-D39B-33DB-46D9024EEC64}"/>
              </a:ext>
            </a:extLst>
          </p:cNvPr>
          <p:cNvSpPr>
            <a:spLocks noGrp="1"/>
          </p:cNvSpPr>
          <p:nvPr>
            <p:ph type="body" sz="quarter" idx="10" hasCustomPrompt="1"/>
          </p:nvPr>
        </p:nvSpPr>
        <p:spPr>
          <a:xfrm>
            <a:off x="7692272" y="3821945"/>
            <a:ext cx="9829800" cy="4975691"/>
          </a:xfrm>
          <a:prstGeom prst="rect">
            <a:avLst/>
          </a:prstGeom>
        </p:spPr>
        <p:txBody>
          <a:bodyPr/>
          <a:lstStyle>
            <a:lvl1pPr>
              <a:defRPr sz="1800" b="0" i="0">
                <a:latin typeface="Poppins" pitchFamily="2" charset="77"/>
                <a:cs typeface="Poppins" pitchFamily="2" charset="77"/>
              </a:defRPr>
            </a:lvl1pPr>
          </a:lstStyle>
          <a:p>
            <a:r>
              <a:rPr lang="pt-BR" sz="1400">
                <a:solidFill>
                  <a:schemeClr val="bg1"/>
                </a:solidFill>
                <a:latin typeface="Poppins Light" pitchFamily="2" charset="77"/>
                <a:cs typeface="Poppins Light" pitchFamily="2" charset="77"/>
              </a:rPr>
              <a:t>Inserir &gt; Mídia &gt; Vídeo &gt; Vídeos online</a:t>
            </a:r>
          </a:p>
        </p:txBody>
      </p:sp>
      <p:sp>
        <p:nvSpPr>
          <p:cNvPr id="6" name="CaixaDeTexto 5">
            <a:extLst>
              <a:ext uri="{FF2B5EF4-FFF2-40B4-BE49-F238E27FC236}">
                <a16:creationId xmlns:a16="http://schemas.microsoft.com/office/drawing/2014/main" id="{F16908F7-5FD9-B3F2-C0F3-AECEF2865FC9}"/>
              </a:ext>
            </a:extLst>
          </p:cNvPr>
          <p:cNvSpPr txBox="1"/>
          <p:nvPr userDrawn="1"/>
        </p:nvSpPr>
        <p:spPr>
          <a:xfrm>
            <a:off x="8651631" y="-112541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401774327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1_3. Conteudo" preserve="1" userDrawn="1">
  <p:cSld name="2_3. Conteudo">
    <p:bg>
      <p:bgPr>
        <a:solidFill>
          <a:srgbClr val="28566E"/>
        </a:solidFill>
        <a:effectLst/>
      </p:bgPr>
    </p:bg>
    <p:spTree>
      <p:nvGrpSpPr>
        <p:cNvPr id="1" name="Shape 114"/>
        <p:cNvGrpSpPr/>
        <p:nvPr/>
      </p:nvGrpSpPr>
      <p:grpSpPr>
        <a:xfrm>
          <a:off x="0" y="0"/>
          <a:ext cx="0" cy="0"/>
          <a:chOff x="0" y="0"/>
          <a:chExt cx="0" cy="0"/>
        </a:xfrm>
      </p:grpSpPr>
      <p:pic>
        <p:nvPicPr>
          <p:cNvPr id="5" name="Google Shape;107;p9">
            <a:extLst>
              <a:ext uri="{FF2B5EF4-FFF2-40B4-BE49-F238E27FC236}">
                <a16:creationId xmlns:a16="http://schemas.microsoft.com/office/drawing/2014/main" id="{D54E56DD-72E1-D32E-4FDD-D05A2DDB5A1E}"/>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1" y="0"/>
            <a:ext cx="6946227" cy="10286974"/>
          </a:xfrm>
          <a:prstGeom prst="rect">
            <a:avLst/>
          </a:prstGeom>
          <a:noFill/>
          <a:ln>
            <a:noFill/>
          </a:ln>
        </p:spPr>
      </p:pic>
      <p:pic>
        <p:nvPicPr>
          <p:cNvPr id="7" name="Imagem 6" descr="Câmera fotográfica preta&#10;&#10;Descrição gerada automaticamente">
            <a:extLst>
              <a:ext uri="{FF2B5EF4-FFF2-40B4-BE49-F238E27FC236}">
                <a16:creationId xmlns:a16="http://schemas.microsoft.com/office/drawing/2014/main" id="{BF48B4D9-DB80-F129-858C-B92D49CF1F05}"/>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t="-268"/>
          <a:stretch/>
        </p:blipFill>
        <p:spPr>
          <a:xfrm>
            <a:off x="643197" y="580139"/>
            <a:ext cx="4864916" cy="4864916"/>
          </a:xfrm>
          <a:prstGeom prst="ellipse">
            <a:avLst/>
          </a:prstGeom>
        </p:spPr>
      </p:pic>
      <p:pic>
        <p:nvPicPr>
          <p:cNvPr id="11" name="Imagem 10">
            <a:extLst>
              <a:ext uri="{FF2B5EF4-FFF2-40B4-BE49-F238E27FC236}">
                <a16:creationId xmlns:a16="http://schemas.microsoft.com/office/drawing/2014/main" id="{C76C57B9-6016-E9F3-4FFF-4DFC6C2AA383}"/>
              </a:ext>
            </a:extLst>
          </p:cNvPr>
          <p:cNvPicPr>
            <a:picLocks/>
          </p:cNvPicPr>
          <p:nvPr userDrawn="1"/>
        </p:nvPicPr>
        <p:blipFill>
          <a:blip r:embed="rId4"/>
          <a:stretch>
            <a:fillRect/>
          </a:stretch>
        </p:blipFill>
        <p:spPr>
          <a:xfrm>
            <a:off x="3297605" y="4060806"/>
            <a:ext cx="3434405" cy="2390404"/>
          </a:xfrm>
          <a:prstGeom prst="rect">
            <a:avLst/>
          </a:prstGeom>
        </p:spPr>
      </p:pic>
      <p:sp>
        <p:nvSpPr>
          <p:cNvPr id="4" name="Google Shape;689;p48">
            <a:extLst>
              <a:ext uri="{FF2B5EF4-FFF2-40B4-BE49-F238E27FC236}">
                <a16:creationId xmlns:a16="http://schemas.microsoft.com/office/drawing/2014/main" id="{FAFCC758-61EC-406C-1EF8-25D2434CEA07}"/>
              </a:ext>
            </a:extLst>
          </p:cNvPr>
          <p:cNvSpPr txBox="1">
            <a:spLocks/>
          </p:cNvSpPr>
          <p:nvPr userDrawn="1"/>
        </p:nvSpPr>
        <p:spPr>
          <a:xfrm>
            <a:off x="728496" y="5195702"/>
            <a:ext cx="1249754" cy="238087"/>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360"/>
              </a:spcBef>
              <a:buSzPts val="1200"/>
              <a:buFont typeface="Arial" pitchFamily="34" charset="0"/>
              <a:buNone/>
            </a:pPr>
            <a:r>
              <a:rPr lang="pt-BR" sz="1200">
                <a:solidFill>
                  <a:schemeClr val="bg1"/>
                </a:solidFill>
                <a:latin typeface="Poppins Light" panose="00000400000000000000" pitchFamily="2" charset="0"/>
                <a:cs typeface="Poppins Light" panose="00000400000000000000" pitchFamily="2" charset="0"/>
              </a:rPr>
              <a:t>© Getty Images</a:t>
            </a:r>
          </a:p>
        </p:txBody>
      </p:sp>
      <p:sp>
        <p:nvSpPr>
          <p:cNvPr id="2" name="Google Shape;117;p9">
            <a:extLst>
              <a:ext uri="{FF2B5EF4-FFF2-40B4-BE49-F238E27FC236}">
                <a16:creationId xmlns:a16="http://schemas.microsoft.com/office/drawing/2014/main" id="{AAC95801-93B0-A8EF-1651-81C380895E40}"/>
              </a:ext>
            </a:extLst>
          </p:cNvPr>
          <p:cNvSpPr txBox="1">
            <a:spLocks noGrp="1"/>
          </p:cNvSpPr>
          <p:nvPr>
            <p:ph type="body" idx="2"/>
          </p:nvPr>
        </p:nvSpPr>
        <p:spPr>
          <a:xfrm>
            <a:off x="7692272" y="622298"/>
            <a:ext cx="8437715" cy="1436520"/>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900"/>
              </a:spcBef>
              <a:spcAft>
                <a:spcPts val="0"/>
              </a:spcAft>
              <a:buClr>
                <a:schemeClr val="lt1"/>
              </a:buClr>
              <a:buSzPts val="4500"/>
              <a:buFont typeface="Poppins"/>
              <a:buNone/>
              <a:defRPr sz="45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lt1"/>
              </a:buClr>
              <a:buSzPts val="2800"/>
              <a:buFont typeface="Poppins"/>
              <a:buChar char="–"/>
              <a:defRPr sz="2800"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lt1"/>
              </a:buClr>
              <a:buSzPts val="2400"/>
              <a:buFont typeface="Poppins"/>
              <a:buChar char="•"/>
              <a:defRPr sz="24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9pPr>
          </a:lstStyle>
          <a:p>
            <a:endParaRPr/>
          </a:p>
        </p:txBody>
      </p:sp>
      <p:sp>
        <p:nvSpPr>
          <p:cNvPr id="3" name="Google Shape;116;p9">
            <a:extLst>
              <a:ext uri="{FF2B5EF4-FFF2-40B4-BE49-F238E27FC236}">
                <a16:creationId xmlns:a16="http://schemas.microsoft.com/office/drawing/2014/main" id="{EE2838AB-5016-933A-466D-0229559B6BF7}"/>
              </a:ext>
            </a:extLst>
          </p:cNvPr>
          <p:cNvSpPr txBox="1">
            <a:spLocks noGrp="1"/>
          </p:cNvSpPr>
          <p:nvPr>
            <p:ph type="body" idx="1"/>
          </p:nvPr>
        </p:nvSpPr>
        <p:spPr>
          <a:xfrm>
            <a:off x="7692272" y="2171129"/>
            <a:ext cx="9830595" cy="1436521"/>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560"/>
              </a:spcBef>
              <a:spcAft>
                <a:spcPts val="0"/>
              </a:spcAft>
              <a:buClr>
                <a:schemeClr val="lt1"/>
              </a:buClr>
              <a:buSzPts val="2800"/>
              <a:buFont typeface="Poppins"/>
              <a:buNone/>
              <a:defRPr sz="2800" b="0" i="0" u="none" strike="noStrike" cap="none">
                <a:solidFill>
                  <a:schemeClr val="lt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lt1"/>
              </a:buClr>
              <a:buSzPts val="2800"/>
              <a:buFont typeface="Poppins"/>
              <a:buChar char="–"/>
              <a:defRPr sz="2800"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lt1"/>
              </a:buClr>
              <a:buSzPts val="2400"/>
              <a:buFont typeface="Poppins"/>
              <a:buChar char="•"/>
              <a:defRPr sz="24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9pPr>
          </a:lstStyle>
          <a:p>
            <a:endParaRPr/>
          </a:p>
        </p:txBody>
      </p:sp>
      <p:sp>
        <p:nvSpPr>
          <p:cNvPr id="13" name="Google Shape;139;p11">
            <a:extLst>
              <a:ext uri="{FF2B5EF4-FFF2-40B4-BE49-F238E27FC236}">
                <a16:creationId xmlns:a16="http://schemas.microsoft.com/office/drawing/2014/main" id="{59386DD0-5AAE-08B8-E3DA-A2064E890B33}"/>
              </a:ext>
            </a:extLst>
          </p:cNvPr>
          <p:cNvSpPr txBox="1">
            <a:spLocks noGrp="1"/>
          </p:cNvSpPr>
          <p:nvPr>
            <p:ph type="body" idx="11"/>
          </p:nvPr>
        </p:nvSpPr>
        <p:spPr>
          <a:xfrm>
            <a:off x="7692272" y="8957839"/>
            <a:ext cx="9829800" cy="235962"/>
          </a:xfrm>
          <a:prstGeom prst="rect">
            <a:avLst/>
          </a:prstGeom>
          <a:noFill/>
          <a:ln>
            <a:noFill/>
          </a:ln>
        </p:spPr>
        <p:txBody>
          <a:bodyPr spcFirstLastPara="1" wrap="square" lIns="0" tIns="0" rIns="0" bIns="0" anchor="t" anchorCtr="0">
            <a:spAutoFit/>
          </a:bodyPr>
          <a:lstStyle>
            <a:lvl1pPr marL="0" marR="0" lvl="0" indent="0" algn="l" rtl="0">
              <a:lnSpc>
                <a:spcPct val="100000"/>
              </a:lnSpc>
              <a:spcBef>
                <a:spcPts val="360"/>
              </a:spcBef>
              <a:spcAft>
                <a:spcPts val="0"/>
              </a:spcAft>
              <a:buClr>
                <a:schemeClr val="dk1"/>
              </a:buClr>
              <a:buSzPts val="1200"/>
              <a:buFont typeface="Poppins"/>
              <a:buNone/>
              <a:defRPr sz="1200" b="0" i="0" u="none" strike="noStrike" cap="none">
                <a:solidFill>
                  <a:schemeClr val="bg1"/>
                </a:solidFill>
                <a:latin typeface="Poppins" pitchFamily="2" charset="77"/>
                <a:ea typeface="Poppins" pitchFamily="2" charset="77"/>
                <a:cs typeface="Poppins" pitchFamily="2" charset="77"/>
                <a:sym typeface="Poppins Light"/>
              </a:defRPr>
            </a:lvl1pPr>
            <a:lvl2pPr marL="914400" marR="0" lvl="1" indent="-304800" algn="l" rtl="0">
              <a:lnSpc>
                <a:spcPct val="100000"/>
              </a:lnSpc>
              <a:spcBef>
                <a:spcPts val="56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48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9pPr>
          </a:lstStyle>
          <a:p>
            <a:endParaRPr/>
          </a:p>
        </p:txBody>
      </p:sp>
      <p:sp>
        <p:nvSpPr>
          <p:cNvPr id="14" name="Espaço Reservado para Texto 18">
            <a:extLst>
              <a:ext uri="{FF2B5EF4-FFF2-40B4-BE49-F238E27FC236}">
                <a16:creationId xmlns:a16="http://schemas.microsoft.com/office/drawing/2014/main" id="{DD7BF362-949F-D39B-33DB-46D9024EEC64}"/>
              </a:ext>
            </a:extLst>
          </p:cNvPr>
          <p:cNvSpPr>
            <a:spLocks noGrp="1"/>
          </p:cNvSpPr>
          <p:nvPr>
            <p:ph type="body" sz="quarter" idx="10" hasCustomPrompt="1"/>
          </p:nvPr>
        </p:nvSpPr>
        <p:spPr>
          <a:xfrm>
            <a:off x="7692272" y="3821945"/>
            <a:ext cx="9829800" cy="4975691"/>
          </a:xfrm>
          <a:prstGeom prst="rect">
            <a:avLst/>
          </a:prstGeom>
        </p:spPr>
        <p:txBody>
          <a:bodyPr/>
          <a:lstStyle>
            <a:lvl1pPr>
              <a:defRPr sz="1800" b="0" i="0">
                <a:latin typeface="Poppins" pitchFamily="2" charset="77"/>
                <a:cs typeface="Poppins" pitchFamily="2" charset="77"/>
              </a:defRPr>
            </a:lvl1pPr>
          </a:lstStyle>
          <a:p>
            <a:r>
              <a:rPr lang="pt-BR" sz="1400">
                <a:solidFill>
                  <a:schemeClr val="bg1"/>
                </a:solidFill>
                <a:latin typeface="Poppins Light" pitchFamily="2" charset="77"/>
                <a:cs typeface="Poppins Light" pitchFamily="2" charset="77"/>
              </a:rPr>
              <a:t>Inserir &gt; Mídia &gt; Vídeo &gt; Vídeos online</a:t>
            </a:r>
          </a:p>
        </p:txBody>
      </p:sp>
      <p:sp>
        <p:nvSpPr>
          <p:cNvPr id="6" name="CaixaDeTexto 5">
            <a:extLst>
              <a:ext uri="{FF2B5EF4-FFF2-40B4-BE49-F238E27FC236}">
                <a16:creationId xmlns:a16="http://schemas.microsoft.com/office/drawing/2014/main" id="{F16908F7-5FD9-B3F2-C0F3-AECEF2865FC9}"/>
              </a:ext>
            </a:extLst>
          </p:cNvPr>
          <p:cNvSpPr txBox="1"/>
          <p:nvPr userDrawn="1"/>
        </p:nvSpPr>
        <p:spPr>
          <a:xfrm>
            <a:off x="8651631" y="-112541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8" name="Google Shape;207;p37">
            <a:extLst>
              <a:ext uri="{FF2B5EF4-FFF2-40B4-BE49-F238E27FC236}">
                <a16:creationId xmlns:a16="http://schemas.microsoft.com/office/drawing/2014/main" id="{D5DEB5BF-794A-0C5A-2194-41A8ED4914F2}"/>
              </a:ext>
            </a:extLst>
          </p:cNvPr>
          <p:cNvSpPr txBox="1"/>
          <p:nvPr userDrawn="1"/>
        </p:nvSpPr>
        <p:spPr>
          <a:xfrm>
            <a:off x="3867591" y="4754879"/>
            <a:ext cx="2401402" cy="98488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200" b="0" i="0" u="none" strike="noStrike" cap="none">
                <a:solidFill>
                  <a:srgbClr val="FFFFFF"/>
                </a:solidFill>
                <a:latin typeface="Poppins Light" pitchFamily="2" charset="77"/>
                <a:ea typeface="Poppins Light"/>
                <a:cs typeface="Poppins Light" pitchFamily="2" charset="77"/>
                <a:sym typeface="Poppins Light"/>
              </a:rPr>
              <a:t>Colocando</a:t>
            </a:r>
            <a:br>
              <a:rPr lang="pt-BR" sz="3200" b="0" i="0" u="none" strike="noStrike" cap="none">
                <a:solidFill>
                  <a:srgbClr val="FFFFFF"/>
                </a:solidFill>
                <a:latin typeface="Poppins Light" pitchFamily="2" charset="77"/>
                <a:ea typeface="Poppins Light"/>
                <a:cs typeface="Poppins Light" pitchFamily="2" charset="77"/>
                <a:sym typeface="Poppins Light"/>
              </a:rPr>
            </a:br>
            <a:r>
              <a:rPr lang="pt-BR" sz="3200" b="0" i="0" u="none" strike="noStrike" cap="none">
                <a:solidFill>
                  <a:srgbClr val="FFFFFF"/>
                </a:solidFill>
                <a:latin typeface="Poppins Light" pitchFamily="2" charset="77"/>
                <a:ea typeface="Poppins Light"/>
                <a:cs typeface="Poppins Light" pitchFamily="2" charset="77"/>
                <a:sym typeface="Poppins Light"/>
              </a:rPr>
              <a:t>em </a:t>
            </a:r>
            <a:r>
              <a:rPr lang="pt-BR" sz="3200" b="1" i="0" u="none" strike="noStrike" cap="none">
                <a:solidFill>
                  <a:srgbClr val="FFFFFF"/>
                </a:solidFill>
                <a:latin typeface="Poppins"/>
                <a:ea typeface="Poppins"/>
                <a:cs typeface="Poppins"/>
                <a:sym typeface="Poppins"/>
              </a:rPr>
              <a:t>prática</a:t>
            </a:r>
            <a:endParaRPr sz="3200" b="0" i="0" u="none" strike="noStrike" cap="none">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216656146"/>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4. Exposição" userDrawn="1">
  <p:cSld name="4. Exposição">
    <p:spTree>
      <p:nvGrpSpPr>
        <p:cNvPr id="1" name="Shape 125"/>
        <p:cNvGrpSpPr/>
        <p:nvPr/>
      </p:nvGrpSpPr>
      <p:grpSpPr>
        <a:xfrm>
          <a:off x="0" y="0"/>
          <a:ext cx="0" cy="0"/>
          <a:chOff x="0" y="0"/>
          <a:chExt cx="0" cy="0"/>
        </a:xfrm>
      </p:grpSpPr>
      <p:pic>
        <p:nvPicPr>
          <p:cNvPr id="13" name="Google Shape;118;p10">
            <a:extLst>
              <a:ext uri="{FF2B5EF4-FFF2-40B4-BE49-F238E27FC236}">
                <a16:creationId xmlns:a16="http://schemas.microsoft.com/office/drawing/2014/main" id="{463A7E4A-D250-FCE3-C62E-9FE57DC619F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827177" cy="10286974"/>
          </a:xfrm>
          <a:prstGeom prst="rect">
            <a:avLst/>
          </a:prstGeom>
          <a:noFill/>
          <a:ln>
            <a:noFill/>
          </a:ln>
        </p:spPr>
      </p:pic>
      <p:sp>
        <p:nvSpPr>
          <p:cNvPr id="3" name="Google Shape;107;p8">
            <a:extLst>
              <a:ext uri="{FF2B5EF4-FFF2-40B4-BE49-F238E27FC236}">
                <a16:creationId xmlns:a16="http://schemas.microsoft.com/office/drawing/2014/main" id="{CC2696E7-8DF9-0EDB-8298-C1C8ED91B769}"/>
              </a:ext>
            </a:extLst>
          </p:cNvPr>
          <p:cNvSpPr txBox="1">
            <a:spLocks noGrp="1"/>
          </p:cNvSpPr>
          <p:nvPr>
            <p:ph type="body" idx="10"/>
          </p:nvPr>
        </p:nvSpPr>
        <p:spPr>
          <a:xfrm>
            <a:off x="5954667" y="1153106"/>
            <a:ext cx="9830595" cy="1436520"/>
          </a:xfrm>
          <a:prstGeom prst="rect">
            <a:avLst/>
          </a:prstGeom>
          <a:noFill/>
          <a:ln>
            <a:noFill/>
          </a:ln>
        </p:spPr>
        <p:txBody>
          <a:bodyPr spcFirstLastPara="1" wrap="square" lIns="91425" tIns="45700" rIns="91425" bIns="45700" anchor="t" anchorCtr="0">
            <a:normAutofit/>
          </a:bodyPr>
          <a:lstStyle>
            <a:lvl1pPr marL="0" marR="0" lvl="0" indent="-228600" algn="l" rtl="0">
              <a:lnSpc>
                <a:spcPct val="100000"/>
              </a:lnSpc>
              <a:spcBef>
                <a:spcPts val="900"/>
              </a:spcBef>
              <a:spcAft>
                <a:spcPts val="0"/>
              </a:spcAft>
              <a:buClr>
                <a:schemeClr val="dk1"/>
              </a:buClr>
              <a:buSzPts val="4500"/>
              <a:buFont typeface="Poppins"/>
              <a:buNone/>
              <a:defRPr sz="45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14" name="Imagem 13">
            <a:extLst>
              <a:ext uri="{FF2B5EF4-FFF2-40B4-BE49-F238E27FC236}">
                <a16:creationId xmlns:a16="http://schemas.microsoft.com/office/drawing/2014/main" id="{3F92C7B7-02A6-BA8C-528E-BB32C64969B6}"/>
              </a:ext>
            </a:extLst>
          </p:cNvPr>
          <p:cNvPicPr>
            <a:picLocks/>
          </p:cNvPicPr>
          <p:nvPr userDrawn="1"/>
        </p:nvPicPr>
        <p:blipFill>
          <a:blip r:embed="rId3"/>
          <a:stretch>
            <a:fillRect/>
          </a:stretch>
        </p:blipFill>
        <p:spPr>
          <a:xfrm>
            <a:off x="734401" y="691201"/>
            <a:ext cx="3434405" cy="2390404"/>
          </a:xfrm>
          <a:prstGeom prst="rect">
            <a:avLst/>
          </a:prstGeom>
        </p:spPr>
      </p:pic>
      <p:sp>
        <p:nvSpPr>
          <p:cNvPr id="8" name="Google Shape;77;p5">
            <a:extLst>
              <a:ext uri="{FF2B5EF4-FFF2-40B4-BE49-F238E27FC236}">
                <a16:creationId xmlns:a16="http://schemas.microsoft.com/office/drawing/2014/main" id="{8D395D37-09DA-2394-1136-F7FEF43082CE}"/>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
        <p:nvSpPr>
          <p:cNvPr id="9" name="Espaço Reservado para Imagem 4">
            <a:extLst>
              <a:ext uri="{FF2B5EF4-FFF2-40B4-BE49-F238E27FC236}">
                <a16:creationId xmlns:a16="http://schemas.microsoft.com/office/drawing/2014/main" id="{414CC2B9-749E-3220-6657-91325218237D}"/>
              </a:ext>
            </a:extLst>
          </p:cNvPr>
          <p:cNvSpPr>
            <a:spLocks noGrp="1"/>
          </p:cNvSpPr>
          <p:nvPr>
            <p:ph type="pic" idx="11"/>
          </p:nvPr>
        </p:nvSpPr>
        <p:spPr>
          <a:xfrm>
            <a:off x="5969287" y="2929696"/>
            <a:ext cx="10902950" cy="5672137"/>
          </a:xfrm>
          <a:prstGeom prst="rect">
            <a:avLst/>
          </a:prstGeom>
        </p:spPr>
        <p:txBody>
          <a:bodyPr/>
          <a:lstStyle/>
          <a:p>
            <a:endParaRPr lang="pt-BR" sz="2000">
              <a:latin typeface="Poppins" pitchFamily="2" charset="77"/>
              <a:cs typeface="Poppins" pitchFamily="2" charset="77"/>
            </a:endParaRPr>
          </a:p>
        </p:txBody>
      </p:sp>
      <p:sp>
        <p:nvSpPr>
          <p:cNvPr id="10" name="Google Shape;139;p11">
            <a:extLst>
              <a:ext uri="{FF2B5EF4-FFF2-40B4-BE49-F238E27FC236}">
                <a16:creationId xmlns:a16="http://schemas.microsoft.com/office/drawing/2014/main" id="{4F2FAF39-5A6B-5C48-362D-BF4EFC15E3EF}"/>
              </a:ext>
            </a:extLst>
          </p:cNvPr>
          <p:cNvSpPr txBox="1">
            <a:spLocks noGrp="1"/>
          </p:cNvSpPr>
          <p:nvPr>
            <p:ph type="body" idx="2"/>
          </p:nvPr>
        </p:nvSpPr>
        <p:spPr>
          <a:xfrm>
            <a:off x="5954667" y="8746803"/>
            <a:ext cx="10902900" cy="235962"/>
          </a:xfrm>
          <a:prstGeom prst="rect">
            <a:avLst/>
          </a:prstGeom>
          <a:noFill/>
          <a:ln>
            <a:noFill/>
          </a:ln>
        </p:spPr>
        <p:txBody>
          <a:bodyPr spcFirstLastPara="1" wrap="square" lIns="0" tIns="0" rIns="0" bIns="0" anchor="t" anchorCtr="0">
            <a:spAutoFit/>
          </a:bodyPr>
          <a:lstStyle>
            <a:lvl1pPr marL="0" marR="0" lvl="0" indent="0" algn="l" rtl="0">
              <a:lnSpc>
                <a:spcPct val="100000"/>
              </a:lnSpc>
              <a:spcBef>
                <a:spcPts val="360"/>
              </a:spcBef>
              <a:spcAft>
                <a:spcPts val="0"/>
              </a:spcAft>
              <a:buClr>
                <a:schemeClr val="dk1"/>
              </a:buClr>
              <a:buSzPts val="1200"/>
              <a:buFont typeface="Poppins"/>
              <a:buNone/>
              <a:defRPr sz="12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304800" algn="l" rtl="0">
              <a:lnSpc>
                <a:spcPct val="100000"/>
              </a:lnSpc>
              <a:spcBef>
                <a:spcPts val="56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48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9pPr>
          </a:lstStyle>
          <a:p>
            <a:endParaRPr/>
          </a:p>
        </p:txBody>
      </p:sp>
      <p:sp>
        <p:nvSpPr>
          <p:cNvPr id="5" name="CaixaDeTexto 4">
            <a:extLst>
              <a:ext uri="{FF2B5EF4-FFF2-40B4-BE49-F238E27FC236}">
                <a16:creationId xmlns:a16="http://schemas.microsoft.com/office/drawing/2014/main" id="{B1E21DB9-E6B4-1337-9C8A-D6764DA829F5}"/>
              </a:ext>
            </a:extLst>
          </p:cNvPr>
          <p:cNvSpPr txBox="1"/>
          <p:nvPr userDrawn="1"/>
        </p:nvSpPr>
        <p:spPr>
          <a:xfrm>
            <a:off x="5560142" y="-42770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1425154472"/>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420160189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cxnSp>
        <p:nvCxnSpPr>
          <p:cNvPr id="15" name="Conector recto 4">
            <a:extLst>
              <a:ext uri="{FF2B5EF4-FFF2-40B4-BE49-F238E27FC236}">
                <a16:creationId xmlns:a16="http://schemas.microsoft.com/office/drawing/2014/main" id="{B00161AD-4B62-D867-A528-21DF01B13D4D}"/>
              </a:ext>
            </a:extLst>
          </p:cNvPr>
          <p:cNvCxnSpPr>
            <a:cxnSpLocks/>
          </p:cNvCxnSpPr>
          <p:nvPr userDrawn="1"/>
        </p:nvCxnSpPr>
        <p:spPr>
          <a:xfrm>
            <a:off x="514532" y="913691"/>
            <a:ext cx="11244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Google Shape;66;g1f520272227_0_4">
            <a:extLst>
              <a:ext uri="{FF2B5EF4-FFF2-40B4-BE49-F238E27FC236}">
                <a16:creationId xmlns:a16="http://schemas.microsoft.com/office/drawing/2014/main" id="{0064257B-305A-F007-6406-534D4CA5B979}"/>
              </a:ext>
            </a:extLst>
          </p:cNvPr>
          <p:cNvSpPr txBox="1"/>
          <p:nvPr userDrawn="1"/>
        </p:nvSpPr>
        <p:spPr>
          <a:xfrm>
            <a:off x="514531" y="572423"/>
            <a:ext cx="6230397" cy="432396"/>
          </a:xfrm>
          <a:prstGeom prst="rect">
            <a:avLst/>
          </a:prstGeom>
          <a:noFill/>
          <a:ln>
            <a:noFill/>
          </a:ln>
        </p:spPr>
        <p:txBody>
          <a:bodyPr spcFirstLastPara="1" wrap="square" lIns="91425" tIns="91425" rIns="91425" bIns="91425" anchor="ctr" anchorCtr="0">
            <a:spAutoFit/>
          </a:bodyPr>
          <a:lstStyle/>
          <a:p>
            <a:pPr marL="0" marR="0" lvl="0" indent="0" algn="l" rtl="0">
              <a:lnSpc>
                <a:spcPct val="115000"/>
              </a:lnSpc>
              <a:spcBef>
                <a:spcPts val="0"/>
              </a:spcBef>
              <a:buClr>
                <a:srgbClr val="000000"/>
              </a:buClr>
              <a:buSzPts val="3400"/>
              <a:buFont typeface="Arial"/>
              <a:buNone/>
            </a:pPr>
            <a:r>
              <a:rPr lang="pt-BR" b="1">
                <a:latin typeface="Arial" panose="020B0604020202020204" pitchFamily="34" charset="0"/>
                <a:ea typeface="Verdana"/>
                <a:cs typeface="Arial" panose="020B0604020202020204" pitchFamily="34" charset="0"/>
                <a:sym typeface="Verdana"/>
              </a:rPr>
              <a:t>Diversas aplicações</a:t>
            </a:r>
            <a:endParaRPr lang="pt-BR" sz="1400" b="1" i="0" u="none" strike="noStrike" cap="none">
              <a:latin typeface="Arial" panose="020B0604020202020204" pitchFamily="34" charset="0"/>
              <a:ea typeface="Verdana"/>
              <a:cs typeface="Arial" panose="020B0604020202020204" pitchFamily="34" charset="0"/>
              <a:sym typeface="Verdana"/>
            </a:endParaRPr>
          </a:p>
        </p:txBody>
      </p:sp>
    </p:spTree>
    <p:extLst>
      <p:ext uri="{BB962C8B-B14F-4D97-AF65-F5344CB8AC3E}">
        <p14:creationId xmlns:p14="http://schemas.microsoft.com/office/powerpoint/2010/main" val="3169006968"/>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matchingName="Title Only" type="titleOnly">
  <p:cSld name="1_Title Only">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‹nº›</a:t>
            </a:fld>
            <a:endParaRPr/>
          </a:p>
        </p:txBody>
      </p:sp>
    </p:spTree>
    <p:extLst>
      <p:ext uri="{BB962C8B-B14F-4D97-AF65-F5344CB8AC3E}">
        <p14:creationId xmlns:p14="http://schemas.microsoft.com/office/powerpoint/2010/main" val="1666762947"/>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matchingName="Title Only" userDrawn="1">
  <p:cSld name="1_Title Only">
    <p:spTree>
      <p:nvGrpSpPr>
        <p:cNvPr id="1" name="Shape 16"/>
        <p:cNvGrpSpPr/>
        <p:nvPr/>
      </p:nvGrpSpPr>
      <p:grpSpPr>
        <a:xfrm>
          <a:off x="0" y="0"/>
          <a:ext cx="0" cy="0"/>
          <a:chOff x="0" y="0"/>
          <a:chExt cx="0" cy="0"/>
        </a:xfrm>
      </p:grpSpPr>
      <p:pic>
        <p:nvPicPr>
          <p:cNvPr id="2" name="Google Shape;118;p10">
            <a:extLst>
              <a:ext uri="{FF2B5EF4-FFF2-40B4-BE49-F238E27FC236}">
                <a16:creationId xmlns:a16="http://schemas.microsoft.com/office/drawing/2014/main" id="{E726D758-1DFA-4EB5-CA4E-6962AB421A8B}"/>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12311" y="7434"/>
            <a:ext cx="5425603" cy="10286974"/>
          </a:xfrm>
          <a:prstGeom prst="rect">
            <a:avLst/>
          </a:prstGeom>
          <a:noFill/>
          <a:ln>
            <a:noFill/>
          </a:ln>
        </p:spPr>
      </p:pic>
      <p:sp>
        <p:nvSpPr>
          <p:cNvPr id="49" name="Espaço Reservado para Texto 47">
            <a:extLst>
              <a:ext uri="{FF2B5EF4-FFF2-40B4-BE49-F238E27FC236}">
                <a16:creationId xmlns:a16="http://schemas.microsoft.com/office/drawing/2014/main" id="{A31DB085-8D9B-F2C6-95BD-9B213846EDF7}"/>
              </a:ext>
            </a:extLst>
          </p:cNvPr>
          <p:cNvSpPr>
            <a:spLocks noGrp="1"/>
          </p:cNvSpPr>
          <p:nvPr>
            <p:ph type="body" sz="quarter" idx="18"/>
          </p:nvPr>
        </p:nvSpPr>
        <p:spPr>
          <a:xfrm>
            <a:off x="9143989" y="4395788"/>
            <a:ext cx="8571899" cy="2078037"/>
          </a:xfrm>
          <a:prstGeom prst="rect">
            <a:avLst/>
          </a:prstGeom>
        </p:spPr>
        <p:txBody>
          <a:bodyPr/>
          <a:lstStyle>
            <a:lvl1pPr>
              <a:defRPr sz="2000" b="0" i="0">
                <a:latin typeface="Poppins" pitchFamily="2" charset="77"/>
                <a:cs typeface="Poppins" pitchFamily="2" charset="77"/>
              </a:defRPr>
            </a:lvl1pPr>
          </a:lstStyle>
          <a:p>
            <a:pPr lvl="0"/>
            <a:endParaRPr lang="pt-BR"/>
          </a:p>
        </p:txBody>
      </p:sp>
      <p:sp>
        <p:nvSpPr>
          <p:cNvPr id="44" name="Espaço Reservado para Texto 43">
            <a:extLst>
              <a:ext uri="{FF2B5EF4-FFF2-40B4-BE49-F238E27FC236}">
                <a16:creationId xmlns:a16="http://schemas.microsoft.com/office/drawing/2014/main" id="{8BA9D713-D337-34B3-EBCA-1DC8EAA320B6}"/>
              </a:ext>
            </a:extLst>
          </p:cNvPr>
          <p:cNvSpPr>
            <a:spLocks noGrp="1"/>
          </p:cNvSpPr>
          <p:nvPr>
            <p:ph type="body" sz="quarter" idx="14"/>
          </p:nvPr>
        </p:nvSpPr>
        <p:spPr>
          <a:xfrm>
            <a:off x="9143992" y="492126"/>
            <a:ext cx="8571897" cy="518154"/>
          </a:xfrm>
          <a:prstGeom prst="rect">
            <a:avLst/>
          </a:prstGeom>
        </p:spPr>
        <p:txBody>
          <a:bodyPr/>
          <a:lstStyle>
            <a:lvl1pPr>
              <a:defRPr sz="2400" b="1" i="0">
                <a:latin typeface="Poppins" pitchFamily="2" charset="77"/>
                <a:cs typeface="Poppins" pitchFamily="2" charset="77"/>
              </a:defRPr>
            </a:lvl1pPr>
          </a:lstStyle>
          <a:p>
            <a:pPr lvl="0"/>
            <a:endParaRPr lang="pt-BR"/>
          </a:p>
        </p:txBody>
      </p:sp>
      <p:sp>
        <p:nvSpPr>
          <p:cNvPr id="5" name="CaixaDeTexto 4">
            <a:extLst>
              <a:ext uri="{FF2B5EF4-FFF2-40B4-BE49-F238E27FC236}">
                <a16:creationId xmlns:a16="http://schemas.microsoft.com/office/drawing/2014/main" id="{94EF9377-0BC9-8D48-6EB4-411B8F209D6B}"/>
              </a:ext>
            </a:extLst>
          </p:cNvPr>
          <p:cNvSpPr txBox="1"/>
          <p:nvPr userDrawn="1"/>
        </p:nvSpPr>
        <p:spPr>
          <a:xfrm>
            <a:off x="-2203554" y="1514007"/>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cxnSp>
        <p:nvCxnSpPr>
          <p:cNvPr id="29" name="Google Shape;88;p34">
            <a:extLst>
              <a:ext uri="{FF2B5EF4-FFF2-40B4-BE49-F238E27FC236}">
                <a16:creationId xmlns:a16="http://schemas.microsoft.com/office/drawing/2014/main" id="{A2EE80FD-890E-4D7D-AE29-D84D61A7F32E}"/>
              </a:ext>
            </a:extLst>
          </p:cNvPr>
          <p:cNvCxnSpPr/>
          <p:nvPr userDrawn="1"/>
        </p:nvCxnSpPr>
        <p:spPr>
          <a:xfrm>
            <a:off x="8725759" y="42431"/>
            <a:ext cx="0" cy="10287000"/>
          </a:xfrm>
          <a:prstGeom prst="straightConnector1">
            <a:avLst/>
          </a:prstGeom>
          <a:noFill/>
          <a:ln w="28575" cap="flat" cmpd="sng">
            <a:solidFill>
              <a:schemeClr val="dk1"/>
            </a:solidFill>
            <a:prstDash val="dot"/>
            <a:round/>
            <a:headEnd type="none" w="sm" len="sm"/>
            <a:tailEnd type="none" w="sm" len="sm"/>
          </a:ln>
        </p:spPr>
      </p:cxnSp>
      <p:pic>
        <p:nvPicPr>
          <p:cNvPr id="15" name="Imagem 14">
            <a:extLst>
              <a:ext uri="{FF2B5EF4-FFF2-40B4-BE49-F238E27FC236}">
                <a16:creationId xmlns:a16="http://schemas.microsoft.com/office/drawing/2014/main" id="{D2FFB432-082B-87F3-E706-CFDAE4590796}"/>
              </a:ext>
            </a:extLst>
          </p:cNvPr>
          <p:cNvPicPr>
            <a:picLocks/>
          </p:cNvPicPr>
          <p:nvPr userDrawn="1"/>
        </p:nvPicPr>
        <p:blipFill>
          <a:blip r:embed="rId3"/>
          <a:stretch>
            <a:fillRect/>
          </a:stretch>
        </p:blipFill>
        <p:spPr>
          <a:xfrm>
            <a:off x="381601" y="327600"/>
            <a:ext cx="3434405" cy="2390404"/>
          </a:xfrm>
          <a:prstGeom prst="rect">
            <a:avLst/>
          </a:prstGeom>
        </p:spPr>
      </p:pic>
      <p:sp>
        <p:nvSpPr>
          <p:cNvPr id="13" name="CaixaDeTexto 12">
            <a:extLst>
              <a:ext uri="{FF2B5EF4-FFF2-40B4-BE49-F238E27FC236}">
                <a16:creationId xmlns:a16="http://schemas.microsoft.com/office/drawing/2014/main" id="{C0EBB042-9ECC-5B2A-6557-CB023EBC774E}"/>
              </a:ext>
            </a:extLst>
          </p:cNvPr>
          <p:cNvSpPr txBox="1"/>
          <p:nvPr userDrawn="1"/>
        </p:nvSpPr>
        <p:spPr>
          <a:xfrm>
            <a:off x="4245429" y="-604157"/>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14" name="CaixaDeTexto 13">
            <a:extLst>
              <a:ext uri="{FF2B5EF4-FFF2-40B4-BE49-F238E27FC236}">
                <a16:creationId xmlns:a16="http://schemas.microsoft.com/office/drawing/2014/main" id="{90AF2159-2A35-8E04-4B33-E6A49E2453BC}"/>
              </a:ext>
            </a:extLst>
          </p:cNvPr>
          <p:cNvSpPr txBox="1"/>
          <p:nvPr userDrawn="1"/>
        </p:nvSpPr>
        <p:spPr>
          <a:xfrm>
            <a:off x="7674429" y="-104502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16" name="CaixaDeTexto 15">
            <a:extLst>
              <a:ext uri="{FF2B5EF4-FFF2-40B4-BE49-F238E27FC236}">
                <a16:creationId xmlns:a16="http://schemas.microsoft.com/office/drawing/2014/main" id="{DB727F1E-B53A-B969-AC4C-955A2A2DC5F4}"/>
              </a:ext>
            </a:extLst>
          </p:cNvPr>
          <p:cNvSpPr txBox="1"/>
          <p:nvPr userDrawn="1"/>
        </p:nvSpPr>
        <p:spPr>
          <a:xfrm>
            <a:off x="7494814" y="-1061357"/>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0" name="Espaço Reservado para Texto 39">
            <a:extLst>
              <a:ext uri="{FF2B5EF4-FFF2-40B4-BE49-F238E27FC236}">
                <a16:creationId xmlns:a16="http://schemas.microsoft.com/office/drawing/2014/main" id="{7BABDDB2-A287-2957-2CA8-7960C4449054}"/>
              </a:ext>
            </a:extLst>
          </p:cNvPr>
          <p:cNvSpPr>
            <a:spLocks noGrp="1"/>
          </p:cNvSpPr>
          <p:nvPr>
            <p:ph type="body" sz="quarter" idx="11"/>
          </p:nvPr>
        </p:nvSpPr>
        <p:spPr>
          <a:xfrm>
            <a:off x="4364454" y="2999451"/>
            <a:ext cx="3943057" cy="299801"/>
          </a:xfrm>
          <a:prstGeom prst="rect">
            <a:avLst/>
          </a:prstGeom>
        </p:spPr>
        <p:txBody>
          <a:bodyPr/>
          <a:lstStyle>
            <a:lvl1pPr algn="r">
              <a:defRPr sz="1200" b="0" i="0">
                <a:latin typeface="Poppins" pitchFamily="2" charset="77"/>
                <a:cs typeface="Poppins" pitchFamily="2" charset="77"/>
              </a:defRPr>
            </a:lvl1pPr>
            <a:lvl2pPr>
              <a:defRPr sz="1200" b="0" i="0">
                <a:latin typeface="Poppins" pitchFamily="2" charset="77"/>
                <a:cs typeface="Poppins" pitchFamily="2" charset="77"/>
              </a:defRPr>
            </a:lvl2pPr>
            <a:lvl3pPr>
              <a:defRPr sz="1200" b="0" i="0">
                <a:latin typeface="Poppins" pitchFamily="2" charset="77"/>
                <a:cs typeface="Poppins" pitchFamily="2" charset="77"/>
              </a:defRPr>
            </a:lvl3pPr>
            <a:lvl4pPr>
              <a:defRPr sz="1200" b="0" i="0">
                <a:latin typeface="Poppins" pitchFamily="2" charset="77"/>
                <a:cs typeface="Poppins" pitchFamily="2" charset="77"/>
              </a:defRPr>
            </a:lvl4pPr>
            <a:lvl5pPr>
              <a:defRPr sz="1200" b="0" i="0">
                <a:latin typeface="Poppins" pitchFamily="2" charset="77"/>
                <a:cs typeface="Poppins" pitchFamily="2" charset="77"/>
              </a:defRPr>
            </a:lvl5pPr>
          </a:lstStyle>
          <a:p>
            <a:pPr lvl="0"/>
            <a:endParaRPr lang="pt-BR"/>
          </a:p>
        </p:txBody>
      </p:sp>
      <p:sp>
        <p:nvSpPr>
          <p:cNvPr id="41" name="Espaço Reservado para Texto 39">
            <a:extLst>
              <a:ext uri="{FF2B5EF4-FFF2-40B4-BE49-F238E27FC236}">
                <a16:creationId xmlns:a16="http://schemas.microsoft.com/office/drawing/2014/main" id="{9E43EB52-42FF-961B-FEDF-2F580F935CCA}"/>
              </a:ext>
            </a:extLst>
          </p:cNvPr>
          <p:cNvSpPr>
            <a:spLocks noGrp="1"/>
          </p:cNvSpPr>
          <p:nvPr>
            <p:ph type="body" sz="quarter" idx="12"/>
          </p:nvPr>
        </p:nvSpPr>
        <p:spPr>
          <a:xfrm>
            <a:off x="4364454" y="6140216"/>
            <a:ext cx="3943057" cy="299801"/>
          </a:xfrm>
          <a:prstGeom prst="rect">
            <a:avLst/>
          </a:prstGeom>
        </p:spPr>
        <p:txBody>
          <a:bodyPr/>
          <a:lstStyle>
            <a:lvl1pPr algn="r">
              <a:defRPr sz="1200" b="0" i="0">
                <a:latin typeface="Poppins" pitchFamily="2" charset="77"/>
                <a:cs typeface="Poppins" pitchFamily="2" charset="77"/>
              </a:defRPr>
            </a:lvl1pPr>
            <a:lvl2pPr>
              <a:defRPr sz="1200" b="0" i="0">
                <a:latin typeface="Poppins" pitchFamily="2" charset="77"/>
                <a:cs typeface="Poppins" pitchFamily="2" charset="77"/>
              </a:defRPr>
            </a:lvl2pPr>
            <a:lvl3pPr>
              <a:defRPr sz="1200" b="0" i="0">
                <a:latin typeface="Poppins" pitchFamily="2" charset="77"/>
                <a:cs typeface="Poppins" pitchFamily="2" charset="77"/>
              </a:defRPr>
            </a:lvl3pPr>
            <a:lvl4pPr>
              <a:defRPr sz="1200" b="0" i="0">
                <a:latin typeface="Poppins" pitchFamily="2" charset="77"/>
                <a:cs typeface="Poppins" pitchFamily="2" charset="77"/>
              </a:defRPr>
            </a:lvl4pPr>
            <a:lvl5pPr>
              <a:defRPr sz="1200" b="0" i="0">
                <a:latin typeface="Poppins" pitchFamily="2" charset="77"/>
                <a:cs typeface="Poppins" pitchFamily="2" charset="77"/>
              </a:defRPr>
            </a:lvl5pPr>
          </a:lstStyle>
          <a:p>
            <a:pPr lvl="0"/>
            <a:endParaRPr lang="pt-BR"/>
          </a:p>
        </p:txBody>
      </p:sp>
      <p:sp>
        <p:nvSpPr>
          <p:cNvPr id="42" name="Espaço Reservado para Texto 39">
            <a:extLst>
              <a:ext uri="{FF2B5EF4-FFF2-40B4-BE49-F238E27FC236}">
                <a16:creationId xmlns:a16="http://schemas.microsoft.com/office/drawing/2014/main" id="{E2B57FD3-D351-AD16-F46E-83997AFFB4F1}"/>
              </a:ext>
            </a:extLst>
          </p:cNvPr>
          <p:cNvSpPr>
            <a:spLocks noGrp="1"/>
          </p:cNvSpPr>
          <p:nvPr>
            <p:ph type="body" sz="quarter" idx="13"/>
          </p:nvPr>
        </p:nvSpPr>
        <p:spPr>
          <a:xfrm>
            <a:off x="4364454" y="9397569"/>
            <a:ext cx="3943057" cy="299801"/>
          </a:xfrm>
          <a:prstGeom prst="rect">
            <a:avLst/>
          </a:prstGeom>
        </p:spPr>
        <p:txBody>
          <a:bodyPr/>
          <a:lstStyle>
            <a:lvl1pPr algn="r">
              <a:defRPr sz="1200" b="0" i="0">
                <a:latin typeface="Poppins" pitchFamily="2" charset="77"/>
                <a:cs typeface="Poppins" pitchFamily="2" charset="77"/>
              </a:defRPr>
            </a:lvl1pPr>
            <a:lvl2pPr>
              <a:defRPr sz="1200" b="0" i="0">
                <a:latin typeface="Poppins" pitchFamily="2" charset="77"/>
                <a:cs typeface="Poppins" pitchFamily="2" charset="77"/>
              </a:defRPr>
            </a:lvl2pPr>
            <a:lvl3pPr>
              <a:defRPr sz="1200" b="0" i="0">
                <a:latin typeface="Poppins" pitchFamily="2" charset="77"/>
                <a:cs typeface="Poppins" pitchFamily="2" charset="77"/>
              </a:defRPr>
            </a:lvl3pPr>
            <a:lvl4pPr>
              <a:defRPr sz="1200" b="0" i="0">
                <a:latin typeface="Poppins" pitchFamily="2" charset="77"/>
                <a:cs typeface="Poppins" pitchFamily="2" charset="77"/>
              </a:defRPr>
            </a:lvl4pPr>
            <a:lvl5pPr>
              <a:defRPr sz="1200" b="0" i="0">
                <a:latin typeface="Poppins" pitchFamily="2" charset="77"/>
                <a:cs typeface="Poppins" pitchFamily="2" charset="77"/>
              </a:defRPr>
            </a:lvl5pPr>
          </a:lstStyle>
          <a:p>
            <a:pPr lvl="0"/>
            <a:endParaRPr lang="pt-BR"/>
          </a:p>
        </p:txBody>
      </p:sp>
      <p:sp>
        <p:nvSpPr>
          <p:cNvPr id="45" name="Espaço Reservado para Texto 43">
            <a:extLst>
              <a:ext uri="{FF2B5EF4-FFF2-40B4-BE49-F238E27FC236}">
                <a16:creationId xmlns:a16="http://schemas.microsoft.com/office/drawing/2014/main" id="{7151C82B-7BC8-0D29-E1DC-6AE4D8C843B1}"/>
              </a:ext>
            </a:extLst>
          </p:cNvPr>
          <p:cNvSpPr>
            <a:spLocks noGrp="1"/>
          </p:cNvSpPr>
          <p:nvPr>
            <p:ph type="body" sz="quarter" idx="15"/>
          </p:nvPr>
        </p:nvSpPr>
        <p:spPr>
          <a:xfrm>
            <a:off x="9143992" y="3679826"/>
            <a:ext cx="8571897" cy="518154"/>
          </a:xfrm>
          <a:prstGeom prst="rect">
            <a:avLst/>
          </a:prstGeom>
        </p:spPr>
        <p:txBody>
          <a:bodyPr/>
          <a:lstStyle>
            <a:lvl1pPr>
              <a:defRPr sz="2400" b="1" i="0">
                <a:latin typeface="Poppins" pitchFamily="2" charset="77"/>
                <a:cs typeface="Poppins" pitchFamily="2" charset="77"/>
              </a:defRPr>
            </a:lvl1pPr>
          </a:lstStyle>
          <a:p>
            <a:pPr lvl="0"/>
            <a:endParaRPr lang="pt-BR"/>
          </a:p>
        </p:txBody>
      </p:sp>
      <p:sp>
        <p:nvSpPr>
          <p:cNvPr id="46" name="Espaço Reservado para Texto 43">
            <a:extLst>
              <a:ext uri="{FF2B5EF4-FFF2-40B4-BE49-F238E27FC236}">
                <a16:creationId xmlns:a16="http://schemas.microsoft.com/office/drawing/2014/main" id="{3A700FF3-69C9-77D2-F061-A3D2A5FD2F72}"/>
              </a:ext>
            </a:extLst>
          </p:cNvPr>
          <p:cNvSpPr>
            <a:spLocks noGrp="1"/>
          </p:cNvSpPr>
          <p:nvPr>
            <p:ph type="body" sz="quarter" idx="16"/>
          </p:nvPr>
        </p:nvSpPr>
        <p:spPr>
          <a:xfrm>
            <a:off x="9143992" y="6880226"/>
            <a:ext cx="8571897" cy="518154"/>
          </a:xfrm>
          <a:prstGeom prst="rect">
            <a:avLst/>
          </a:prstGeom>
        </p:spPr>
        <p:txBody>
          <a:bodyPr/>
          <a:lstStyle>
            <a:lvl1pPr>
              <a:defRPr sz="2400" b="1" i="0">
                <a:latin typeface="Poppins" pitchFamily="2" charset="77"/>
                <a:cs typeface="Poppins" pitchFamily="2" charset="77"/>
              </a:defRPr>
            </a:lvl1pPr>
          </a:lstStyle>
          <a:p>
            <a:pPr lvl="0"/>
            <a:endParaRPr lang="pt-BR"/>
          </a:p>
        </p:txBody>
      </p:sp>
      <p:sp>
        <p:nvSpPr>
          <p:cNvPr id="48" name="Espaço Reservado para Texto 47">
            <a:extLst>
              <a:ext uri="{FF2B5EF4-FFF2-40B4-BE49-F238E27FC236}">
                <a16:creationId xmlns:a16="http://schemas.microsoft.com/office/drawing/2014/main" id="{6C6BECB7-623D-66CA-B74B-1B38B47C96CA}"/>
              </a:ext>
            </a:extLst>
          </p:cNvPr>
          <p:cNvSpPr>
            <a:spLocks noGrp="1"/>
          </p:cNvSpPr>
          <p:nvPr>
            <p:ph type="body" sz="quarter" idx="17"/>
          </p:nvPr>
        </p:nvSpPr>
        <p:spPr>
          <a:xfrm>
            <a:off x="9143989" y="1220788"/>
            <a:ext cx="8571899" cy="2078037"/>
          </a:xfrm>
          <a:prstGeom prst="rect">
            <a:avLst/>
          </a:prstGeom>
        </p:spPr>
        <p:txBody>
          <a:bodyPr/>
          <a:lstStyle>
            <a:lvl1pPr>
              <a:defRPr sz="2000" b="0" i="0">
                <a:latin typeface="Poppins" pitchFamily="2" charset="77"/>
                <a:cs typeface="Poppins" pitchFamily="2" charset="77"/>
              </a:defRPr>
            </a:lvl1pPr>
          </a:lstStyle>
          <a:p>
            <a:pPr lvl="0"/>
            <a:endParaRPr lang="pt-BR"/>
          </a:p>
        </p:txBody>
      </p:sp>
      <p:sp>
        <p:nvSpPr>
          <p:cNvPr id="50" name="Espaço Reservado para Texto 47">
            <a:extLst>
              <a:ext uri="{FF2B5EF4-FFF2-40B4-BE49-F238E27FC236}">
                <a16:creationId xmlns:a16="http://schemas.microsoft.com/office/drawing/2014/main" id="{92929CB6-FE3C-881D-1E7F-D79B983FBEEB}"/>
              </a:ext>
            </a:extLst>
          </p:cNvPr>
          <p:cNvSpPr>
            <a:spLocks noGrp="1"/>
          </p:cNvSpPr>
          <p:nvPr>
            <p:ph type="body" sz="quarter" idx="19"/>
          </p:nvPr>
        </p:nvSpPr>
        <p:spPr>
          <a:xfrm>
            <a:off x="9143989" y="7608888"/>
            <a:ext cx="8571899" cy="2078037"/>
          </a:xfrm>
          <a:prstGeom prst="rect">
            <a:avLst/>
          </a:prstGeom>
        </p:spPr>
        <p:txBody>
          <a:bodyPr/>
          <a:lstStyle>
            <a:lvl1pPr>
              <a:defRPr sz="2000" b="0" i="0">
                <a:latin typeface="Poppins" pitchFamily="2" charset="77"/>
                <a:cs typeface="Poppins" pitchFamily="2" charset="77"/>
              </a:defRPr>
            </a:lvl1pPr>
          </a:lstStyle>
          <a:p>
            <a:pPr lvl="0"/>
            <a:endParaRPr lang="pt-BR"/>
          </a:p>
        </p:txBody>
      </p:sp>
      <p:sp>
        <p:nvSpPr>
          <p:cNvPr id="3" name="Google Shape;207;p37">
            <a:extLst>
              <a:ext uri="{FF2B5EF4-FFF2-40B4-BE49-F238E27FC236}">
                <a16:creationId xmlns:a16="http://schemas.microsoft.com/office/drawing/2014/main" id="{ABFA3941-9153-66D7-A25A-5B0E594FE4D9}"/>
              </a:ext>
            </a:extLst>
          </p:cNvPr>
          <p:cNvSpPr txBox="1"/>
          <p:nvPr userDrawn="1"/>
        </p:nvSpPr>
        <p:spPr>
          <a:xfrm>
            <a:off x="851621" y="1061080"/>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
        <p:nvSpPr>
          <p:cNvPr id="4" name="Espaço Reservado para Imagem 19">
            <a:extLst>
              <a:ext uri="{FF2B5EF4-FFF2-40B4-BE49-F238E27FC236}">
                <a16:creationId xmlns:a16="http://schemas.microsoft.com/office/drawing/2014/main" id="{49E8EE26-7F2C-1308-B421-E1F61E6BA00B}"/>
              </a:ext>
            </a:extLst>
          </p:cNvPr>
          <p:cNvSpPr>
            <a:spLocks noGrp="1"/>
          </p:cNvSpPr>
          <p:nvPr>
            <p:ph type="pic" sz="quarter" idx="4294967295"/>
          </p:nvPr>
        </p:nvSpPr>
        <p:spPr>
          <a:xfrm>
            <a:off x="4374129" y="3579195"/>
            <a:ext cx="3922713" cy="2445079"/>
          </a:xfrm>
          <a:prstGeom prst="rect">
            <a:avLst/>
          </a:prstGeom>
          <a:solidFill>
            <a:schemeClr val="bg1">
              <a:lumMod val="85000"/>
            </a:schemeClr>
          </a:solidFill>
        </p:spPr>
        <p:txBody>
          <a:bodyPr/>
          <a:lstStyle>
            <a:lvl1pPr>
              <a:defRPr b="0" i="0">
                <a:latin typeface="Poppins" pitchFamily="2" charset="77"/>
                <a:cs typeface="Poppins" pitchFamily="2" charset="77"/>
              </a:defRPr>
            </a:lvl1pPr>
          </a:lstStyle>
          <a:p>
            <a:endParaRPr lang="pt-BR" sz="1200">
              <a:latin typeface="Poppins Light" pitchFamily="2" charset="77"/>
              <a:cs typeface="Poppins Light" pitchFamily="2" charset="77"/>
            </a:endParaRPr>
          </a:p>
        </p:txBody>
      </p:sp>
      <p:sp>
        <p:nvSpPr>
          <p:cNvPr id="6" name="Espaço Reservado para Imagem 19">
            <a:extLst>
              <a:ext uri="{FF2B5EF4-FFF2-40B4-BE49-F238E27FC236}">
                <a16:creationId xmlns:a16="http://schemas.microsoft.com/office/drawing/2014/main" id="{5FFD882B-0727-F6ED-B4C4-64AECA7E1BD7}"/>
              </a:ext>
            </a:extLst>
          </p:cNvPr>
          <p:cNvSpPr>
            <a:spLocks noGrp="1"/>
          </p:cNvSpPr>
          <p:nvPr>
            <p:ph type="pic" sz="quarter" idx="4294967295"/>
          </p:nvPr>
        </p:nvSpPr>
        <p:spPr>
          <a:xfrm>
            <a:off x="4374129" y="6761833"/>
            <a:ext cx="3922713" cy="2511750"/>
          </a:xfrm>
          <a:prstGeom prst="rect">
            <a:avLst/>
          </a:prstGeom>
          <a:solidFill>
            <a:schemeClr val="bg1">
              <a:lumMod val="85000"/>
            </a:schemeClr>
          </a:solidFill>
        </p:spPr>
        <p:txBody>
          <a:bodyPr/>
          <a:lstStyle>
            <a:lvl1pPr>
              <a:defRPr b="0" i="0">
                <a:latin typeface="Poppins" pitchFamily="2" charset="77"/>
                <a:cs typeface="Poppins" pitchFamily="2" charset="77"/>
              </a:defRPr>
            </a:lvl1pPr>
          </a:lstStyle>
          <a:p>
            <a:endParaRPr lang="pt-BR" sz="1200">
              <a:latin typeface="Poppins Light" pitchFamily="2" charset="77"/>
              <a:cs typeface="Poppins Light" pitchFamily="2" charset="77"/>
            </a:endParaRPr>
          </a:p>
        </p:txBody>
      </p:sp>
      <p:sp>
        <p:nvSpPr>
          <p:cNvPr id="7" name="Espaço Reservado para Imagem 19">
            <a:extLst>
              <a:ext uri="{FF2B5EF4-FFF2-40B4-BE49-F238E27FC236}">
                <a16:creationId xmlns:a16="http://schemas.microsoft.com/office/drawing/2014/main" id="{56AAF761-23E3-77F6-C816-786E0B534623}"/>
              </a:ext>
            </a:extLst>
          </p:cNvPr>
          <p:cNvSpPr>
            <a:spLocks noGrp="1"/>
          </p:cNvSpPr>
          <p:nvPr>
            <p:ph type="pic" sz="quarter" idx="4294967295"/>
          </p:nvPr>
        </p:nvSpPr>
        <p:spPr>
          <a:xfrm>
            <a:off x="4374129" y="450231"/>
            <a:ext cx="3922713" cy="2445079"/>
          </a:xfrm>
          <a:prstGeom prst="rect">
            <a:avLst/>
          </a:prstGeom>
          <a:solidFill>
            <a:schemeClr val="bg1">
              <a:lumMod val="85000"/>
            </a:schemeClr>
          </a:solidFill>
        </p:spPr>
        <p:txBody>
          <a:bodyPr/>
          <a:lstStyle>
            <a:lvl1pPr>
              <a:defRPr b="0" i="0">
                <a:latin typeface="Poppins" pitchFamily="2" charset="77"/>
                <a:cs typeface="Poppins" pitchFamily="2" charset="77"/>
              </a:defRPr>
            </a:lvl1pPr>
          </a:lstStyle>
          <a:p>
            <a:endParaRPr lang="pt-BR" sz="1200">
              <a:latin typeface="Poppins Light" pitchFamily="2" charset="77"/>
              <a:cs typeface="Poppins Light" pitchFamily="2" charset="77"/>
            </a:endParaRPr>
          </a:p>
        </p:txBody>
      </p:sp>
      <p:sp>
        <p:nvSpPr>
          <p:cNvPr id="11" name="CaixaDeTexto 10">
            <a:extLst>
              <a:ext uri="{FF2B5EF4-FFF2-40B4-BE49-F238E27FC236}">
                <a16:creationId xmlns:a16="http://schemas.microsoft.com/office/drawing/2014/main" id="{97F2C783-01D5-5786-34BE-CE6FC276AD25}"/>
              </a:ext>
            </a:extLst>
          </p:cNvPr>
          <p:cNvSpPr txBox="1"/>
          <p:nvPr userDrawn="1"/>
        </p:nvSpPr>
        <p:spPr>
          <a:xfrm>
            <a:off x="5791200" y="-3108960"/>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1444236604"/>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matchingName="Título e Conteúdo" userDrawn="1">
  <p:cSld name="1_Título e Conteúdo">
    <p:spTree>
      <p:nvGrpSpPr>
        <p:cNvPr id="1" name="Shape 14"/>
        <p:cNvGrpSpPr/>
        <p:nvPr/>
      </p:nvGrpSpPr>
      <p:grpSpPr>
        <a:xfrm>
          <a:off x="0" y="0"/>
          <a:ext cx="0" cy="0"/>
          <a:chOff x="0" y="0"/>
          <a:chExt cx="0" cy="0"/>
        </a:xfrm>
      </p:grpSpPr>
      <p:pic>
        <p:nvPicPr>
          <p:cNvPr id="3" name="Google Shape;142;p13">
            <a:extLst>
              <a:ext uri="{FF2B5EF4-FFF2-40B4-BE49-F238E27FC236}">
                <a16:creationId xmlns:a16="http://schemas.microsoft.com/office/drawing/2014/main" id="{5EFC575E-0FA7-4315-B725-F7A8524585CF}"/>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5" name="Google Shape;143;p13">
            <a:extLst>
              <a:ext uri="{FF2B5EF4-FFF2-40B4-BE49-F238E27FC236}">
                <a16:creationId xmlns:a16="http://schemas.microsoft.com/office/drawing/2014/main" id="{1EB211B4-4B9D-D7CE-D5AB-8741D0088A58}"/>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pic>
        <p:nvPicPr>
          <p:cNvPr id="7" name="Imagem 6">
            <a:extLst>
              <a:ext uri="{FF2B5EF4-FFF2-40B4-BE49-F238E27FC236}">
                <a16:creationId xmlns:a16="http://schemas.microsoft.com/office/drawing/2014/main" id="{041E4F44-DEAE-40DD-0E3E-4705D2C105A1}"/>
              </a:ext>
            </a:extLst>
          </p:cNvPr>
          <p:cNvPicPr>
            <a:picLocks/>
          </p:cNvPicPr>
          <p:nvPr userDrawn="1"/>
        </p:nvPicPr>
        <p:blipFill>
          <a:blip r:embed="rId4"/>
          <a:stretch>
            <a:fillRect/>
          </a:stretch>
        </p:blipFill>
        <p:spPr>
          <a:xfrm>
            <a:off x="381601" y="327600"/>
            <a:ext cx="3434405" cy="2390404"/>
          </a:xfrm>
          <a:prstGeom prst="rect">
            <a:avLst/>
          </a:prstGeom>
        </p:spPr>
      </p:pic>
      <p:sp>
        <p:nvSpPr>
          <p:cNvPr id="2" name="Google Shape;207;p37">
            <a:extLst>
              <a:ext uri="{FF2B5EF4-FFF2-40B4-BE49-F238E27FC236}">
                <a16:creationId xmlns:a16="http://schemas.microsoft.com/office/drawing/2014/main" id="{5AF1C5BA-1A81-BD6A-1D56-9AB6262F3F85}"/>
              </a:ext>
            </a:extLst>
          </p:cNvPr>
          <p:cNvSpPr txBox="1"/>
          <p:nvPr userDrawn="1"/>
        </p:nvSpPr>
        <p:spPr>
          <a:xfrm>
            <a:off x="851621" y="1061080"/>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
        <p:nvSpPr>
          <p:cNvPr id="22" name="Espaço Reservado para Texto 12">
            <a:extLst>
              <a:ext uri="{FF2B5EF4-FFF2-40B4-BE49-F238E27FC236}">
                <a16:creationId xmlns:a16="http://schemas.microsoft.com/office/drawing/2014/main" id="{2D90D692-E577-EF1B-96B7-6B3C2BCC3B5E}"/>
              </a:ext>
            </a:extLst>
          </p:cNvPr>
          <p:cNvSpPr>
            <a:spLocks noGrp="1"/>
          </p:cNvSpPr>
          <p:nvPr>
            <p:ph type="body" sz="quarter" idx="12"/>
          </p:nvPr>
        </p:nvSpPr>
        <p:spPr>
          <a:xfrm>
            <a:off x="4248150" y="2505075"/>
            <a:ext cx="13482638" cy="3432175"/>
          </a:xfrm>
          <a:prstGeom prst="rect">
            <a:avLst/>
          </a:prstGeom>
        </p:spPr>
        <p:txBody>
          <a:bodyPr/>
          <a:lstStyle>
            <a:lvl1pPr>
              <a:defRPr sz="2400">
                <a:latin typeface="Poppins" pitchFamily="2" charset="77"/>
                <a:cs typeface="Poppins" pitchFamily="2" charset="77"/>
              </a:defRPr>
            </a:lvl1pPr>
          </a:lstStyle>
          <a:p>
            <a:pPr lvl="0"/>
            <a:endParaRPr lang="pt-BR"/>
          </a:p>
        </p:txBody>
      </p:sp>
      <p:sp>
        <p:nvSpPr>
          <p:cNvPr id="23" name="Espaço Reservado para Texto 12">
            <a:extLst>
              <a:ext uri="{FF2B5EF4-FFF2-40B4-BE49-F238E27FC236}">
                <a16:creationId xmlns:a16="http://schemas.microsoft.com/office/drawing/2014/main" id="{E42A7C76-25F9-F228-8F29-A9A580C1D968}"/>
              </a:ext>
            </a:extLst>
          </p:cNvPr>
          <p:cNvSpPr>
            <a:spLocks noGrp="1"/>
          </p:cNvSpPr>
          <p:nvPr>
            <p:ph type="body" sz="quarter" idx="13"/>
          </p:nvPr>
        </p:nvSpPr>
        <p:spPr>
          <a:xfrm>
            <a:off x="6423122" y="7679072"/>
            <a:ext cx="11307665" cy="1359186"/>
          </a:xfrm>
          <a:prstGeom prst="rect">
            <a:avLst/>
          </a:prstGeom>
        </p:spPr>
        <p:txBody>
          <a:bodyPr/>
          <a:lstStyle>
            <a:lvl1pPr>
              <a:defRPr sz="2400">
                <a:latin typeface="Poppins" pitchFamily="2" charset="77"/>
                <a:cs typeface="Poppins" pitchFamily="2" charset="77"/>
              </a:defRPr>
            </a:lvl1pPr>
          </a:lstStyle>
          <a:p>
            <a:pPr lvl="0"/>
            <a:endParaRPr lang="pt-BR"/>
          </a:p>
        </p:txBody>
      </p:sp>
      <p:sp>
        <p:nvSpPr>
          <p:cNvPr id="24" name="Espaço Reservado para Texto 22">
            <a:extLst>
              <a:ext uri="{FF2B5EF4-FFF2-40B4-BE49-F238E27FC236}">
                <a16:creationId xmlns:a16="http://schemas.microsoft.com/office/drawing/2014/main" id="{75AE14AD-F924-F574-EBC4-5A5C1F91841E}"/>
              </a:ext>
            </a:extLst>
          </p:cNvPr>
          <p:cNvSpPr>
            <a:spLocks noGrp="1"/>
          </p:cNvSpPr>
          <p:nvPr>
            <p:ph type="body" sz="quarter" idx="4294967295"/>
          </p:nvPr>
        </p:nvSpPr>
        <p:spPr>
          <a:xfrm>
            <a:off x="4248943" y="1393825"/>
            <a:ext cx="13481355" cy="614857"/>
          </a:xfrm>
          <a:prstGeom prst="rect">
            <a:avLst/>
          </a:prstGeom>
        </p:spPr>
        <p:txBody>
          <a:bodyPr/>
          <a:lstStyle>
            <a:lvl1pPr>
              <a:defRPr sz="4400" b="1"/>
            </a:lvl1pPr>
          </a:lstStyle>
          <a:p>
            <a:pPr lvl="0"/>
            <a:endParaRPr lang="pt-BR" sz="4500">
              <a:solidFill>
                <a:srgbClr val="FF161F"/>
              </a:solidFill>
              <a:latin typeface="Poppins" pitchFamily="2" charset="77"/>
              <a:cs typeface="Poppins" pitchFamily="2" charset="77"/>
            </a:endParaRPr>
          </a:p>
        </p:txBody>
      </p:sp>
    </p:spTree>
    <p:extLst>
      <p:ext uri="{BB962C8B-B14F-4D97-AF65-F5344CB8AC3E}">
        <p14:creationId xmlns:p14="http://schemas.microsoft.com/office/powerpoint/2010/main" val="2800791409"/>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matchingName="Título e Conteúdo" userDrawn="1">
  <p:cSld name="1_Título e Conteúdo">
    <p:spTree>
      <p:nvGrpSpPr>
        <p:cNvPr id="1" name="Shape 14"/>
        <p:cNvGrpSpPr/>
        <p:nvPr/>
      </p:nvGrpSpPr>
      <p:grpSpPr>
        <a:xfrm>
          <a:off x="0" y="0"/>
          <a:ext cx="0" cy="0"/>
          <a:chOff x="0" y="0"/>
          <a:chExt cx="0" cy="0"/>
        </a:xfrm>
      </p:grpSpPr>
      <p:pic>
        <p:nvPicPr>
          <p:cNvPr id="3" name="Google Shape;142;p13">
            <a:extLst>
              <a:ext uri="{FF2B5EF4-FFF2-40B4-BE49-F238E27FC236}">
                <a16:creationId xmlns:a16="http://schemas.microsoft.com/office/drawing/2014/main" id="{E693EF23-3CB6-5D70-937C-E24FEC34F307}"/>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5" name="Google Shape;143;p13">
            <a:extLst>
              <a:ext uri="{FF2B5EF4-FFF2-40B4-BE49-F238E27FC236}">
                <a16:creationId xmlns:a16="http://schemas.microsoft.com/office/drawing/2014/main" id="{14DB8473-BDE7-1474-B24D-B1A00A936F5E}"/>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pic>
        <p:nvPicPr>
          <p:cNvPr id="9" name="Imagem 8">
            <a:extLst>
              <a:ext uri="{FF2B5EF4-FFF2-40B4-BE49-F238E27FC236}">
                <a16:creationId xmlns:a16="http://schemas.microsoft.com/office/drawing/2014/main" id="{F5DDD57B-6FD7-585A-9B3C-11B741B52607}"/>
              </a:ext>
            </a:extLst>
          </p:cNvPr>
          <p:cNvPicPr>
            <a:picLocks/>
          </p:cNvPicPr>
          <p:nvPr userDrawn="1"/>
        </p:nvPicPr>
        <p:blipFill>
          <a:blip r:embed="rId4"/>
          <a:stretch>
            <a:fillRect/>
          </a:stretch>
        </p:blipFill>
        <p:spPr>
          <a:xfrm>
            <a:off x="381601" y="327600"/>
            <a:ext cx="3434405" cy="2390404"/>
          </a:xfrm>
          <a:prstGeom prst="rect">
            <a:avLst/>
          </a:prstGeom>
        </p:spPr>
      </p:pic>
      <p:sp>
        <p:nvSpPr>
          <p:cNvPr id="7" name="Espaço Reservado para Texto 6">
            <a:extLst>
              <a:ext uri="{FF2B5EF4-FFF2-40B4-BE49-F238E27FC236}">
                <a16:creationId xmlns:a16="http://schemas.microsoft.com/office/drawing/2014/main" id="{7D29CA2A-679C-80C8-00DB-940305A74150}"/>
              </a:ext>
            </a:extLst>
          </p:cNvPr>
          <p:cNvSpPr>
            <a:spLocks noGrp="1"/>
          </p:cNvSpPr>
          <p:nvPr>
            <p:ph type="body" sz="quarter" idx="10"/>
          </p:nvPr>
        </p:nvSpPr>
        <p:spPr>
          <a:xfrm>
            <a:off x="4330700" y="1183317"/>
            <a:ext cx="6484984" cy="7924800"/>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8" name="Espaço Reservado para Texto 6">
            <a:extLst>
              <a:ext uri="{FF2B5EF4-FFF2-40B4-BE49-F238E27FC236}">
                <a16:creationId xmlns:a16="http://schemas.microsoft.com/office/drawing/2014/main" id="{0D7B083D-54FB-4A9F-61D0-B43BCD506695}"/>
              </a:ext>
            </a:extLst>
          </p:cNvPr>
          <p:cNvSpPr>
            <a:spLocks noGrp="1"/>
          </p:cNvSpPr>
          <p:nvPr>
            <p:ph type="body" sz="quarter" idx="11"/>
          </p:nvPr>
        </p:nvSpPr>
        <p:spPr>
          <a:xfrm>
            <a:off x="11188700" y="1183317"/>
            <a:ext cx="6484984" cy="7924800"/>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2" name="Google Shape;207;p37">
            <a:extLst>
              <a:ext uri="{FF2B5EF4-FFF2-40B4-BE49-F238E27FC236}">
                <a16:creationId xmlns:a16="http://schemas.microsoft.com/office/drawing/2014/main" id="{95CDD314-D9B7-8ABF-DFEF-6F4284C7521F}"/>
              </a:ext>
            </a:extLst>
          </p:cNvPr>
          <p:cNvSpPr txBox="1"/>
          <p:nvPr userDrawn="1"/>
        </p:nvSpPr>
        <p:spPr>
          <a:xfrm>
            <a:off x="851621" y="1061080"/>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164800737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matchingName="Título e Conteúdo" userDrawn="1">
  <p:cSld name="1_Título e Conteúdo">
    <p:spTree>
      <p:nvGrpSpPr>
        <p:cNvPr id="1" name="Shape 14"/>
        <p:cNvGrpSpPr/>
        <p:nvPr/>
      </p:nvGrpSpPr>
      <p:grpSpPr>
        <a:xfrm>
          <a:off x="0" y="0"/>
          <a:ext cx="0" cy="0"/>
          <a:chOff x="0" y="0"/>
          <a:chExt cx="0" cy="0"/>
        </a:xfrm>
      </p:grpSpPr>
      <p:pic>
        <p:nvPicPr>
          <p:cNvPr id="2" name="Google Shape;142;p13">
            <a:extLst>
              <a:ext uri="{FF2B5EF4-FFF2-40B4-BE49-F238E27FC236}">
                <a16:creationId xmlns:a16="http://schemas.microsoft.com/office/drawing/2014/main" id="{18F96AFB-EEE0-26D2-41EB-0EF10D59830F}"/>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7" name="Google Shape;143;p13">
            <a:extLst>
              <a:ext uri="{FF2B5EF4-FFF2-40B4-BE49-F238E27FC236}">
                <a16:creationId xmlns:a16="http://schemas.microsoft.com/office/drawing/2014/main" id="{D8BF0E18-4707-29F7-D46F-F6788F13339A}"/>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pic>
        <p:nvPicPr>
          <p:cNvPr id="9" name="Imagem 8">
            <a:extLst>
              <a:ext uri="{FF2B5EF4-FFF2-40B4-BE49-F238E27FC236}">
                <a16:creationId xmlns:a16="http://schemas.microsoft.com/office/drawing/2014/main" id="{A5B85E8E-12AE-8ED9-EA61-E00B3E734B86}"/>
              </a:ext>
            </a:extLst>
          </p:cNvPr>
          <p:cNvPicPr>
            <a:picLocks/>
          </p:cNvPicPr>
          <p:nvPr userDrawn="1"/>
        </p:nvPicPr>
        <p:blipFill>
          <a:blip r:embed="rId4"/>
          <a:stretch>
            <a:fillRect/>
          </a:stretch>
        </p:blipFill>
        <p:spPr>
          <a:xfrm>
            <a:off x="381601" y="327600"/>
            <a:ext cx="3434405" cy="2390404"/>
          </a:xfrm>
          <a:prstGeom prst="rect">
            <a:avLst/>
          </a:prstGeom>
        </p:spPr>
      </p:pic>
      <p:sp>
        <p:nvSpPr>
          <p:cNvPr id="3" name="Google Shape;207;p37">
            <a:extLst>
              <a:ext uri="{FF2B5EF4-FFF2-40B4-BE49-F238E27FC236}">
                <a16:creationId xmlns:a16="http://schemas.microsoft.com/office/drawing/2014/main" id="{41205BD9-1411-F578-04AB-D66E94F4355B}"/>
              </a:ext>
            </a:extLst>
          </p:cNvPr>
          <p:cNvSpPr txBox="1"/>
          <p:nvPr userDrawn="1"/>
        </p:nvSpPr>
        <p:spPr>
          <a:xfrm>
            <a:off x="851621" y="1061080"/>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
        <p:nvSpPr>
          <p:cNvPr id="5" name="Espaço Reservado para Imagem 9">
            <a:extLst>
              <a:ext uri="{FF2B5EF4-FFF2-40B4-BE49-F238E27FC236}">
                <a16:creationId xmlns:a16="http://schemas.microsoft.com/office/drawing/2014/main" id="{AE03012A-E245-E779-36D8-1C592D4D7C27}"/>
              </a:ext>
            </a:extLst>
          </p:cNvPr>
          <p:cNvSpPr>
            <a:spLocks noGrp="1"/>
          </p:cNvSpPr>
          <p:nvPr>
            <p:ph type="pic" sz="quarter" idx="4294967295"/>
          </p:nvPr>
        </p:nvSpPr>
        <p:spPr>
          <a:xfrm>
            <a:off x="4207711" y="1214203"/>
            <a:ext cx="13506852" cy="7376512"/>
          </a:xfrm>
          <a:prstGeom prst="rect">
            <a:avLst/>
          </a:prstGeom>
          <a:solidFill>
            <a:srgbClr val="D9D9D9"/>
          </a:solidFill>
        </p:spPr>
        <p:txBody>
          <a:bodyPr/>
          <a:lstStyle>
            <a:lvl1pPr>
              <a:defRPr sz="1800" b="0" i="0">
                <a:latin typeface="Poppins" pitchFamily="2" charset="77"/>
                <a:cs typeface="Poppins" pitchFamily="2" charset="77"/>
              </a:defRPr>
            </a:lvl1pPr>
          </a:lstStyle>
          <a:p>
            <a:endParaRPr lang="pt-BR"/>
          </a:p>
        </p:txBody>
      </p:sp>
      <p:sp>
        <p:nvSpPr>
          <p:cNvPr id="6" name="Espaço Reservado para Texto 8">
            <a:extLst>
              <a:ext uri="{FF2B5EF4-FFF2-40B4-BE49-F238E27FC236}">
                <a16:creationId xmlns:a16="http://schemas.microsoft.com/office/drawing/2014/main" id="{F3051C58-4F66-25F8-6A53-8B2CF104A53B}"/>
              </a:ext>
            </a:extLst>
          </p:cNvPr>
          <p:cNvSpPr>
            <a:spLocks noGrp="1"/>
          </p:cNvSpPr>
          <p:nvPr>
            <p:ph type="body" sz="quarter" idx="10"/>
          </p:nvPr>
        </p:nvSpPr>
        <p:spPr>
          <a:xfrm>
            <a:off x="4207712" y="8774998"/>
            <a:ext cx="13507202" cy="419326"/>
          </a:xfrm>
          <a:prstGeom prst="rect">
            <a:avLst/>
          </a:prstGeom>
        </p:spPr>
        <p:txBody>
          <a:bodyPr/>
          <a:lstStyle>
            <a:lvl1pPr>
              <a:defRPr sz="1800" b="0" i="0">
                <a:latin typeface="Poppins" pitchFamily="2" charset="77"/>
                <a:cs typeface="Poppins" pitchFamily="2" charset="77"/>
              </a:defRPr>
            </a:lvl1pPr>
            <a:lvl2pPr>
              <a:defRPr sz="1800" b="0" i="0">
                <a:latin typeface="Poppins" pitchFamily="2" charset="77"/>
                <a:cs typeface="Poppins" pitchFamily="2" charset="77"/>
              </a:defRPr>
            </a:lvl2pPr>
            <a:lvl3pPr>
              <a:defRPr sz="1800" b="0" i="0">
                <a:latin typeface="Poppins" pitchFamily="2" charset="77"/>
                <a:cs typeface="Poppins" pitchFamily="2" charset="77"/>
              </a:defRPr>
            </a:lvl3pPr>
            <a:lvl4pPr>
              <a:defRPr sz="1800" b="0" i="0">
                <a:latin typeface="Poppins" pitchFamily="2" charset="77"/>
                <a:cs typeface="Poppins" pitchFamily="2" charset="77"/>
              </a:defRPr>
            </a:lvl4pPr>
            <a:lvl5pPr>
              <a:defRPr sz="1800" b="0" i="0">
                <a:latin typeface="Poppins" pitchFamily="2" charset="77"/>
                <a:cs typeface="Poppins" pitchFamily="2" charset="77"/>
              </a:defRPr>
            </a:lvl5pPr>
          </a:lstStyle>
          <a:p>
            <a:pPr lvl="0"/>
            <a:endParaRPr lang="pt-BR"/>
          </a:p>
        </p:txBody>
      </p:sp>
    </p:spTree>
    <p:extLst>
      <p:ext uri="{BB962C8B-B14F-4D97-AF65-F5344CB8AC3E}">
        <p14:creationId xmlns:p14="http://schemas.microsoft.com/office/powerpoint/2010/main" val="3997444542"/>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matchingName="4_Atividade_Resposta" userDrawn="1">
  <p:cSld name="5_Atividade_Resposta">
    <p:spTree>
      <p:nvGrpSpPr>
        <p:cNvPr id="1" name="Shape 278"/>
        <p:cNvGrpSpPr/>
        <p:nvPr/>
      </p:nvGrpSpPr>
      <p:grpSpPr>
        <a:xfrm>
          <a:off x="0" y="0"/>
          <a:ext cx="0" cy="0"/>
          <a:chOff x="0" y="0"/>
          <a:chExt cx="0" cy="0"/>
        </a:xfrm>
      </p:grpSpPr>
      <p:pic>
        <p:nvPicPr>
          <p:cNvPr id="13" name="Google Shape;142;p13">
            <a:extLst>
              <a:ext uri="{FF2B5EF4-FFF2-40B4-BE49-F238E27FC236}">
                <a16:creationId xmlns:a16="http://schemas.microsoft.com/office/drawing/2014/main" id="{05974028-F0BD-E872-5AFC-830A8F5149A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4" name="Google Shape;143;p13">
            <a:extLst>
              <a:ext uri="{FF2B5EF4-FFF2-40B4-BE49-F238E27FC236}">
                <a16:creationId xmlns:a16="http://schemas.microsoft.com/office/drawing/2014/main" id="{A126651B-7E02-F0DE-98BB-77EA66F89EA9}"/>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18" name="Espaço Reservado para Texto 17">
            <a:extLst>
              <a:ext uri="{FF2B5EF4-FFF2-40B4-BE49-F238E27FC236}">
                <a16:creationId xmlns:a16="http://schemas.microsoft.com/office/drawing/2014/main" id="{D340D7BD-088C-DAC0-C3BC-8B22E33FE0FA}"/>
              </a:ext>
            </a:extLst>
          </p:cNvPr>
          <p:cNvSpPr>
            <a:spLocks noGrp="1"/>
          </p:cNvSpPr>
          <p:nvPr>
            <p:ph type="body" sz="quarter" idx="16"/>
          </p:nvPr>
        </p:nvSpPr>
        <p:spPr>
          <a:xfrm>
            <a:off x="5709595" y="3586163"/>
            <a:ext cx="4607435" cy="781050"/>
          </a:xfrm>
          <a:prstGeom prst="rect">
            <a:avLst/>
          </a:prstGeom>
        </p:spPr>
        <p:txBody>
          <a:bodyPr/>
          <a:lstStyle>
            <a:lvl1pPr>
              <a:defRPr sz="1800" b="0" i="0">
                <a:latin typeface="Poppins" pitchFamily="2" charset="77"/>
                <a:cs typeface="Poppins" pitchFamily="2" charset="77"/>
              </a:defRPr>
            </a:lvl1pPr>
            <a:lvl2pPr>
              <a:defRPr sz="1800" b="0" i="0">
                <a:latin typeface="Poppins" pitchFamily="2" charset="77"/>
                <a:cs typeface="Poppins" pitchFamily="2" charset="77"/>
              </a:defRPr>
            </a:lvl2pPr>
            <a:lvl3pPr>
              <a:defRPr sz="1800" b="0" i="0">
                <a:latin typeface="Poppins" pitchFamily="2" charset="77"/>
                <a:cs typeface="Poppins" pitchFamily="2" charset="77"/>
              </a:defRPr>
            </a:lvl3pPr>
            <a:lvl4pPr>
              <a:defRPr sz="1800" b="0" i="0">
                <a:latin typeface="Poppins" pitchFamily="2" charset="77"/>
                <a:cs typeface="Poppins" pitchFamily="2" charset="77"/>
              </a:defRPr>
            </a:lvl4pPr>
            <a:lvl5pPr>
              <a:defRPr sz="1800" b="0" i="0">
                <a:latin typeface="Poppins" pitchFamily="2" charset="77"/>
                <a:cs typeface="Poppins" pitchFamily="2" charset="77"/>
              </a:defRPr>
            </a:lvl5pPr>
          </a:lstStyle>
          <a:p>
            <a:pPr lvl="0"/>
            <a:endParaRPr lang="pt-BR"/>
          </a:p>
        </p:txBody>
      </p:sp>
      <p:sp>
        <p:nvSpPr>
          <p:cNvPr id="23" name="Espaço Reservado para Texto 17">
            <a:extLst>
              <a:ext uri="{FF2B5EF4-FFF2-40B4-BE49-F238E27FC236}">
                <a16:creationId xmlns:a16="http://schemas.microsoft.com/office/drawing/2014/main" id="{7B7D448D-108E-6BF7-0DBB-A32A91E791F2}"/>
              </a:ext>
            </a:extLst>
          </p:cNvPr>
          <p:cNvSpPr>
            <a:spLocks noGrp="1"/>
          </p:cNvSpPr>
          <p:nvPr>
            <p:ph type="body" sz="quarter" idx="17"/>
          </p:nvPr>
        </p:nvSpPr>
        <p:spPr>
          <a:xfrm>
            <a:off x="5709595" y="5571717"/>
            <a:ext cx="4607435" cy="781050"/>
          </a:xfrm>
          <a:prstGeom prst="rect">
            <a:avLst/>
          </a:prstGeom>
        </p:spPr>
        <p:txBody>
          <a:bodyPr/>
          <a:lstStyle>
            <a:lvl1pPr>
              <a:defRPr sz="1800" b="0" i="0">
                <a:latin typeface="Poppins" pitchFamily="2" charset="77"/>
                <a:cs typeface="Poppins" pitchFamily="2" charset="77"/>
              </a:defRPr>
            </a:lvl1pPr>
            <a:lvl2pPr>
              <a:defRPr sz="1800" b="0" i="0">
                <a:latin typeface="Poppins" pitchFamily="2" charset="77"/>
                <a:cs typeface="Poppins" pitchFamily="2" charset="77"/>
              </a:defRPr>
            </a:lvl2pPr>
            <a:lvl3pPr>
              <a:defRPr sz="1800" b="0" i="0">
                <a:latin typeface="Poppins" pitchFamily="2" charset="77"/>
                <a:cs typeface="Poppins" pitchFamily="2" charset="77"/>
              </a:defRPr>
            </a:lvl3pPr>
            <a:lvl4pPr>
              <a:defRPr sz="1800" b="0" i="0">
                <a:latin typeface="Poppins" pitchFamily="2" charset="77"/>
                <a:cs typeface="Poppins" pitchFamily="2" charset="77"/>
              </a:defRPr>
            </a:lvl4pPr>
            <a:lvl5pPr>
              <a:defRPr sz="1800" b="0" i="0">
                <a:latin typeface="Poppins" pitchFamily="2" charset="77"/>
                <a:cs typeface="Poppins" pitchFamily="2" charset="77"/>
              </a:defRPr>
            </a:lvl5pPr>
          </a:lstStyle>
          <a:p>
            <a:pPr lvl="0"/>
            <a:endParaRPr lang="pt-BR"/>
          </a:p>
        </p:txBody>
      </p:sp>
      <p:sp>
        <p:nvSpPr>
          <p:cNvPr id="24" name="Espaço Reservado para Texto 17">
            <a:extLst>
              <a:ext uri="{FF2B5EF4-FFF2-40B4-BE49-F238E27FC236}">
                <a16:creationId xmlns:a16="http://schemas.microsoft.com/office/drawing/2014/main" id="{BB552BC3-F400-8743-83FA-1406B4DE5305}"/>
              </a:ext>
            </a:extLst>
          </p:cNvPr>
          <p:cNvSpPr>
            <a:spLocks noGrp="1"/>
          </p:cNvSpPr>
          <p:nvPr>
            <p:ph type="body" sz="quarter" idx="18"/>
          </p:nvPr>
        </p:nvSpPr>
        <p:spPr>
          <a:xfrm>
            <a:off x="5709595" y="7518083"/>
            <a:ext cx="4607435" cy="781050"/>
          </a:xfrm>
          <a:prstGeom prst="rect">
            <a:avLst/>
          </a:prstGeom>
        </p:spPr>
        <p:txBody>
          <a:bodyPr/>
          <a:lstStyle>
            <a:lvl1pPr>
              <a:defRPr sz="1800" b="0" i="0">
                <a:latin typeface="Poppins" pitchFamily="2" charset="77"/>
                <a:cs typeface="Poppins" pitchFamily="2" charset="77"/>
              </a:defRPr>
            </a:lvl1pPr>
            <a:lvl2pPr>
              <a:defRPr sz="1800" b="0" i="0">
                <a:latin typeface="Poppins" pitchFamily="2" charset="77"/>
                <a:cs typeface="Poppins" pitchFamily="2" charset="77"/>
              </a:defRPr>
            </a:lvl2pPr>
            <a:lvl3pPr>
              <a:defRPr sz="1800" b="0" i="0">
                <a:latin typeface="Poppins" pitchFamily="2" charset="77"/>
                <a:cs typeface="Poppins" pitchFamily="2" charset="77"/>
              </a:defRPr>
            </a:lvl3pPr>
            <a:lvl4pPr>
              <a:defRPr sz="1800" b="0" i="0">
                <a:latin typeface="Poppins" pitchFamily="2" charset="77"/>
                <a:cs typeface="Poppins" pitchFamily="2" charset="77"/>
              </a:defRPr>
            </a:lvl4pPr>
            <a:lvl5pPr>
              <a:defRPr sz="1800" b="0" i="0">
                <a:latin typeface="Poppins" pitchFamily="2" charset="77"/>
                <a:cs typeface="Poppins" pitchFamily="2" charset="77"/>
              </a:defRPr>
            </a:lvl5pPr>
          </a:lstStyle>
          <a:p>
            <a:pPr lvl="0"/>
            <a:endParaRPr lang="pt-BR"/>
          </a:p>
        </p:txBody>
      </p:sp>
      <p:sp>
        <p:nvSpPr>
          <p:cNvPr id="25" name="Espaço Reservado para Texto 17">
            <a:extLst>
              <a:ext uri="{FF2B5EF4-FFF2-40B4-BE49-F238E27FC236}">
                <a16:creationId xmlns:a16="http://schemas.microsoft.com/office/drawing/2014/main" id="{FF2514EB-4FFE-24DA-9BE1-B70413295A46}"/>
              </a:ext>
            </a:extLst>
          </p:cNvPr>
          <p:cNvSpPr>
            <a:spLocks noGrp="1"/>
          </p:cNvSpPr>
          <p:nvPr>
            <p:ph type="body" sz="quarter" idx="19"/>
          </p:nvPr>
        </p:nvSpPr>
        <p:spPr>
          <a:xfrm>
            <a:off x="12293276" y="3586163"/>
            <a:ext cx="4607435" cy="781050"/>
          </a:xfrm>
          <a:prstGeom prst="rect">
            <a:avLst/>
          </a:prstGeom>
        </p:spPr>
        <p:txBody>
          <a:bodyPr/>
          <a:lstStyle>
            <a:lvl1pPr>
              <a:defRPr sz="1800" b="0" i="0">
                <a:latin typeface="Poppins" pitchFamily="2" charset="77"/>
                <a:cs typeface="Poppins" pitchFamily="2" charset="77"/>
              </a:defRPr>
            </a:lvl1pPr>
            <a:lvl2pPr>
              <a:defRPr sz="1800" b="0" i="0">
                <a:latin typeface="Poppins" pitchFamily="2" charset="77"/>
                <a:cs typeface="Poppins" pitchFamily="2" charset="77"/>
              </a:defRPr>
            </a:lvl2pPr>
            <a:lvl3pPr>
              <a:defRPr sz="1800" b="0" i="0">
                <a:latin typeface="Poppins" pitchFamily="2" charset="77"/>
                <a:cs typeface="Poppins" pitchFamily="2" charset="77"/>
              </a:defRPr>
            </a:lvl3pPr>
            <a:lvl4pPr>
              <a:defRPr sz="1800" b="0" i="0">
                <a:latin typeface="Poppins" pitchFamily="2" charset="77"/>
                <a:cs typeface="Poppins" pitchFamily="2" charset="77"/>
              </a:defRPr>
            </a:lvl4pPr>
            <a:lvl5pPr>
              <a:defRPr sz="1800" b="0" i="0">
                <a:latin typeface="Poppins" pitchFamily="2" charset="77"/>
                <a:cs typeface="Poppins" pitchFamily="2" charset="77"/>
              </a:defRPr>
            </a:lvl5pPr>
          </a:lstStyle>
          <a:p>
            <a:pPr lvl="0"/>
            <a:endParaRPr lang="pt-BR"/>
          </a:p>
        </p:txBody>
      </p:sp>
      <p:sp>
        <p:nvSpPr>
          <p:cNvPr id="26" name="Espaço Reservado para Texto 17">
            <a:extLst>
              <a:ext uri="{FF2B5EF4-FFF2-40B4-BE49-F238E27FC236}">
                <a16:creationId xmlns:a16="http://schemas.microsoft.com/office/drawing/2014/main" id="{3A21CB34-3B8D-0A21-6578-ABA896BA3FBD}"/>
              </a:ext>
            </a:extLst>
          </p:cNvPr>
          <p:cNvSpPr>
            <a:spLocks noGrp="1"/>
          </p:cNvSpPr>
          <p:nvPr>
            <p:ph type="body" sz="quarter" idx="20"/>
          </p:nvPr>
        </p:nvSpPr>
        <p:spPr>
          <a:xfrm>
            <a:off x="12293276" y="5571717"/>
            <a:ext cx="4607435" cy="781050"/>
          </a:xfrm>
          <a:prstGeom prst="rect">
            <a:avLst/>
          </a:prstGeom>
        </p:spPr>
        <p:txBody>
          <a:bodyPr/>
          <a:lstStyle>
            <a:lvl1pPr>
              <a:defRPr sz="1800" b="0" i="0">
                <a:latin typeface="Poppins" pitchFamily="2" charset="77"/>
                <a:cs typeface="Poppins" pitchFamily="2" charset="77"/>
              </a:defRPr>
            </a:lvl1pPr>
            <a:lvl2pPr>
              <a:defRPr sz="1800" b="0" i="0">
                <a:latin typeface="Poppins" pitchFamily="2" charset="77"/>
                <a:cs typeface="Poppins" pitchFamily="2" charset="77"/>
              </a:defRPr>
            </a:lvl2pPr>
            <a:lvl3pPr>
              <a:defRPr sz="1800" b="0" i="0">
                <a:latin typeface="Poppins" pitchFamily="2" charset="77"/>
                <a:cs typeface="Poppins" pitchFamily="2" charset="77"/>
              </a:defRPr>
            </a:lvl3pPr>
            <a:lvl4pPr>
              <a:defRPr sz="1800" b="0" i="0">
                <a:latin typeface="Poppins" pitchFamily="2" charset="77"/>
                <a:cs typeface="Poppins" pitchFamily="2" charset="77"/>
              </a:defRPr>
            </a:lvl4pPr>
            <a:lvl5pPr>
              <a:defRPr sz="1800" b="0" i="0">
                <a:latin typeface="Poppins" pitchFamily="2" charset="77"/>
                <a:cs typeface="Poppins" pitchFamily="2" charset="77"/>
              </a:defRPr>
            </a:lvl5pPr>
          </a:lstStyle>
          <a:p>
            <a:pPr lvl="0"/>
            <a:endParaRPr lang="pt-BR"/>
          </a:p>
        </p:txBody>
      </p:sp>
      <p:sp>
        <p:nvSpPr>
          <p:cNvPr id="27" name="Espaço Reservado para Texto 17">
            <a:extLst>
              <a:ext uri="{FF2B5EF4-FFF2-40B4-BE49-F238E27FC236}">
                <a16:creationId xmlns:a16="http://schemas.microsoft.com/office/drawing/2014/main" id="{CBAFAB1F-D83D-46C3-B261-37F308F40AA6}"/>
              </a:ext>
            </a:extLst>
          </p:cNvPr>
          <p:cNvSpPr>
            <a:spLocks noGrp="1"/>
          </p:cNvSpPr>
          <p:nvPr>
            <p:ph type="body" sz="quarter" idx="21"/>
          </p:nvPr>
        </p:nvSpPr>
        <p:spPr>
          <a:xfrm>
            <a:off x="12293276" y="7518083"/>
            <a:ext cx="4607435" cy="781050"/>
          </a:xfrm>
          <a:prstGeom prst="rect">
            <a:avLst/>
          </a:prstGeom>
        </p:spPr>
        <p:txBody>
          <a:bodyPr/>
          <a:lstStyle>
            <a:lvl1pPr>
              <a:defRPr sz="1800" b="0" i="0">
                <a:latin typeface="Poppins" pitchFamily="2" charset="77"/>
                <a:cs typeface="Poppins" pitchFamily="2" charset="77"/>
              </a:defRPr>
            </a:lvl1pPr>
            <a:lvl2pPr>
              <a:defRPr sz="1800" b="0" i="0">
                <a:latin typeface="Poppins" pitchFamily="2" charset="77"/>
                <a:cs typeface="Poppins" pitchFamily="2" charset="77"/>
              </a:defRPr>
            </a:lvl2pPr>
            <a:lvl3pPr>
              <a:defRPr sz="1800" b="0" i="0">
                <a:latin typeface="Poppins" pitchFamily="2" charset="77"/>
                <a:cs typeface="Poppins" pitchFamily="2" charset="77"/>
              </a:defRPr>
            </a:lvl3pPr>
            <a:lvl4pPr>
              <a:defRPr sz="1800" b="0" i="0">
                <a:latin typeface="Poppins" pitchFamily="2" charset="77"/>
                <a:cs typeface="Poppins" pitchFamily="2" charset="77"/>
              </a:defRPr>
            </a:lvl4pPr>
            <a:lvl5pPr>
              <a:defRPr sz="1800" b="0" i="0">
                <a:latin typeface="Poppins" pitchFamily="2" charset="77"/>
                <a:cs typeface="Poppins" pitchFamily="2" charset="77"/>
              </a:defRPr>
            </a:lvl5pPr>
          </a:lstStyle>
          <a:p>
            <a:pPr lvl="0"/>
            <a:endParaRPr lang="pt-BR"/>
          </a:p>
        </p:txBody>
      </p:sp>
      <p:sp>
        <p:nvSpPr>
          <p:cNvPr id="5" name="Espaço Reservado para Texto 22">
            <a:extLst>
              <a:ext uri="{FF2B5EF4-FFF2-40B4-BE49-F238E27FC236}">
                <a16:creationId xmlns:a16="http://schemas.microsoft.com/office/drawing/2014/main" id="{B1B3F94D-A652-B5AA-FFD9-BF48085537B9}"/>
              </a:ext>
            </a:extLst>
          </p:cNvPr>
          <p:cNvSpPr>
            <a:spLocks noGrp="1"/>
          </p:cNvSpPr>
          <p:nvPr>
            <p:ph type="body" sz="quarter" idx="4294967295"/>
          </p:nvPr>
        </p:nvSpPr>
        <p:spPr>
          <a:xfrm>
            <a:off x="5709595" y="3054282"/>
            <a:ext cx="4597131" cy="347657"/>
          </a:xfrm>
          <a:prstGeom prst="rect">
            <a:avLst/>
          </a:prstGeom>
        </p:spPr>
        <p:txBody>
          <a:bodyPr/>
          <a:lstStyle>
            <a:lvl1pPr>
              <a:defRPr sz="2000"/>
            </a:lvl1pPr>
          </a:lstStyle>
          <a:p>
            <a:pPr lvl="0"/>
            <a:endParaRPr lang="pt-BR" sz="2200" b="1">
              <a:latin typeface="Poppins" pitchFamily="2" charset="77"/>
              <a:cs typeface="Poppins" pitchFamily="2" charset="77"/>
            </a:endParaRPr>
          </a:p>
        </p:txBody>
      </p:sp>
      <p:sp>
        <p:nvSpPr>
          <p:cNvPr id="6" name="Espaço Reservado para Texto 22">
            <a:extLst>
              <a:ext uri="{FF2B5EF4-FFF2-40B4-BE49-F238E27FC236}">
                <a16:creationId xmlns:a16="http://schemas.microsoft.com/office/drawing/2014/main" id="{42A479C2-1277-B152-75A3-6995BF4CB1A7}"/>
              </a:ext>
            </a:extLst>
          </p:cNvPr>
          <p:cNvSpPr>
            <a:spLocks noGrp="1"/>
          </p:cNvSpPr>
          <p:nvPr>
            <p:ph type="body" sz="quarter" idx="4294967295"/>
          </p:nvPr>
        </p:nvSpPr>
        <p:spPr>
          <a:xfrm>
            <a:off x="5709595" y="5045310"/>
            <a:ext cx="4597131" cy="347658"/>
          </a:xfrm>
          <a:prstGeom prst="rect">
            <a:avLst/>
          </a:prstGeom>
        </p:spPr>
        <p:txBody>
          <a:bodyPr/>
          <a:lstStyle>
            <a:lvl1pPr>
              <a:defRPr sz="2000"/>
            </a:lvl1pPr>
          </a:lstStyle>
          <a:p>
            <a:pPr lvl="0"/>
            <a:endParaRPr lang="pt-BR" sz="2200" b="1">
              <a:latin typeface="Poppins" pitchFamily="2" charset="77"/>
              <a:cs typeface="Poppins" pitchFamily="2" charset="77"/>
            </a:endParaRPr>
          </a:p>
        </p:txBody>
      </p:sp>
      <p:sp>
        <p:nvSpPr>
          <p:cNvPr id="7" name="Espaço Reservado para Texto 22">
            <a:extLst>
              <a:ext uri="{FF2B5EF4-FFF2-40B4-BE49-F238E27FC236}">
                <a16:creationId xmlns:a16="http://schemas.microsoft.com/office/drawing/2014/main" id="{3078BD8F-C790-EF4A-6CF6-CD6FE43104BC}"/>
              </a:ext>
            </a:extLst>
          </p:cNvPr>
          <p:cNvSpPr>
            <a:spLocks noGrp="1"/>
          </p:cNvSpPr>
          <p:nvPr>
            <p:ph type="body" sz="quarter" idx="4294967295"/>
          </p:nvPr>
        </p:nvSpPr>
        <p:spPr>
          <a:xfrm>
            <a:off x="12275286" y="7045454"/>
            <a:ext cx="4625425" cy="316549"/>
          </a:xfrm>
          <a:prstGeom prst="rect">
            <a:avLst/>
          </a:prstGeom>
        </p:spPr>
        <p:txBody>
          <a:bodyPr/>
          <a:lstStyle>
            <a:lvl1pPr>
              <a:defRPr sz="2000"/>
            </a:lvl1pPr>
          </a:lstStyle>
          <a:p>
            <a:pPr lvl="0"/>
            <a:endParaRPr lang="pt-BR" sz="2200" b="1">
              <a:latin typeface="Poppins" pitchFamily="2" charset="77"/>
              <a:cs typeface="Poppins" pitchFamily="2" charset="77"/>
            </a:endParaRPr>
          </a:p>
        </p:txBody>
      </p:sp>
      <p:sp>
        <p:nvSpPr>
          <p:cNvPr id="9" name="Espaço Reservado para Texto 22">
            <a:extLst>
              <a:ext uri="{FF2B5EF4-FFF2-40B4-BE49-F238E27FC236}">
                <a16:creationId xmlns:a16="http://schemas.microsoft.com/office/drawing/2014/main" id="{12DA8F0A-8120-4B7F-40F5-A265D69C5ADE}"/>
              </a:ext>
            </a:extLst>
          </p:cNvPr>
          <p:cNvSpPr>
            <a:spLocks noGrp="1"/>
          </p:cNvSpPr>
          <p:nvPr>
            <p:ph type="body" sz="quarter" idx="4294967295"/>
          </p:nvPr>
        </p:nvSpPr>
        <p:spPr>
          <a:xfrm>
            <a:off x="5709595" y="7014354"/>
            <a:ext cx="4576282" cy="347651"/>
          </a:xfrm>
          <a:prstGeom prst="rect">
            <a:avLst/>
          </a:prstGeom>
        </p:spPr>
        <p:txBody>
          <a:bodyPr/>
          <a:lstStyle>
            <a:lvl1pPr>
              <a:defRPr sz="2000"/>
            </a:lvl1pPr>
          </a:lstStyle>
          <a:p>
            <a:pPr lvl="0"/>
            <a:endParaRPr lang="pt-BR" sz="2200" b="1">
              <a:latin typeface="Poppins" pitchFamily="2" charset="77"/>
              <a:cs typeface="Poppins" pitchFamily="2" charset="77"/>
            </a:endParaRPr>
          </a:p>
        </p:txBody>
      </p:sp>
      <p:sp>
        <p:nvSpPr>
          <p:cNvPr id="10" name="Espaço Reservado para Texto 22">
            <a:extLst>
              <a:ext uri="{FF2B5EF4-FFF2-40B4-BE49-F238E27FC236}">
                <a16:creationId xmlns:a16="http://schemas.microsoft.com/office/drawing/2014/main" id="{645A2C09-A08B-54DA-A2D4-FA5F9E658828}"/>
              </a:ext>
            </a:extLst>
          </p:cNvPr>
          <p:cNvSpPr>
            <a:spLocks noGrp="1"/>
          </p:cNvSpPr>
          <p:nvPr>
            <p:ph type="body" sz="quarter" idx="4294967295"/>
          </p:nvPr>
        </p:nvSpPr>
        <p:spPr>
          <a:xfrm>
            <a:off x="12275286" y="3054768"/>
            <a:ext cx="4625425" cy="347172"/>
          </a:xfrm>
          <a:prstGeom prst="rect">
            <a:avLst/>
          </a:prstGeom>
        </p:spPr>
        <p:txBody>
          <a:bodyPr/>
          <a:lstStyle>
            <a:lvl1pPr>
              <a:defRPr sz="2000"/>
            </a:lvl1pPr>
          </a:lstStyle>
          <a:p>
            <a:pPr lvl="0"/>
            <a:endParaRPr lang="pt-BR" sz="2200" b="1">
              <a:latin typeface="Poppins" pitchFamily="2" charset="77"/>
              <a:cs typeface="Poppins" pitchFamily="2" charset="77"/>
            </a:endParaRPr>
          </a:p>
        </p:txBody>
      </p:sp>
      <p:sp>
        <p:nvSpPr>
          <p:cNvPr id="11" name="Espaço Reservado para Texto 22">
            <a:extLst>
              <a:ext uri="{FF2B5EF4-FFF2-40B4-BE49-F238E27FC236}">
                <a16:creationId xmlns:a16="http://schemas.microsoft.com/office/drawing/2014/main" id="{6C7F70E1-8594-0891-E8A4-D1F879AEE702}"/>
              </a:ext>
            </a:extLst>
          </p:cNvPr>
          <p:cNvSpPr>
            <a:spLocks noGrp="1"/>
          </p:cNvSpPr>
          <p:nvPr>
            <p:ph type="body" sz="quarter" idx="4294967295"/>
          </p:nvPr>
        </p:nvSpPr>
        <p:spPr>
          <a:xfrm>
            <a:off x="12275286" y="5045796"/>
            <a:ext cx="4625425" cy="347172"/>
          </a:xfrm>
          <a:prstGeom prst="rect">
            <a:avLst/>
          </a:prstGeom>
        </p:spPr>
        <p:txBody>
          <a:bodyPr/>
          <a:lstStyle>
            <a:lvl1pPr>
              <a:defRPr sz="2000"/>
            </a:lvl1pPr>
          </a:lstStyle>
          <a:p>
            <a:pPr lvl="0"/>
            <a:endParaRPr lang="pt-BR" sz="2200" b="1">
              <a:latin typeface="Poppins" pitchFamily="2" charset="77"/>
              <a:cs typeface="Poppins" pitchFamily="2" charset="77"/>
            </a:endParaRPr>
          </a:p>
        </p:txBody>
      </p:sp>
      <p:sp>
        <p:nvSpPr>
          <p:cNvPr id="12" name="Espaço Reservado para Texto 22">
            <a:extLst>
              <a:ext uri="{FF2B5EF4-FFF2-40B4-BE49-F238E27FC236}">
                <a16:creationId xmlns:a16="http://schemas.microsoft.com/office/drawing/2014/main" id="{86BB1D50-E453-EA2B-7D40-EA91449040CD}"/>
              </a:ext>
            </a:extLst>
          </p:cNvPr>
          <p:cNvSpPr>
            <a:spLocks noGrp="1"/>
          </p:cNvSpPr>
          <p:nvPr>
            <p:ph type="body" sz="quarter" idx="4294967295"/>
          </p:nvPr>
        </p:nvSpPr>
        <p:spPr>
          <a:xfrm>
            <a:off x="4238002" y="1368991"/>
            <a:ext cx="9370422" cy="581623"/>
          </a:xfrm>
          <a:prstGeom prst="rect">
            <a:avLst/>
          </a:prstGeom>
        </p:spPr>
        <p:txBody>
          <a:bodyPr/>
          <a:lstStyle>
            <a:lvl1pPr>
              <a:defRPr sz="2000"/>
            </a:lvl1pPr>
          </a:lstStyle>
          <a:p>
            <a:pPr lvl="0"/>
            <a:endParaRPr lang="pt-BR" sz="4500" b="1">
              <a:solidFill>
                <a:srgbClr val="FF161F"/>
              </a:solidFill>
              <a:latin typeface="Poppins" pitchFamily="2" charset="77"/>
              <a:cs typeface="Poppins" pitchFamily="2" charset="77"/>
            </a:endParaRPr>
          </a:p>
        </p:txBody>
      </p:sp>
      <p:pic>
        <p:nvPicPr>
          <p:cNvPr id="15" name="Imagem 14">
            <a:extLst>
              <a:ext uri="{FF2B5EF4-FFF2-40B4-BE49-F238E27FC236}">
                <a16:creationId xmlns:a16="http://schemas.microsoft.com/office/drawing/2014/main" id="{5D6B35B6-BEDF-6828-E019-1499E2707A56}"/>
              </a:ext>
            </a:extLst>
          </p:cNvPr>
          <p:cNvPicPr>
            <a:picLocks/>
          </p:cNvPicPr>
          <p:nvPr userDrawn="1"/>
        </p:nvPicPr>
        <p:blipFill>
          <a:blip r:embed="rId4"/>
          <a:stretch>
            <a:fillRect/>
          </a:stretch>
        </p:blipFill>
        <p:spPr>
          <a:xfrm>
            <a:off x="381601" y="327600"/>
            <a:ext cx="3434405" cy="2390404"/>
          </a:xfrm>
          <a:prstGeom prst="rect">
            <a:avLst/>
          </a:prstGeom>
        </p:spPr>
      </p:pic>
      <p:sp>
        <p:nvSpPr>
          <p:cNvPr id="22" name="Google Shape;207;p37">
            <a:extLst>
              <a:ext uri="{FF2B5EF4-FFF2-40B4-BE49-F238E27FC236}">
                <a16:creationId xmlns:a16="http://schemas.microsoft.com/office/drawing/2014/main" id="{B3D0C645-B8E7-C02F-875D-408F240354EC}"/>
              </a:ext>
            </a:extLst>
          </p:cNvPr>
          <p:cNvSpPr txBox="1"/>
          <p:nvPr userDrawn="1"/>
        </p:nvSpPr>
        <p:spPr>
          <a:xfrm>
            <a:off x="851621" y="1061080"/>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2568277310"/>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matchingName="2_Linha do Tempo1" userDrawn="1">
  <p:cSld name="3_Linha do Tempo1">
    <p:spTree>
      <p:nvGrpSpPr>
        <p:cNvPr id="1" name="Shape 178"/>
        <p:cNvGrpSpPr/>
        <p:nvPr/>
      </p:nvGrpSpPr>
      <p:grpSpPr>
        <a:xfrm>
          <a:off x="0" y="0"/>
          <a:ext cx="0" cy="0"/>
          <a:chOff x="0" y="0"/>
          <a:chExt cx="0" cy="0"/>
        </a:xfrm>
      </p:grpSpPr>
      <p:pic>
        <p:nvPicPr>
          <p:cNvPr id="5" name="Google Shape;142;p13">
            <a:extLst>
              <a:ext uri="{FF2B5EF4-FFF2-40B4-BE49-F238E27FC236}">
                <a16:creationId xmlns:a16="http://schemas.microsoft.com/office/drawing/2014/main" id="{518E71A6-2D26-F020-E693-3773D857A44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6" name="Google Shape;143;p13">
            <a:extLst>
              <a:ext uri="{FF2B5EF4-FFF2-40B4-BE49-F238E27FC236}">
                <a16:creationId xmlns:a16="http://schemas.microsoft.com/office/drawing/2014/main" id="{5ED32C90-2688-1EDE-6F25-01F0A763DDBF}"/>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pic>
        <p:nvPicPr>
          <p:cNvPr id="4" name="Imagem 3">
            <a:extLst>
              <a:ext uri="{FF2B5EF4-FFF2-40B4-BE49-F238E27FC236}">
                <a16:creationId xmlns:a16="http://schemas.microsoft.com/office/drawing/2014/main" id="{BCE3A7A3-5248-7451-945C-32638A3977E2}"/>
              </a:ext>
            </a:extLst>
          </p:cNvPr>
          <p:cNvPicPr>
            <a:picLocks/>
          </p:cNvPicPr>
          <p:nvPr userDrawn="1"/>
        </p:nvPicPr>
        <p:blipFill>
          <a:blip r:embed="rId4"/>
          <a:stretch>
            <a:fillRect/>
          </a:stretch>
        </p:blipFill>
        <p:spPr>
          <a:xfrm>
            <a:off x="381601" y="327600"/>
            <a:ext cx="3434405" cy="2390404"/>
          </a:xfrm>
          <a:prstGeom prst="rect">
            <a:avLst/>
          </a:prstGeom>
        </p:spPr>
      </p:pic>
      <p:sp>
        <p:nvSpPr>
          <p:cNvPr id="16" name="Google Shape;207;p37">
            <a:extLst>
              <a:ext uri="{FF2B5EF4-FFF2-40B4-BE49-F238E27FC236}">
                <a16:creationId xmlns:a16="http://schemas.microsoft.com/office/drawing/2014/main" id="{201FA7CE-8C0C-C79A-DBD6-DE9B7E7ECBDE}"/>
              </a:ext>
            </a:extLst>
          </p:cNvPr>
          <p:cNvSpPr txBox="1"/>
          <p:nvPr userDrawn="1"/>
        </p:nvSpPr>
        <p:spPr>
          <a:xfrm>
            <a:off x="851621" y="1061080"/>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
        <p:nvSpPr>
          <p:cNvPr id="22" name="Espaço Reservado para Texto 15">
            <a:extLst>
              <a:ext uri="{FF2B5EF4-FFF2-40B4-BE49-F238E27FC236}">
                <a16:creationId xmlns:a16="http://schemas.microsoft.com/office/drawing/2014/main" id="{CC85F4A7-2D01-580D-6E7F-027FE7FC60F3}"/>
              </a:ext>
            </a:extLst>
          </p:cNvPr>
          <p:cNvSpPr>
            <a:spLocks noGrp="1"/>
          </p:cNvSpPr>
          <p:nvPr>
            <p:ph type="body" sz="quarter" idx="4294967295"/>
          </p:nvPr>
        </p:nvSpPr>
        <p:spPr>
          <a:xfrm>
            <a:off x="5335635" y="5334535"/>
            <a:ext cx="3241030" cy="3573577"/>
          </a:xfrm>
          <a:prstGeom prst="rect">
            <a:avLst/>
          </a:prstGeom>
        </p:spPr>
        <p:txBody>
          <a:bodyPr/>
          <a:lstStyle>
            <a:lvl1pPr>
              <a:defRPr sz="1800" b="0" i="0">
                <a:latin typeface="Poppins" pitchFamily="2" charset="77"/>
                <a:cs typeface="Poppins" pitchFamily="2" charset="77"/>
              </a:defRPr>
            </a:lvl1pPr>
          </a:lstStyle>
          <a:p>
            <a:pPr lvl="0"/>
            <a:endParaRPr lang="pt-BR"/>
          </a:p>
        </p:txBody>
      </p:sp>
      <p:sp>
        <p:nvSpPr>
          <p:cNvPr id="23" name="Espaço Reservado para Texto 15">
            <a:extLst>
              <a:ext uri="{FF2B5EF4-FFF2-40B4-BE49-F238E27FC236}">
                <a16:creationId xmlns:a16="http://schemas.microsoft.com/office/drawing/2014/main" id="{981A6605-050F-BB39-40B1-83D754BCB087}"/>
              </a:ext>
            </a:extLst>
          </p:cNvPr>
          <p:cNvSpPr>
            <a:spLocks noGrp="1"/>
          </p:cNvSpPr>
          <p:nvPr>
            <p:ph type="body" sz="quarter" idx="4294967295"/>
          </p:nvPr>
        </p:nvSpPr>
        <p:spPr>
          <a:xfrm>
            <a:off x="9082435" y="5333769"/>
            <a:ext cx="3598732" cy="1177610"/>
          </a:xfrm>
          <a:prstGeom prst="rect">
            <a:avLst/>
          </a:prstGeom>
        </p:spPr>
        <p:txBody>
          <a:bodyPr/>
          <a:lstStyle>
            <a:lvl1pPr>
              <a:defRPr sz="1800" b="0" i="0">
                <a:latin typeface="Poppins" pitchFamily="2" charset="77"/>
                <a:cs typeface="Poppins" pitchFamily="2" charset="77"/>
              </a:defRPr>
            </a:lvl1pPr>
          </a:lstStyle>
          <a:p>
            <a:pPr lvl="0"/>
            <a:endParaRPr lang="pt-BR"/>
          </a:p>
        </p:txBody>
      </p:sp>
      <p:sp>
        <p:nvSpPr>
          <p:cNvPr id="24" name="Espaço Reservado para Texto 15">
            <a:extLst>
              <a:ext uri="{FF2B5EF4-FFF2-40B4-BE49-F238E27FC236}">
                <a16:creationId xmlns:a16="http://schemas.microsoft.com/office/drawing/2014/main" id="{2DE13FDF-E80C-C9F0-73F7-5C6D56087E20}"/>
              </a:ext>
            </a:extLst>
          </p:cNvPr>
          <p:cNvSpPr>
            <a:spLocks noGrp="1"/>
          </p:cNvSpPr>
          <p:nvPr>
            <p:ph type="body" sz="quarter" idx="4294967295"/>
          </p:nvPr>
        </p:nvSpPr>
        <p:spPr>
          <a:xfrm>
            <a:off x="13474723" y="5333769"/>
            <a:ext cx="3738124" cy="2819631"/>
          </a:xfrm>
          <a:prstGeom prst="rect">
            <a:avLst/>
          </a:prstGeom>
        </p:spPr>
        <p:txBody>
          <a:bodyPr/>
          <a:lstStyle>
            <a:lvl1pPr>
              <a:defRPr sz="1800" b="0" i="0">
                <a:latin typeface="Poppins" pitchFamily="2" charset="77"/>
                <a:cs typeface="Poppins" pitchFamily="2" charset="77"/>
              </a:defRPr>
            </a:lvl1pPr>
          </a:lstStyle>
          <a:p>
            <a:pPr lvl="0"/>
            <a:endParaRPr lang="pt-BR"/>
          </a:p>
        </p:txBody>
      </p:sp>
      <p:sp>
        <p:nvSpPr>
          <p:cNvPr id="25" name="Espaço Reservado para Texto 39">
            <a:extLst>
              <a:ext uri="{FF2B5EF4-FFF2-40B4-BE49-F238E27FC236}">
                <a16:creationId xmlns:a16="http://schemas.microsoft.com/office/drawing/2014/main" id="{F263B8F0-9AB4-5856-6E61-F2230C461A27}"/>
              </a:ext>
            </a:extLst>
          </p:cNvPr>
          <p:cNvSpPr>
            <a:spLocks noGrp="1"/>
          </p:cNvSpPr>
          <p:nvPr>
            <p:ph type="body" sz="quarter" idx="4294967295"/>
          </p:nvPr>
        </p:nvSpPr>
        <p:spPr>
          <a:xfrm>
            <a:off x="4183761" y="1378888"/>
            <a:ext cx="9638832" cy="754712"/>
          </a:xfrm>
          <a:prstGeom prst="rect">
            <a:avLst/>
          </a:prstGeom>
        </p:spPr>
        <p:txBody>
          <a:bodyPr/>
          <a:lstStyle>
            <a:lvl1pPr>
              <a:defRPr sz="2400">
                <a:latin typeface="Poppins" pitchFamily="2" charset="77"/>
                <a:cs typeface="Poppins" pitchFamily="2" charset="77"/>
              </a:defRPr>
            </a:lvl1pPr>
          </a:lstStyle>
          <a:p>
            <a:pPr lvl="0"/>
            <a:endParaRPr lang="pt-BR" sz="4500" b="1">
              <a:solidFill>
                <a:srgbClr val="FF161F"/>
              </a:solidFill>
            </a:endParaRPr>
          </a:p>
        </p:txBody>
      </p:sp>
      <p:sp>
        <p:nvSpPr>
          <p:cNvPr id="26" name="Espaço Reservado para Texto 39">
            <a:extLst>
              <a:ext uri="{FF2B5EF4-FFF2-40B4-BE49-F238E27FC236}">
                <a16:creationId xmlns:a16="http://schemas.microsoft.com/office/drawing/2014/main" id="{20CFD308-AAFE-5CB2-726F-1400A331FDC1}"/>
              </a:ext>
            </a:extLst>
          </p:cNvPr>
          <p:cNvSpPr>
            <a:spLocks noGrp="1"/>
          </p:cNvSpPr>
          <p:nvPr>
            <p:ph type="body" sz="quarter" idx="4294967295"/>
          </p:nvPr>
        </p:nvSpPr>
        <p:spPr>
          <a:xfrm>
            <a:off x="5322038" y="4195244"/>
            <a:ext cx="2838083" cy="931801"/>
          </a:xfrm>
          <a:prstGeom prst="rect">
            <a:avLst/>
          </a:prstGeom>
        </p:spPr>
        <p:txBody>
          <a:bodyPr/>
          <a:lstStyle>
            <a:lvl1pPr>
              <a:defRPr sz="2400">
                <a:latin typeface="Poppins" pitchFamily="2" charset="77"/>
                <a:cs typeface="Poppins" pitchFamily="2" charset="77"/>
              </a:defRPr>
            </a:lvl1pPr>
          </a:lstStyle>
          <a:p>
            <a:pPr lvl="0"/>
            <a:endParaRPr lang="pt-BR" b="1"/>
          </a:p>
        </p:txBody>
      </p:sp>
      <p:sp>
        <p:nvSpPr>
          <p:cNvPr id="27" name="Espaço Reservado para Texto 39">
            <a:extLst>
              <a:ext uri="{FF2B5EF4-FFF2-40B4-BE49-F238E27FC236}">
                <a16:creationId xmlns:a16="http://schemas.microsoft.com/office/drawing/2014/main" id="{E879E212-D410-9971-3913-087A411C646A}"/>
              </a:ext>
            </a:extLst>
          </p:cNvPr>
          <p:cNvSpPr>
            <a:spLocks noGrp="1"/>
          </p:cNvSpPr>
          <p:nvPr>
            <p:ph type="body" sz="quarter" idx="4294967295"/>
          </p:nvPr>
        </p:nvSpPr>
        <p:spPr>
          <a:xfrm>
            <a:off x="9063295" y="4211699"/>
            <a:ext cx="2851869" cy="931801"/>
          </a:xfrm>
          <a:prstGeom prst="rect">
            <a:avLst/>
          </a:prstGeom>
        </p:spPr>
        <p:txBody>
          <a:bodyPr/>
          <a:lstStyle>
            <a:lvl1pPr>
              <a:defRPr sz="2400">
                <a:latin typeface="Poppins" pitchFamily="2" charset="77"/>
                <a:cs typeface="Poppins" pitchFamily="2" charset="77"/>
              </a:defRPr>
            </a:lvl1pPr>
          </a:lstStyle>
          <a:p>
            <a:pPr lvl="0"/>
            <a:endParaRPr lang="pt-BR" b="1"/>
          </a:p>
        </p:txBody>
      </p:sp>
      <p:sp>
        <p:nvSpPr>
          <p:cNvPr id="28" name="Espaço Reservado para Texto 39">
            <a:extLst>
              <a:ext uri="{FF2B5EF4-FFF2-40B4-BE49-F238E27FC236}">
                <a16:creationId xmlns:a16="http://schemas.microsoft.com/office/drawing/2014/main" id="{EBDA35FA-16F6-D2DF-10E5-2A18362D87CA}"/>
              </a:ext>
            </a:extLst>
          </p:cNvPr>
          <p:cNvSpPr>
            <a:spLocks noGrp="1"/>
          </p:cNvSpPr>
          <p:nvPr>
            <p:ph type="body" sz="quarter" idx="4294967295"/>
          </p:nvPr>
        </p:nvSpPr>
        <p:spPr>
          <a:xfrm>
            <a:off x="13474722" y="4211699"/>
            <a:ext cx="2984306" cy="931801"/>
          </a:xfrm>
          <a:prstGeom prst="rect">
            <a:avLst/>
          </a:prstGeom>
        </p:spPr>
        <p:txBody>
          <a:bodyPr/>
          <a:lstStyle>
            <a:lvl1pPr>
              <a:defRPr sz="2400">
                <a:latin typeface="Poppins" pitchFamily="2" charset="77"/>
                <a:cs typeface="Poppins" pitchFamily="2" charset="77"/>
              </a:defRPr>
            </a:lvl1pPr>
          </a:lstStyle>
          <a:p>
            <a:pPr lvl="0"/>
            <a:endParaRPr lang="pt-BR" b="1"/>
          </a:p>
        </p:txBody>
      </p:sp>
    </p:spTree>
    <p:extLst>
      <p:ext uri="{BB962C8B-B14F-4D97-AF65-F5344CB8AC3E}">
        <p14:creationId xmlns:p14="http://schemas.microsoft.com/office/powerpoint/2010/main" val="180740916"/>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matchingName="2_Linha do Tempo1" userDrawn="1">
  <p:cSld name="3_Linha do Tempo1">
    <p:spTree>
      <p:nvGrpSpPr>
        <p:cNvPr id="1" name="Shape 178"/>
        <p:cNvGrpSpPr/>
        <p:nvPr/>
      </p:nvGrpSpPr>
      <p:grpSpPr>
        <a:xfrm>
          <a:off x="0" y="0"/>
          <a:ext cx="0" cy="0"/>
          <a:chOff x="0" y="0"/>
          <a:chExt cx="0" cy="0"/>
        </a:xfrm>
      </p:grpSpPr>
      <p:pic>
        <p:nvPicPr>
          <p:cNvPr id="4" name="Google Shape;142;p13">
            <a:extLst>
              <a:ext uri="{FF2B5EF4-FFF2-40B4-BE49-F238E27FC236}">
                <a16:creationId xmlns:a16="http://schemas.microsoft.com/office/drawing/2014/main" id="{FBE73F56-3F00-8EDE-A7A3-036DA367CD0E}"/>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5" name="Google Shape;143;p13">
            <a:extLst>
              <a:ext uri="{FF2B5EF4-FFF2-40B4-BE49-F238E27FC236}">
                <a16:creationId xmlns:a16="http://schemas.microsoft.com/office/drawing/2014/main" id="{C7F3DB32-5034-8B43-C660-B29ED90DC822}"/>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2" name="CaixaDeTexto 1">
            <a:extLst>
              <a:ext uri="{FF2B5EF4-FFF2-40B4-BE49-F238E27FC236}">
                <a16:creationId xmlns:a16="http://schemas.microsoft.com/office/drawing/2014/main" id="{A002D0E8-22C3-90CC-B114-9B35A1342FE0}"/>
              </a:ext>
            </a:extLst>
          </p:cNvPr>
          <p:cNvSpPr txBox="1"/>
          <p:nvPr userDrawn="1"/>
        </p:nvSpPr>
        <p:spPr>
          <a:xfrm>
            <a:off x="4359965" y="28227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138BE343-9B06-09DD-98D8-567230615BD8}"/>
              </a:ext>
            </a:extLst>
          </p:cNvPr>
          <p:cNvPicPr>
            <a:picLocks/>
          </p:cNvPicPr>
          <p:nvPr userDrawn="1"/>
        </p:nvPicPr>
        <p:blipFill>
          <a:blip r:embed="rId4"/>
          <a:stretch>
            <a:fillRect/>
          </a:stretch>
        </p:blipFill>
        <p:spPr>
          <a:xfrm>
            <a:off x="381601" y="327600"/>
            <a:ext cx="3434405" cy="2390404"/>
          </a:xfrm>
          <a:prstGeom prst="rect">
            <a:avLst/>
          </a:prstGeom>
        </p:spPr>
      </p:pic>
      <p:sp>
        <p:nvSpPr>
          <p:cNvPr id="16" name="Google Shape;207;p37">
            <a:extLst>
              <a:ext uri="{FF2B5EF4-FFF2-40B4-BE49-F238E27FC236}">
                <a16:creationId xmlns:a16="http://schemas.microsoft.com/office/drawing/2014/main" id="{0ABD8699-9E27-80ED-4D36-956F52754E3C}"/>
              </a:ext>
            </a:extLst>
          </p:cNvPr>
          <p:cNvSpPr txBox="1"/>
          <p:nvPr userDrawn="1"/>
        </p:nvSpPr>
        <p:spPr>
          <a:xfrm>
            <a:off x="851621" y="1061080"/>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
        <p:nvSpPr>
          <p:cNvPr id="22" name="CaixaDeTexto 21">
            <a:extLst>
              <a:ext uri="{FF2B5EF4-FFF2-40B4-BE49-F238E27FC236}">
                <a16:creationId xmlns:a16="http://schemas.microsoft.com/office/drawing/2014/main" id="{BCDB4897-5C99-7B81-4FC7-8BFB3F85200B}"/>
              </a:ext>
            </a:extLst>
          </p:cNvPr>
          <p:cNvSpPr txBox="1"/>
          <p:nvPr userDrawn="1"/>
        </p:nvSpPr>
        <p:spPr>
          <a:xfrm>
            <a:off x="8262257" y="2514600"/>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31" name="Espaço Reservado para Texto 39">
            <a:extLst>
              <a:ext uri="{FF2B5EF4-FFF2-40B4-BE49-F238E27FC236}">
                <a16:creationId xmlns:a16="http://schemas.microsoft.com/office/drawing/2014/main" id="{0534BAD5-78A6-D94A-385A-0F5AB40B5917}"/>
              </a:ext>
            </a:extLst>
          </p:cNvPr>
          <p:cNvSpPr>
            <a:spLocks noGrp="1"/>
          </p:cNvSpPr>
          <p:nvPr>
            <p:ph type="body" sz="quarter" idx="4294967295"/>
          </p:nvPr>
        </p:nvSpPr>
        <p:spPr>
          <a:xfrm>
            <a:off x="4183761" y="1378888"/>
            <a:ext cx="9638832" cy="754712"/>
          </a:xfrm>
          <a:prstGeom prst="rect">
            <a:avLst/>
          </a:prstGeom>
        </p:spPr>
        <p:txBody>
          <a:bodyPr/>
          <a:lstStyle>
            <a:lvl1pPr>
              <a:defRPr sz="2400">
                <a:latin typeface="Poppins" pitchFamily="2" charset="77"/>
                <a:cs typeface="Poppins" pitchFamily="2" charset="77"/>
              </a:defRPr>
            </a:lvl1pPr>
          </a:lstStyle>
          <a:p>
            <a:pPr lvl="0"/>
            <a:endParaRPr lang="pt-BR" sz="4500" b="1">
              <a:solidFill>
                <a:srgbClr val="FF161F"/>
              </a:solidFill>
            </a:endParaRPr>
          </a:p>
        </p:txBody>
      </p:sp>
      <p:sp>
        <p:nvSpPr>
          <p:cNvPr id="32" name="Espaço Reservado para Texto 39">
            <a:extLst>
              <a:ext uri="{FF2B5EF4-FFF2-40B4-BE49-F238E27FC236}">
                <a16:creationId xmlns:a16="http://schemas.microsoft.com/office/drawing/2014/main" id="{68511793-4F32-5161-F057-65DF8CADA20C}"/>
              </a:ext>
            </a:extLst>
          </p:cNvPr>
          <p:cNvSpPr>
            <a:spLocks noGrp="1"/>
          </p:cNvSpPr>
          <p:nvPr>
            <p:ph type="body" sz="quarter" idx="4294967295"/>
          </p:nvPr>
        </p:nvSpPr>
        <p:spPr>
          <a:xfrm>
            <a:off x="5343556" y="2905020"/>
            <a:ext cx="4613882" cy="478094"/>
          </a:xfrm>
          <a:prstGeom prst="rect">
            <a:avLst/>
          </a:prstGeom>
        </p:spPr>
        <p:txBody>
          <a:bodyPr/>
          <a:lstStyle>
            <a:lvl1pPr>
              <a:defRPr sz="2400">
                <a:latin typeface="Poppins" pitchFamily="2" charset="77"/>
                <a:cs typeface="Poppins" pitchFamily="2" charset="77"/>
              </a:defRPr>
            </a:lvl1pPr>
          </a:lstStyle>
          <a:p>
            <a:pPr lvl="0"/>
            <a:endParaRPr lang="pt-BR" b="1"/>
          </a:p>
        </p:txBody>
      </p:sp>
      <p:sp>
        <p:nvSpPr>
          <p:cNvPr id="33" name="Espaço Reservado para Texto 39">
            <a:extLst>
              <a:ext uri="{FF2B5EF4-FFF2-40B4-BE49-F238E27FC236}">
                <a16:creationId xmlns:a16="http://schemas.microsoft.com/office/drawing/2014/main" id="{587EF917-88CB-6548-344B-E8A934BCB9B0}"/>
              </a:ext>
            </a:extLst>
          </p:cNvPr>
          <p:cNvSpPr>
            <a:spLocks noGrp="1"/>
          </p:cNvSpPr>
          <p:nvPr>
            <p:ph type="body" sz="quarter" idx="4294967295"/>
          </p:nvPr>
        </p:nvSpPr>
        <p:spPr>
          <a:xfrm>
            <a:off x="5343556" y="5027087"/>
            <a:ext cx="4613879" cy="471861"/>
          </a:xfrm>
          <a:prstGeom prst="rect">
            <a:avLst/>
          </a:prstGeom>
        </p:spPr>
        <p:txBody>
          <a:bodyPr/>
          <a:lstStyle>
            <a:lvl1pPr>
              <a:defRPr sz="2400">
                <a:latin typeface="Poppins" pitchFamily="2" charset="77"/>
                <a:cs typeface="Poppins" pitchFamily="2" charset="77"/>
              </a:defRPr>
            </a:lvl1pPr>
          </a:lstStyle>
          <a:p>
            <a:pPr lvl="0"/>
            <a:endParaRPr lang="pt-BR" b="1"/>
          </a:p>
        </p:txBody>
      </p:sp>
      <p:sp>
        <p:nvSpPr>
          <p:cNvPr id="34" name="Espaço Reservado para Texto 39">
            <a:extLst>
              <a:ext uri="{FF2B5EF4-FFF2-40B4-BE49-F238E27FC236}">
                <a16:creationId xmlns:a16="http://schemas.microsoft.com/office/drawing/2014/main" id="{B5ACF6F9-60E0-DD13-A368-5A17CFDC5323}"/>
              </a:ext>
            </a:extLst>
          </p:cNvPr>
          <p:cNvSpPr>
            <a:spLocks noGrp="1"/>
          </p:cNvSpPr>
          <p:nvPr>
            <p:ph type="body" sz="quarter" idx="4294967295"/>
          </p:nvPr>
        </p:nvSpPr>
        <p:spPr>
          <a:xfrm>
            <a:off x="5370945" y="7105007"/>
            <a:ext cx="4586475" cy="465896"/>
          </a:xfrm>
          <a:prstGeom prst="rect">
            <a:avLst/>
          </a:prstGeom>
        </p:spPr>
        <p:txBody>
          <a:bodyPr/>
          <a:lstStyle>
            <a:lvl1pPr>
              <a:defRPr sz="2400">
                <a:latin typeface="Poppins" pitchFamily="2" charset="77"/>
                <a:cs typeface="Poppins" pitchFamily="2" charset="77"/>
              </a:defRPr>
            </a:lvl1pPr>
          </a:lstStyle>
          <a:p>
            <a:pPr lvl="0"/>
            <a:endParaRPr lang="pt-BR" b="1"/>
          </a:p>
        </p:txBody>
      </p:sp>
      <p:sp>
        <p:nvSpPr>
          <p:cNvPr id="35" name="Espaço Reservado para Texto 3">
            <a:extLst>
              <a:ext uri="{FF2B5EF4-FFF2-40B4-BE49-F238E27FC236}">
                <a16:creationId xmlns:a16="http://schemas.microsoft.com/office/drawing/2014/main" id="{5A5DCCF2-BCE2-734D-CF6B-023C8178749E}"/>
              </a:ext>
            </a:extLst>
          </p:cNvPr>
          <p:cNvSpPr>
            <a:spLocks noGrp="1"/>
          </p:cNvSpPr>
          <p:nvPr>
            <p:ph type="body" sz="quarter" idx="4294967295"/>
          </p:nvPr>
        </p:nvSpPr>
        <p:spPr>
          <a:xfrm>
            <a:off x="12016682" y="2914065"/>
            <a:ext cx="4586486" cy="480344"/>
          </a:xfrm>
          <a:prstGeom prst="rect">
            <a:avLst/>
          </a:prstGeom>
        </p:spPr>
        <p:txBody>
          <a:bodyPr/>
          <a:lstStyle>
            <a:lvl1pPr>
              <a:defRPr sz="1800">
                <a:latin typeface="Poppins" pitchFamily="2" charset="77"/>
                <a:cs typeface="Poppins" pitchFamily="2" charset="77"/>
              </a:defRPr>
            </a:lvl1pPr>
          </a:lstStyle>
          <a:p>
            <a:pPr lvl="0"/>
            <a:endParaRPr lang="pt-BR" sz="2400" b="1"/>
          </a:p>
        </p:txBody>
      </p:sp>
      <p:sp>
        <p:nvSpPr>
          <p:cNvPr id="36" name="Espaço Reservado para Texto 3">
            <a:extLst>
              <a:ext uri="{FF2B5EF4-FFF2-40B4-BE49-F238E27FC236}">
                <a16:creationId xmlns:a16="http://schemas.microsoft.com/office/drawing/2014/main" id="{1F68E193-2683-8A83-75B1-7C78C361E5A8}"/>
              </a:ext>
            </a:extLst>
          </p:cNvPr>
          <p:cNvSpPr>
            <a:spLocks noGrp="1"/>
          </p:cNvSpPr>
          <p:nvPr>
            <p:ph type="body" sz="quarter" idx="4294967295"/>
          </p:nvPr>
        </p:nvSpPr>
        <p:spPr>
          <a:xfrm>
            <a:off x="12016682" y="5018604"/>
            <a:ext cx="4586486" cy="480344"/>
          </a:xfrm>
          <a:prstGeom prst="rect">
            <a:avLst/>
          </a:prstGeom>
        </p:spPr>
        <p:txBody>
          <a:bodyPr/>
          <a:lstStyle>
            <a:lvl1pPr>
              <a:defRPr sz="1800">
                <a:latin typeface="Poppins" pitchFamily="2" charset="77"/>
                <a:cs typeface="Poppins" pitchFamily="2" charset="77"/>
              </a:defRPr>
            </a:lvl1pPr>
          </a:lstStyle>
          <a:p>
            <a:pPr lvl="0"/>
            <a:endParaRPr lang="pt-BR" sz="2400" b="1"/>
          </a:p>
        </p:txBody>
      </p:sp>
      <p:sp>
        <p:nvSpPr>
          <p:cNvPr id="37" name="Espaço Reservado para Texto 3">
            <a:extLst>
              <a:ext uri="{FF2B5EF4-FFF2-40B4-BE49-F238E27FC236}">
                <a16:creationId xmlns:a16="http://schemas.microsoft.com/office/drawing/2014/main" id="{B231B24F-0CBF-0676-3F3D-EFE59144417C}"/>
              </a:ext>
            </a:extLst>
          </p:cNvPr>
          <p:cNvSpPr>
            <a:spLocks noGrp="1"/>
          </p:cNvSpPr>
          <p:nvPr>
            <p:ph type="body" sz="quarter" idx="4294967295"/>
          </p:nvPr>
        </p:nvSpPr>
        <p:spPr>
          <a:xfrm>
            <a:off x="12016682" y="7093337"/>
            <a:ext cx="4586486" cy="480344"/>
          </a:xfrm>
          <a:prstGeom prst="rect">
            <a:avLst/>
          </a:prstGeom>
        </p:spPr>
        <p:txBody>
          <a:bodyPr/>
          <a:lstStyle>
            <a:lvl1pPr>
              <a:defRPr sz="1800">
                <a:latin typeface="Poppins" pitchFamily="2" charset="77"/>
                <a:cs typeface="Poppins" pitchFamily="2" charset="77"/>
              </a:defRPr>
            </a:lvl1pPr>
          </a:lstStyle>
          <a:p>
            <a:pPr lvl="0"/>
            <a:endParaRPr lang="pt-BR" sz="2400" b="1"/>
          </a:p>
        </p:txBody>
      </p:sp>
      <p:sp>
        <p:nvSpPr>
          <p:cNvPr id="38" name="Espaço Reservado para Texto 34">
            <a:extLst>
              <a:ext uri="{FF2B5EF4-FFF2-40B4-BE49-F238E27FC236}">
                <a16:creationId xmlns:a16="http://schemas.microsoft.com/office/drawing/2014/main" id="{B692F572-0324-52FA-5814-81636F2FB6F7}"/>
              </a:ext>
            </a:extLst>
          </p:cNvPr>
          <p:cNvSpPr>
            <a:spLocks noGrp="1"/>
          </p:cNvSpPr>
          <p:nvPr>
            <p:ph type="body" sz="quarter" idx="10"/>
          </p:nvPr>
        </p:nvSpPr>
        <p:spPr>
          <a:xfrm>
            <a:off x="5343556" y="3631949"/>
            <a:ext cx="4613864" cy="1085850"/>
          </a:xfrm>
          <a:prstGeom prst="rect">
            <a:avLst/>
          </a:prstGeom>
        </p:spPr>
        <p:txBody>
          <a:bodyPr/>
          <a:lstStyle>
            <a:lvl1pPr>
              <a:defRPr sz="1800" b="0" i="0">
                <a:latin typeface="Poppins" pitchFamily="2" charset="77"/>
                <a:cs typeface="Poppins" pitchFamily="2" charset="77"/>
              </a:defRPr>
            </a:lvl1pPr>
          </a:lstStyle>
          <a:p>
            <a:pPr lvl="0"/>
            <a:endParaRPr lang="pt-BR"/>
          </a:p>
        </p:txBody>
      </p:sp>
      <p:sp>
        <p:nvSpPr>
          <p:cNvPr id="39" name="Espaço Reservado para Texto 34">
            <a:extLst>
              <a:ext uri="{FF2B5EF4-FFF2-40B4-BE49-F238E27FC236}">
                <a16:creationId xmlns:a16="http://schemas.microsoft.com/office/drawing/2014/main" id="{BAB5B4AC-828A-481E-DF30-3B577391E50A}"/>
              </a:ext>
            </a:extLst>
          </p:cNvPr>
          <p:cNvSpPr>
            <a:spLocks noGrp="1"/>
          </p:cNvSpPr>
          <p:nvPr>
            <p:ph type="body" sz="quarter" idx="11"/>
          </p:nvPr>
        </p:nvSpPr>
        <p:spPr>
          <a:xfrm>
            <a:off x="5343556" y="5796775"/>
            <a:ext cx="4642184" cy="1085850"/>
          </a:xfrm>
          <a:prstGeom prst="rect">
            <a:avLst/>
          </a:prstGeom>
        </p:spPr>
        <p:txBody>
          <a:bodyPr/>
          <a:lstStyle>
            <a:lvl1pPr>
              <a:defRPr sz="1800" b="0" i="0">
                <a:latin typeface="Poppins" pitchFamily="2" charset="77"/>
                <a:cs typeface="Poppins" pitchFamily="2" charset="77"/>
              </a:defRPr>
            </a:lvl1pPr>
          </a:lstStyle>
          <a:p>
            <a:pPr lvl="0"/>
            <a:endParaRPr lang="pt-BR"/>
          </a:p>
        </p:txBody>
      </p:sp>
      <p:sp>
        <p:nvSpPr>
          <p:cNvPr id="40" name="Espaço Reservado para Texto 34">
            <a:extLst>
              <a:ext uri="{FF2B5EF4-FFF2-40B4-BE49-F238E27FC236}">
                <a16:creationId xmlns:a16="http://schemas.microsoft.com/office/drawing/2014/main" id="{B571AB7C-DA36-D187-BBEC-8AFD12898310}"/>
              </a:ext>
            </a:extLst>
          </p:cNvPr>
          <p:cNvSpPr>
            <a:spLocks noGrp="1"/>
          </p:cNvSpPr>
          <p:nvPr>
            <p:ph type="body" sz="quarter" idx="12"/>
          </p:nvPr>
        </p:nvSpPr>
        <p:spPr>
          <a:xfrm>
            <a:off x="5343556" y="7833041"/>
            <a:ext cx="4680564" cy="1085850"/>
          </a:xfrm>
          <a:prstGeom prst="rect">
            <a:avLst/>
          </a:prstGeom>
        </p:spPr>
        <p:txBody>
          <a:bodyPr/>
          <a:lstStyle>
            <a:lvl1pPr>
              <a:defRPr sz="1800" b="0" i="0">
                <a:latin typeface="Poppins" pitchFamily="2" charset="77"/>
                <a:cs typeface="Poppins" pitchFamily="2" charset="77"/>
              </a:defRPr>
            </a:lvl1pPr>
          </a:lstStyle>
          <a:p>
            <a:pPr lvl="0"/>
            <a:endParaRPr lang="pt-BR"/>
          </a:p>
        </p:txBody>
      </p:sp>
      <p:sp>
        <p:nvSpPr>
          <p:cNvPr id="41" name="Espaço Reservado para Texto 34">
            <a:extLst>
              <a:ext uri="{FF2B5EF4-FFF2-40B4-BE49-F238E27FC236}">
                <a16:creationId xmlns:a16="http://schemas.microsoft.com/office/drawing/2014/main" id="{89CA9C6D-250C-B337-7485-53B32EFC862F}"/>
              </a:ext>
            </a:extLst>
          </p:cNvPr>
          <p:cNvSpPr>
            <a:spLocks noGrp="1"/>
          </p:cNvSpPr>
          <p:nvPr>
            <p:ph type="body" sz="quarter" idx="13"/>
          </p:nvPr>
        </p:nvSpPr>
        <p:spPr>
          <a:xfrm>
            <a:off x="12016682" y="3631949"/>
            <a:ext cx="4586485" cy="1085850"/>
          </a:xfrm>
          <a:prstGeom prst="rect">
            <a:avLst/>
          </a:prstGeom>
        </p:spPr>
        <p:txBody>
          <a:bodyPr/>
          <a:lstStyle>
            <a:lvl1pPr>
              <a:defRPr sz="1800" b="0" i="0">
                <a:latin typeface="Poppins" pitchFamily="2" charset="77"/>
                <a:cs typeface="Poppins" pitchFamily="2" charset="77"/>
              </a:defRPr>
            </a:lvl1pPr>
          </a:lstStyle>
          <a:p>
            <a:pPr lvl="0"/>
            <a:endParaRPr lang="pt-BR"/>
          </a:p>
        </p:txBody>
      </p:sp>
      <p:sp>
        <p:nvSpPr>
          <p:cNvPr id="42" name="Espaço Reservado para Texto 34">
            <a:extLst>
              <a:ext uri="{FF2B5EF4-FFF2-40B4-BE49-F238E27FC236}">
                <a16:creationId xmlns:a16="http://schemas.microsoft.com/office/drawing/2014/main" id="{3186E0E1-93B5-589A-D9CF-0FC9C61B49B5}"/>
              </a:ext>
            </a:extLst>
          </p:cNvPr>
          <p:cNvSpPr>
            <a:spLocks noGrp="1"/>
          </p:cNvSpPr>
          <p:nvPr>
            <p:ph type="body" sz="quarter" idx="14"/>
          </p:nvPr>
        </p:nvSpPr>
        <p:spPr>
          <a:xfrm>
            <a:off x="12032864" y="5796738"/>
            <a:ext cx="4570303" cy="1085850"/>
          </a:xfrm>
          <a:prstGeom prst="rect">
            <a:avLst/>
          </a:prstGeom>
        </p:spPr>
        <p:txBody>
          <a:bodyPr/>
          <a:lstStyle>
            <a:lvl1pPr>
              <a:defRPr sz="1800" b="0" i="0">
                <a:latin typeface="Poppins" pitchFamily="2" charset="77"/>
                <a:cs typeface="Poppins" pitchFamily="2" charset="77"/>
              </a:defRPr>
            </a:lvl1pPr>
          </a:lstStyle>
          <a:p>
            <a:pPr lvl="0"/>
            <a:endParaRPr lang="pt-BR"/>
          </a:p>
        </p:txBody>
      </p:sp>
      <p:sp>
        <p:nvSpPr>
          <p:cNvPr id="43" name="Espaço Reservado para Texto 34">
            <a:extLst>
              <a:ext uri="{FF2B5EF4-FFF2-40B4-BE49-F238E27FC236}">
                <a16:creationId xmlns:a16="http://schemas.microsoft.com/office/drawing/2014/main" id="{3BA04B47-F47D-8DEC-3F62-48C6A909AFDA}"/>
              </a:ext>
            </a:extLst>
          </p:cNvPr>
          <p:cNvSpPr>
            <a:spLocks noGrp="1"/>
          </p:cNvSpPr>
          <p:nvPr>
            <p:ph type="body" sz="quarter" idx="15"/>
          </p:nvPr>
        </p:nvSpPr>
        <p:spPr>
          <a:xfrm>
            <a:off x="12016682" y="7844641"/>
            <a:ext cx="4586485" cy="1085850"/>
          </a:xfrm>
          <a:prstGeom prst="rect">
            <a:avLst/>
          </a:prstGeom>
        </p:spPr>
        <p:txBody>
          <a:bodyPr/>
          <a:lstStyle>
            <a:lvl1pPr>
              <a:defRPr sz="18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58887014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matchingName="Linha do Tempo2" userDrawn="1">
  <p:cSld name="1_Linha do Tempo2">
    <p:bg>
      <p:bgRef idx="1001">
        <a:schemeClr val="bg1"/>
      </p:bgRef>
    </p:bg>
    <p:spTree>
      <p:nvGrpSpPr>
        <p:cNvPr id="1" name="Shape 147"/>
        <p:cNvGrpSpPr/>
        <p:nvPr/>
      </p:nvGrpSpPr>
      <p:grpSpPr>
        <a:xfrm>
          <a:off x="0" y="0"/>
          <a:ext cx="0" cy="0"/>
          <a:chOff x="0" y="0"/>
          <a:chExt cx="0" cy="0"/>
        </a:xfrm>
      </p:grpSpPr>
      <p:pic>
        <p:nvPicPr>
          <p:cNvPr id="3" name="Google Shape;142;p13">
            <a:extLst>
              <a:ext uri="{FF2B5EF4-FFF2-40B4-BE49-F238E27FC236}">
                <a16:creationId xmlns:a16="http://schemas.microsoft.com/office/drawing/2014/main" id="{59B83187-C212-B5C9-EEAC-60CAE8CCAB4F}"/>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4" name="Google Shape;143;p13">
            <a:extLst>
              <a:ext uri="{FF2B5EF4-FFF2-40B4-BE49-F238E27FC236}">
                <a16:creationId xmlns:a16="http://schemas.microsoft.com/office/drawing/2014/main" id="{75358E11-C71D-A8F4-E046-421D64D521C8}"/>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12" name="Espaço Reservado para Texto 11">
            <a:extLst>
              <a:ext uri="{FF2B5EF4-FFF2-40B4-BE49-F238E27FC236}">
                <a16:creationId xmlns:a16="http://schemas.microsoft.com/office/drawing/2014/main" id="{9347C33D-87FE-AE9E-1EC7-7821CD87C179}"/>
              </a:ext>
            </a:extLst>
          </p:cNvPr>
          <p:cNvSpPr>
            <a:spLocks noGrp="1"/>
          </p:cNvSpPr>
          <p:nvPr>
            <p:ph type="body" sz="quarter" idx="11"/>
          </p:nvPr>
        </p:nvSpPr>
        <p:spPr>
          <a:xfrm>
            <a:off x="4657060" y="2497138"/>
            <a:ext cx="12360300" cy="369887"/>
          </a:xfrm>
          <a:prstGeom prst="rect">
            <a:avLst/>
          </a:prstGeom>
        </p:spPr>
        <p:txBody>
          <a:bodyPr/>
          <a:lstStyle>
            <a:lvl1pPr>
              <a:defRPr sz="2400" b="0" i="0">
                <a:latin typeface="Poppins" pitchFamily="2" charset="77"/>
                <a:cs typeface="Poppins" pitchFamily="2" charset="77"/>
              </a:defRPr>
            </a:lvl1pPr>
            <a:lvl2pPr>
              <a:defRPr sz="2400" b="0" i="0">
                <a:latin typeface="Poppins" pitchFamily="2" charset="77"/>
                <a:cs typeface="Poppins" pitchFamily="2" charset="77"/>
              </a:defRPr>
            </a:lvl2pPr>
            <a:lvl3pPr>
              <a:defRPr sz="2400" b="0" i="0">
                <a:latin typeface="Poppins" pitchFamily="2" charset="77"/>
                <a:cs typeface="Poppins" pitchFamily="2" charset="77"/>
              </a:defRPr>
            </a:lvl3pPr>
            <a:lvl4pPr>
              <a:defRPr sz="2400" b="0" i="0">
                <a:latin typeface="Poppins" pitchFamily="2" charset="77"/>
                <a:cs typeface="Poppins" pitchFamily="2" charset="77"/>
              </a:defRPr>
            </a:lvl4pPr>
            <a:lvl5pPr>
              <a:defRPr sz="2400" b="0" i="0">
                <a:latin typeface="Poppins" pitchFamily="2" charset="77"/>
                <a:cs typeface="Poppins" pitchFamily="2" charset="77"/>
              </a:defRPr>
            </a:lvl5pPr>
          </a:lstStyle>
          <a:p>
            <a:pPr lvl="0"/>
            <a:endParaRPr lang="pt-BR"/>
          </a:p>
        </p:txBody>
      </p:sp>
      <p:cxnSp>
        <p:nvCxnSpPr>
          <p:cNvPr id="150" name="Google Shape;150;p13"/>
          <p:cNvCxnSpPr/>
          <p:nvPr/>
        </p:nvCxnSpPr>
        <p:spPr>
          <a:xfrm>
            <a:off x="2339163" y="5029878"/>
            <a:ext cx="16118958" cy="0"/>
          </a:xfrm>
          <a:prstGeom prst="straightConnector1">
            <a:avLst/>
          </a:prstGeom>
          <a:noFill/>
          <a:ln w="28575" cap="flat" cmpd="sng">
            <a:solidFill>
              <a:schemeClr val="dk1"/>
            </a:solidFill>
            <a:prstDash val="dot"/>
            <a:round/>
            <a:headEnd type="none" w="sm" len="sm"/>
            <a:tailEnd type="none" w="sm" len="sm"/>
          </a:ln>
        </p:spPr>
      </p:cxnSp>
      <p:sp>
        <p:nvSpPr>
          <p:cNvPr id="152" name="Google Shape;152;p13"/>
          <p:cNvSpPr txBox="1">
            <a:spLocks noGrp="1"/>
          </p:cNvSpPr>
          <p:nvPr>
            <p:ph type="body" idx="2"/>
          </p:nvPr>
        </p:nvSpPr>
        <p:spPr>
          <a:xfrm>
            <a:off x="4657060" y="1635439"/>
            <a:ext cx="10760148" cy="626663"/>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3000"/>
              <a:buFont typeface="Poppins"/>
              <a:buNone/>
              <a:defRPr sz="3000" b="1" i="0" u="none" strike="noStrike" cap="none">
                <a:solidFill>
                  <a:srgbClr val="FF161F"/>
                </a:solidFill>
                <a:latin typeface="Poppins"/>
                <a:ea typeface="Poppins"/>
                <a:cs typeface="Poppins"/>
                <a:sym typeface="Poppins"/>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pic>
        <p:nvPicPr>
          <p:cNvPr id="9" name="Imagem 8">
            <a:extLst>
              <a:ext uri="{FF2B5EF4-FFF2-40B4-BE49-F238E27FC236}">
                <a16:creationId xmlns:a16="http://schemas.microsoft.com/office/drawing/2014/main" id="{FB899905-16CB-C63D-FA0B-A1476738FE05}"/>
              </a:ext>
            </a:extLst>
          </p:cNvPr>
          <p:cNvPicPr>
            <a:picLocks/>
          </p:cNvPicPr>
          <p:nvPr userDrawn="1"/>
        </p:nvPicPr>
        <p:blipFill>
          <a:blip r:embed="rId4"/>
          <a:stretch>
            <a:fillRect/>
          </a:stretch>
        </p:blipFill>
        <p:spPr>
          <a:xfrm>
            <a:off x="734401" y="691201"/>
            <a:ext cx="3434405" cy="2390404"/>
          </a:xfrm>
          <a:prstGeom prst="rect">
            <a:avLst/>
          </a:prstGeom>
        </p:spPr>
      </p:pic>
      <p:sp>
        <p:nvSpPr>
          <p:cNvPr id="11" name="CaixaDeTexto 10">
            <a:extLst>
              <a:ext uri="{FF2B5EF4-FFF2-40B4-BE49-F238E27FC236}">
                <a16:creationId xmlns:a16="http://schemas.microsoft.com/office/drawing/2014/main" id="{05ABDF42-EF7F-F462-B70F-D72A8B6C45FA}"/>
              </a:ext>
            </a:extLst>
          </p:cNvPr>
          <p:cNvSpPr txBox="1"/>
          <p:nvPr userDrawn="1"/>
        </p:nvSpPr>
        <p:spPr>
          <a:xfrm>
            <a:off x="2453268" y="7471317"/>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2" name="Google Shape;207;p37">
            <a:extLst>
              <a:ext uri="{FF2B5EF4-FFF2-40B4-BE49-F238E27FC236}">
                <a16:creationId xmlns:a16="http://schemas.microsoft.com/office/drawing/2014/main" id="{409DAE50-4366-50C9-72A2-195D8BC0396D}"/>
              </a:ext>
            </a:extLst>
          </p:cNvPr>
          <p:cNvSpPr txBox="1"/>
          <p:nvPr userDrawn="1"/>
        </p:nvSpPr>
        <p:spPr>
          <a:xfrm>
            <a:off x="1132122" y="1219220"/>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Tree>
    <p:extLst>
      <p:ext uri="{BB962C8B-B14F-4D97-AF65-F5344CB8AC3E}">
        <p14:creationId xmlns:p14="http://schemas.microsoft.com/office/powerpoint/2010/main" val="3995639780"/>
      </p:ext>
    </p:extLst>
  </p:cSld>
  <p:clrMapOvr>
    <a:overrideClrMapping bg1="lt1" tx1="dk1" bg2="lt2" tx2="dk2" accent1="accent1" accent2="accent2" accent3="accent3" accent4="accent4" accent5="accent5" accent6="accent6" hlink="hlink" folHlink="folHlink"/>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matchingName="3_1. Desenvolvimento" userDrawn="1">
  <p:cSld name="4_1. Desenvolvimento">
    <p:spTree>
      <p:nvGrpSpPr>
        <p:cNvPr id="1" name="Shape 195"/>
        <p:cNvGrpSpPr/>
        <p:nvPr/>
      </p:nvGrpSpPr>
      <p:grpSpPr>
        <a:xfrm>
          <a:off x="0" y="0"/>
          <a:ext cx="0" cy="0"/>
          <a:chOff x="0" y="0"/>
          <a:chExt cx="0" cy="0"/>
        </a:xfrm>
      </p:grpSpPr>
      <p:pic>
        <p:nvPicPr>
          <p:cNvPr id="5" name="Google Shape;142;p13">
            <a:extLst>
              <a:ext uri="{FF2B5EF4-FFF2-40B4-BE49-F238E27FC236}">
                <a16:creationId xmlns:a16="http://schemas.microsoft.com/office/drawing/2014/main" id="{E704E3B7-759A-9775-DD9B-163B4739384E}"/>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7" name="Google Shape;143;p13">
            <a:extLst>
              <a:ext uri="{FF2B5EF4-FFF2-40B4-BE49-F238E27FC236}">
                <a16:creationId xmlns:a16="http://schemas.microsoft.com/office/drawing/2014/main" id="{EF7198A5-665F-447E-E231-26EB64AA3046}"/>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pic>
        <p:nvPicPr>
          <p:cNvPr id="10" name="Imagem 9">
            <a:extLst>
              <a:ext uri="{FF2B5EF4-FFF2-40B4-BE49-F238E27FC236}">
                <a16:creationId xmlns:a16="http://schemas.microsoft.com/office/drawing/2014/main" id="{806837AE-8B5A-7221-CB0A-D91A3D832056}"/>
              </a:ext>
            </a:extLst>
          </p:cNvPr>
          <p:cNvPicPr>
            <a:picLocks/>
          </p:cNvPicPr>
          <p:nvPr userDrawn="1"/>
        </p:nvPicPr>
        <p:blipFill>
          <a:blip r:embed="rId4"/>
          <a:stretch>
            <a:fillRect/>
          </a:stretch>
        </p:blipFill>
        <p:spPr>
          <a:xfrm>
            <a:off x="734401" y="691201"/>
            <a:ext cx="3434405" cy="2390404"/>
          </a:xfrm>
          <a:prstGeom prst="rect">
            <a:avLst/>
          </a:prstGeom>
        </p:spPr>
      </p:pic>
      <p:sp>
        <p:nvSpPr>
          <p:cNvPr id="25" name="CaixaDeTexto 24">
            <a:extLst>
              <a:ext uri="{FF2B5EF4-FFF2-40B4-BE49-F238E27FC236}">
                <a16:creationId xmlns:a16="http://schemas.microsoft.com/office/drawing/2014/main" id="{35147A39-4A06-944D-FF7F-A1004ED45E4E}"/>
              </a:ext>
            </a:extLst>
          </p:cNvPr>
          <p:cNvSpPr txBox="1"/>
          <p:nvPr userDrawn="1"/>
        </p:nvSpPr>
        <p:spPr>
          <a:xfrm>
            <a:off x="8343900" y="3543300"/>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3" name="Google Shape;207;p37">
            <a:extLst>
              <a:ext uri="{FF2B5EF4-FFF2-40B4-BE49-F238E27FC236}">
                <a16:creationId xmlns:a16="http://schemas.microsoft.com/office/drawing/2014/main" id="{7074A95D-0FEA-C7FD-27ED-4D180E314F66}"/>
              </a:ext>
            </a:extLst>
          </p:cNvPr>
          <p:cNvSpPr txBox="1"/>
          <p:nvPr userDrawn="1"/>
        </p:nvSpPr>
        <p:spPr>
          <a:xfrm>
            <a:off x="1132122" y="1219220"/>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
        <p:nvSpPr>
          <p:cNvPr id="11" name="Espaço Reservado para Texto 28">
            <a:extLst>
              <a:ext uri="{FF2B5EF4-FFF2-40B4-BE49-F238E27FC236}">
                <a16:creationId xmlns:a16="http://schemas.microsoft.com/office/drawing/2014/main" id="{9DC18F92-66EB-4CBD-DE98-25D6F4F9579A}"/>
              </a:ext>
            </a:extLst>
          </p:cNvPr>
          <p:cNvSpPr>
            <a:spLocks noGrp="1"/>
          </p:cNvSpPr>
          <p:nvPr>
            <p:ph type="body" sz="quarter" idx="4294967295"/>
          </p:nvPr>
        </p:nvSpPr>
        <p:spPr>
          <a:xfrm>
            <a:off x="4865914" y="5143499"/>
            <a:ext cx="11566221" cy="3602984"/>
          </a:xfrm>
          <a:prstGeom prst="rect">
            <a:avLst/>
          </a:prstGeom>
        </p:spPr>
        <p:txBody>
          <a:bodyPr/>
          <a:lstStyle>
            <a:lvl1pPr>
              <a:defRPr sz="2400">
                <a:latin typeface="Poppins" pitchFamily="2" charset="77"/>
                <a:cs typeface="Poppins" pitchFamily="2" charset="77"/>
              </a:defRPr>
            </a:lvl1pPr>
          </a:lstStyle>
          <a:p>
            <a:pPr lvl="0"/>
            <a:endParaRPr lang="pt-BR"/>
          </a:p>
        </p:txBody>
      </p:sp>
      <p:sp>
        <p:nvSpPr>
          <p:cNvPr id="12" name="Espaço Reservado para Texto 28">
            <a:extLst>
              <a:ext uri="{FF2B5EF4-FFF2-40B4-BE49-F238E27FC236}">
                <a16:creationId xmlns:a16="http://schemas.microsoft.com/office/drawing/2014/main" id="{4ECEB480-66FB-7302-37DF-37F4FC4D08D4}"/>
              </a:ext>
            </a:extLst>
          </p:cNvPr>
          <p:cNvSpPr>
            <a:spLocks noGrp="1"/>
          </p:cNvSpPr>
          <p:nvPr>
            <p:ph type="body" sz="quarter" idx="4294967295"/>
          </p:nvPr>
        </p:nvSpPr>
        <p:spPr>
          <a:xfrm>
            <a:off x="4865914" y="1540517"/>
            <a:ext cx="11566221" cy="784230"/>
          </a:xfrm>
          <a:prstGeom prst="rect">
            <a:avLst/>
          </a:prstGeom>
        </p:spPr>
        <p:txBody>
          <a:bodyPr/>
          <a:lstStyle>
            <a:lvl1pPr>
              <a:defRPr sz="2400">
                <a:latin typeface="Poppins" pitchFamily="2" charset="77"/>
                <a:cs typeface="Poppins" pitchFamily="2" charset="77"/>
              </a:defRPr>
            </a:lvl1pPr>
          </a:lstStyle>
          <a:p>
            <a:pPr lvl="0"/>
            <a:endParaRPr lang="pt-BR" sz="4500" b="1">
              <a:solidFill>
                <a:srgbClr val="FF161F"/>
              </a:solidFill>
            </a:endParaRPr>
          </a:p>
        </p:txBody>
      </p:sp>
      <p:sp>
        <p:nvSpPr>
          <p:cNvPr id="13" name="Espaço Reservado para Texto 28">
            <a:extLst>
              <a:ext uri="{FF2B5EF4-FFF2-40B4-BE49-F238E27FC236}">
                <a16:creationId xmlns:a16="http://schemas.microsoft.com/office/drawing/2014/main" id="{FE019CA8-E084-A5FB-F65C-3CD91D9A935A}"/>
              </a:ext>
            </a:extLst>
          </p:cNvPr>
          <p:cNvSpPr>
            <a:spLocks noGrp="1"/>
          </p:cNvSpPr>
          <p:nvPr>
            <p:ph type="body" sz="quarter" idx="4294967295" hasCustomPrompt="1"/>
          </p:nvPr>
        </p:nvSpPr>
        <p:spPr>
          <a:xfrm>
            <a:off x="6339113" y="2943071"/>
            <a:ext cx="9731829" cy="1056970"/>
          </a:xfrm>
          <a:prstGeom prst="rect">
            <a:avLst/>
          </a:prstGeom>
        </p:spPr>
        <p:txBody>
          <a:bodyPr/>
          <a:lstStyle>
            <a:lvl1pPr>
              <a:defRPr sz="2200">
                <a:latin typeface="Poppins" pitchFamily="2" charset="77"/>
                <a:cs typeface="Poppins" pitchFamily="2" charset="77"/>
              </a:defRPr>
            </a:lvl1pPr>
          </a:lstStyle>
          <a:p>
            <a:pPr lvl="0"/>
            <a:r>
              <a:rPr lang="pt-BR" noProof="1"/>
              <a:t>Clique para escrever a citação nesta área do layout. Lorem ipsum dolor sit amet, consectetuer adipiscing elit, sed diam nonummy nibh euismod tincidunt ut laoreet dolore magna aliquam erat volutpat.</a:t>
            </a:r>
          </a:p>
        </p:txBody>
      </p:sp>
      <p:sp>
        <p:nvSpPr>
          <p:cNvPr id="14" name="Espaço Reservado para Texto 28">
            <a:extLst>
              <a:ext uri="{FF2B5EF4-FFF2-40B4-BE49-F238E27FC236}">
                <a16:creationId xmlns:a16="http://schemas.microsoft.com/office/drawing/2014/main" id="{717E858F-871A-5C7B-D5A6-9A3843343DD1}"/>
              </a:ext>
            </a:extLst>
          </p:cNvPr>
          <p:cNvSpPr>
            <a:spLocks noGrp="1"/>
          </p:cNvSpPr>
          <p:nvPr>
            <p:ph type="body" sz="quarter" idx="4294967295" hasCustomPrompt="1"/>
          </p:nvPr>
        </p:nvSpPr>
        <p:spPr>
          <a:xfrm>
            <a:off x="6371771" y="4365342"/>
            <a:ext cx="7116822" cy="491194"/>
          </a:xfrm>
          <a:prstGeom prst="rect">
            <a:avLst/>
          </a:prstGeom>
        </p:spPr>
        <p:txBody>
          <a:bodyPr/>
          <a:lstStyle>
            <a:lvl1pPr>
              <a:defRPr sz="1800">
                <a:latin typeface="Poppins" pitchFamily="2" charset="77"/>
                <a:cs typeface="Poppins" pitchFamily="2" charset="77"/>
              </a:defRPr>
            </a:lvl1pPr>
          </a:lstStyle>
          <a:p>
            <a:pPr lvl="0"/>
            <a:r>
              <a:rPr lang="pt-BR"/>
              <a:t>Clique para inserir referência completa da citação/autoria</a:t>
            </a:r>
          </a:p>
        </p:txBody>
      </p:sp>
    </p:spTree>
    <p:extLst>
      <p:ext uri="{BB962C8B-B14F-4D97-AF65-F5344CB8AC3E}">
        <p14:creationId xmlns:p14="http://schemas.microsoft.com/office/powerpoint/2010/main" val="934318113"/>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matchingName="4. Exposição" userDrawn="1">
  <p:cSld name="2_4. Exposição">
    <p:spTree>
      <p:nvGrpSpPr>
        <p:cNvPr id="1" name="Shape 125"/>
        <p:cNvGrpSpPr/>
        <p:nvPr/>
      </p:nvGrpSpPr>
      <p:grpSpPr>
        <a:xfrm>
          <a:off x="0" y="0"/>
          <a:ext cx="0" cy="0"/>
          <a:chOff x="0" y="0"/>
          <a:chExt cx="0" cy="0"/>
        </a:xfrm>
      </p:grpSpPr>
      <p:pic>
        <p:nvPicPr>
          <p:cNvPr id="3" name="Google Shape;118;p10">
            <a:extLst>
              <a:ext uri="{FF2B5EF4-FFF2-40B4-BE49-F238E27FC236}">
                <a16:creationId xmlns:a16="http://schemas.microsoft.com/office/drawing/2014/main" id="{8D5D824F-72D7-DCEF-FF82-690AE4ED6BED}"/>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12310" y="7434"/>
            <a:ext cx="4023356" cy="10286974"/>
          </a:xfrm>
          <a:prstGeom prst="rect">
            <a:avLst/>
          </a:prstGeom>
          <a:noFill/>
          <a:ln>
            <a:noFill/>
          </a:ln>
        </p:spPr>
      </p:pic>
      <p:pic>
        <p:nvPicPr>
          <p:cNvPr id="5" name="Imagem 4">
            <a:extLst>
              <a:ext uri="{FF2B5EF4-FFF2-40B4-BE49-F238E27FC236}">
                <a16:creationId xmlns:a16="http://schemas.microsoft.com/office/drawing/2014/main" id="{12FC999D-67E9-C442-A60F-3096B582A836}"/>
              </a:ext>
            </a:extLst>
          </p:cNvPr>
          <p:cNvPicPr>
            <a:picLocks/>
          </p:cNvPicPr>
          <p:nvPr userDrawn="1"/>
        </p:nvPicPr>
        <p:blipFill>
          <a:blip r:embed="rId3"/>
          <a:stretch>
            <a:fillRect/>
          </a:stretch>
        </p:blipFill>
        <p:spPr>
          <a:xfrm>
            <a:off x="298800" y="439201"/>
            <a:ext cx="3434405" cy="2390404"/>
          </a:xfrm>
          <a:prstGeom prst="rect">
            <a:avLst/>
          </a:prstGeom>
        </p:spPr>
      </p:pic>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6" name="Google Shape;207;p37">
            <a:extLst>
              <a:ext uri="{FF2B5EF4-FFF2-40B4-BE49-F238E27FC236}">
                <a16:creationId xmlns:a16="http://schemas.microsoft.com/office/drawing/2014/main" id="{43524D12-9F6E-FDE0-8E1B-95C68BEE5E80}"/>
              </a:ext>
            </a:extLst>
          </p:cNvPr>
          <p:cNvSpPr txBox="1"/>
          <p:nvPr userDrawn="1"/>
        </p:nvSpPr>
        <p:spPr>
          <a:xfrm>
            <a:off x="722370" y="1153106"/>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
        <p:nvSpPr>
          <p:cNvPr id="8" name="Espaço Reservado para Imagem 4">
            <a:extLst>
              <a:ext uri="{FF2B5EF4-FFF2-40B4-BE49-F238E27FC236}">
                <a16:creationId xmlns:a16="http://schemas.microsoft.com/office/drawing/2014/main" id="{AC0515B4-1A44-8D61-DAC9-E7B12FFB674A}"/>
              </a:ext>
            </a:extLst>
          </p:cNvPr>
          <p:cNvSpPr>
            <a:spLocks noGrp="1"/>
          </p:cNvSpPr>
          <p:nvPr>
            <p:ph type="pic" idx="13"/>
          </p:nvPr>
        </p:nvSpPr>
        <p:spPr>
          <a:xfrm>
            <a:off x="4543425" y="2261062"/>
            <a:ext cx="13186872" cy="7032567"/>
          </a:xfrm>
          <a:prstGeom prst="rect">
            <a:avLst/>
          </a:prstGeom>
        </p:spPr>
        <p:txBody>
          <a:bodyPr/>
          <a:lstStyle>
            <a:lvl1pPr>
              <a:defRPr sz="1800" b="0" i="0">
                <a:latin typeface="Poppins" pitchFamily="2" charset="77"/>
                <a:cs typeface="Poppins" pitchFamily="2" charset="77"/>
              </a:defRPr>
            </a:lvl1pPr>
          </a:lstStyle>
          <a:p>
            <a:endParaRPr lang="pt-BR"/>
          </a:p>
        </p:txBody>
      </p:sp>
      <p:sp>
        <p:nvSpPr>
          <p:cNvPr id="13" name="Google Shape;107;p8">
            <a:extLst>
              <a:ext uri="{FF2B5EF4-FFF2-40B4-BE49-F238E27FC236}">
                <a16:creationId xmlns:a16="http://schemas.microsoft.com/office/drawing/2014/main" id="{83B9C5B9-26C6-3AFD-8AA1-BA6CFE949531}"/>
              </a:ext>
            </a:extLst>
          </p:cNvPr>
          <p:cNvSpPr txBox="1">
            <a:spLocks noGrp="1"/>
          </p:cNvSpPr>
          <p:nvPr>
            <p:ph type="body" idx="10"/>
          </p:nvPr>
        </p:nvSpPr>
        <p:spPr>
          <a:xfrm>
            <a:off x="4543425" y="513678"/>
            <a:ext cx="13186872" cy="1436520"/>
          </a:xfrm>
          <a:prstGeom prst="rect">
            <a:avLst/>
          </a:prstGeom>
          <a:noFill/>
          <a:ln>
            <a:noFill/>
          </a:ln>
        </p:spPr>
        <p:txBody>
          <a:bodyPr spcFirstLastPara="1" wrap="square" lIns="91425" tIns="45700" rIns="91425" bIns="45700" anchor="t" anchorCtr="0">
            <a:normAutofit/>
          </a:bodyPr>
          <a:lstStyle>
            <a:lvl1pPr marL="0" marR="0" lvl="0" indent="-228600" algn="l" rtl="0">
              <a:lnSpc>
                <a:spcPct val="100000"/>
              </a:lnSpc>
              <a:spcBef>
                <a:spcPts val="900"/>
              </a:spcBef>
              <a:spcAft>
                <a:spcPts val="0"/>
              </a:spcAft>
              <a:buClr>
                <a:schemeClr val="dk1"/>
              </a:buClr>
              <a:buSzPts val="4500"/>
              <a:buFont typeface="Poppins"/>
              <a:buNone/>
              <a:defRPr sz="4500" b="1" i="0" u="none" strike="noStrike" cap="none">
                <a:solidFill>
                  <a:srgbClr val="FF161F"/>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4" name="Google Shape;139;p11">
            <a:extLst>
              <a:ext uri="{FF2B5EF4-FFF2-40B4-BE49-F238E27FC236}">
                <a16:creationId xmlns:a16="http://schemas.microsoft.com/office/drawing/2014/main" id="{6EA6BF8E-3603-425C-826A-6C622380604B}"/>
              </a:ext>
            </a:extLst>
          </p:cNvPr>
          <p:cNvSpPr txBox="1">
            <a:spLocks noGrp="1"/>
          </p:cNvSpPr>
          <p:nvPr>
            <p:ph type="body" idx="14"/>
          </p:nvPr>
        </p:nvSpPr>
        <p:spPr>
          <a:xfrm>
            <a:off x="4543426" y="9427893"/>
            <a:ext cx="13186872" cy="235962"/>
          </a:xfrm>
          <a:prstGeom prst="rect">
            <a:avLst/>
          </a:prstGeom>
          <a:noFill/>
          <a:ln>
            <a:noFill/>
          </a:ln>
        </p:spPr>
        <p:txBody>
          <a:bodyPr spcFirstLastPara="1" wrap="square" lIns="0" tIns="0" rIns="0" bIns="0" anchor="t" anchorCtr="0">
            <a:spAutoFit/>
          </a:bodyPr>
          <a:lstStyle>
            <a:lvl1pPr marL="0" marR="0" lvl="0" indent="0" algn="l" rtl="0">
              <a:lnSpc>
                <a:spcPct val="100000"/>
              </a:lnSpc>
              <a:spcBef>
                <a:spcPts val="360"/>
              </a:spcBef>
              <a:spcAft>
                <a:spcPts val="0"/>
              </a:spcAft>
              <a:buClr>
                <a:schemeClr val="dk1"/>
              </a:buClr>
              <a:buSzPts val="1200"/>
              <a:buFont typeface="Poppins"/>
              <a:buNone/>
              <a:defRPr sz="1400" b="0" i="0" u="none" strike="noStrike" cap="none">
                <a:solidFill>
                  <a:schemeClr val="dk1"/>
                </a:solidFill>
                <a:latin typeface="Poppins Light" pitchFamily="2" charset="77"/>
                <a:ea typeface="Poppins Light" pitchFamily="2" charset="77"/>
                <a:cs typeface="Poppins Light" pitchFamily="2" charset="77"/>
                <a:sym typeface="Poppins Light"/>
              </a:defRPr>
            </a:lvl1pPr>
            <a:lvl2pPr marL="914400" marR="0" lvl="1" indent="-304800" algn="l" rtl="0">
              <a:lnSpc>
                <a:spcPct val="100000"/>
              </a:lnSpc>
              <a:spcBef>
                <a:spcPts val="56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48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9pPr>
          </a:lstStyle>
          <a:p>
            <a:endParaRPr sz="1200">
              <a:latin typeface="Poppins" pitchFamily="2" charset="77"/>
              <a:cs typeface="Poppins" pitchFamily="2" charset="77"/>
            </a:endParaRPr>
          </a:p>
        </p:txBody>
      </p:sp>
    </p:spTree>
    <p:extLst>
      <p:ext uri="{BB962C8B-B14F-4D97-AF65-F5344CB8AC3E}">
        <p14:creationId xmlns:p14="http://schemas.microsoft.com/office/powerpoint/2010/main" val="2525653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image" Target="../media/image21.png"/><Relationship Id="rId2" Type="http://schemas.openxmlformats.org/officeDocument/2006/relationships/slideLayout" Target="../slideLayouts/slideLayout34.xml"/><Relationship Id="rId16" Type="http://schemas.openxmlformats.org/officeDocument/2006/relationships/image" Target="../media/image20.png"/><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5" Type="http://schemas.openxmlformats.org/officeDocument/2006/relationships/theme" Target="../theme/theme2.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47.xml"/></Relationships>
</file>

<file path=ppt/slideMasters/_rels/slideMaster4.xml.rels><?xml version="1.0" encoding="UTF-8" standalone="yes"?>
<Relationships xmlns="http://schemas.openxmlformats.org/package/2006/relationships"><Relationship Id="rId26" Type="http://schemas.openxmlformats.org/officeDocument/2006/relationships/slideLayout" Target="../slideLayouts/slideLayout73.xml"/><Relationship Id="rId21" Type="http://schemas.openxmlformats.org/officeDocument/2006/relationships/slideLayout" Target="../slideLayouts/slideLayout68.xml"/><Relationship Id="rId34" Type="http://schemas.openxmlformats.org/officeDocument/2006/relationships/slideLayout" Target="../slideLayouts/slideLayout81.xml"/><Relationship Id="rId42" Type="http://schemas.openxmlformats.org/officeDocument/2006/relationships/slideLayout" Target="../slideLayouts/slideLayout89.xml"/><Relationship Id="rId47" Type="http://schemas.openxmlformats.org/officeDocument/2006/relationships/slideLayout" Target="../slideLayouts/slideLayout94.xml"/><Relationship Id="rId50" Type="http://schemas.openxmlformats.org/officeDocument/2006/relationships/slideLayout" Target="../slideLayouts/slideLayout97.xml"/><Relationship Id="rId55" Type="http://schemas.openxmlformats.org/officeDocument/2006/relationships/slideLayout" Target="../slideLayouts/slideLayout102.xml"/><Relationship Id="rId63" Type="http://schemas.openxmlformats.org/officeDocument/2006/relationships/slideLayout" Target="../slideLayouts/slideLayout110.xml"/><Relationship Id="rId7" Type="http://schemas.openxmlformats.org/officeDocument/2006/relationships/slideLayout" Target="../slideLayouts/slideLayout54.xml"/><Relationship Id="rId2" Type="http://schemas.openxmlformats.org/officeDocument/2006/relationships/slideLayout" Target="../slideLayouts/slideLayout49.xml"/><Relationship Id="rId16" Type="http://schemas.openxmlformats.org/officeDocument/2006/relationships/slideLayout" Target="../slideLayouts/slideLayout63.xml"/><Relationship Id="rId29" Type="http://schemas.openxmlformats.org/officeDocument/2006/relationships/slideLayout" Target="../slideLayouts/slideLayout76.xml"/><Relationship Id="rId11" Type="http://schemas.openxmlformats.org/officeDocument/2006/relationships/slideLayout" Target="../slideLayouts/slideLayout58.xml"/><Relationship Id="rId24" Type="http://schemas.openxmlformats.org/officeDocument/2006/relationships/slideLayout" Target="../slideLayouts/slideLayout71.xml"/><Relationship Id="rId32" Type="http://schemas.openxmlformats.org/officeDocument/2006/relationships/slideLayout" Target="../slideLayouts/slideLayout79.xml"/><Relationship Id="rId37" Type="http://schemas.openxmlformats.org/officeDocument/2006/relationships/slideLayout" Target="../slideLayouts/slideLayout84.xml"/><Relationship Id="rId40" Type="http://schemas.openxmlformats.org/officeDocument/2006/relationships/slideLayout" Target="../slideLayouts/slideLayout87.xml"/><Relationship Id="rId45" Type="http://schemas.openxmlformats.org/officeDocument/2006/relationships/slideLayout" Target="../slideLayouts/slideLayout92.xml"/><Relationship Id="rId53" Type="http://schemas.openxmlformats.org/officeDocument/2006/relationships/slideLayout" Target="../slideLayouts/slideLayout100.xml"/><Relationship Id="rId58" Type="http://schemas.openxmlformats.org/officeDocument/2006/relationships/slideLayout" Target="../slideLayouts/slideLayout105.xml"/><Relationship Id="rId5" Type="http://schemas.openxmlformats.org/officeDocument/2006/relationships/slideLayout" Target="../slideLayouts/slideLayout52.xml"/><Relationship Id="rId61" Type="http://schemas.openxmlformats.org/officeDocument/2006/relationships/slideLayout" Target="../slideLayouts/slideLayout108.xml"/><Relationship Id="rId19" Type="http://schemas.openxmlformats.org/officeDocument/2006/relationships/slideLayout" Target="../slideLayouts/slideLayout66.xml"/><Relationship Id="rId14" Type="http://schemas.openxmlformats.org/officeDocument/2006/relationships/slideLayout" Target="../slideLayouts/slideLayout61.xml"/><Relationship Id="rId22" Type="http://schemas.openxmlformats.org/officeDocument/2006/relationships/slideLayout" Target="../slideLayouts/slideLayout69.xml"/><Relationship Id="rId27" Type="http://schemas.openxmlformats.org/officeDocument/2006/relationships/slideLayout" Target="../slideLayouts/slideLayout74.xml"/><Relationship Id="rId30" Type="http://schemas.openxmlformats.org/officeDocument/2006/relationships/slideLayout" Target="../slideLayouts/slideLayout77.xml"/><Relationship Id="rId35" Type="http://schemas.openxmlformats.org/officeDocument/2006/relationships/slideLayout" Target="../slideLayouts/slideLayout82.xml"/><Relationship Id="rId43" Type="http://schemas.openxmlformats.org/officeDocument/2006/relationships/slideLayout" Target="../slideLayouts/slideLayout90.xml"/><Relationship Id="rId48" Type="http://schemas.openxmlformats.org/officeDocument/2006/relationships/slideLayout" Target="../slideLayouts/slideLayout95.xml"/><Relationship Id="rId56" Type="http://schemas.openxmlformats.org/officeDocument/2006/relationships/slideLayout" Target="../slideLayouts/slideLayout103.xml"/><Relationship Id="rId64" Type="http://schemas.openxmlformats.org/officeDocument/2006/relationships/slideLayout" Target="../slideLayouts/slideLayout111.xml"/><Relationship Id="rId8" Type="http://schemas.openxmlformats.org/officeDocument/2006/relationships/slideLayout" Target="../slideLayouts/slideLayout55.xml"/><Relationship Id="rId51" Type="http://schemas.openxmlformats.org/officeDocument/2006/relationships/slideLayout" Target="../slideLayouts/slideLayout98.xml"/><Relationship Id="rId3" Type="http://schemas.openxmlformats.org/officeDocument/2006/relationships/slideLayout" Target="../slideLayouts/slideLayout50.xml"/><Relationship Id="rId12" Type="http://schemas.openxmlformats.org/officeDocument/2006/relationships/slideLayout" Target="../slideLayouts/slideLayout59.xml"/><Relationship Id="rId17" Type="http://schemas.openxmlformats.org/officeDocument/2006/relationships/slideLayout" Target="../slideLayouts/slideLayout64.xml"/><Relationship Id="rId25" Type="http://schemas.openxmlformats.org/officeDocument/2006/relationships/slideLayout" Target="../slideLayouts/slideLayout72.xml"/><Relationship Id="rId33" Type="http://schemas.openxmlformats.org/officeDocument/2006/relationships/slideLayout" Target="../slideLayouts/slideLayout80.xml"/><Relationship Id="rId38" Type="http://schemas.openxmlformats.org/officeDocument/2006/relationships/slideLayout" Target="../slideLayouts/slideLayout85.xml"/><Relationship Id="rId46" Type="http://schemas.openxmlformats.org/officeDocument/2006/relationships/slideLayout" Target="../slideLayouts/slideLayout93.xml"/><Relationship Id="rId59" Type="http://schemas.openxmlformats.org/officeDocument/2006/relationships/slideLayout" Target="../slideLayouts/slideLayout106.xml"/><Relationship Id="rId20" Type="http://schemas.openxmlformats.org/officeDocument/2006/relationships/slideLayout" Target="../slideLayouts/slideLayout67.xml"/><Relationship Id="rId41" Type="http://schemas.openxmlformats.org/officeDocument/2006/relationships/slideLayout" Target="../slideLayouts/slideLayout88.xml"/><Relationship Id="rId54" Type="http://schemas.openxmlformats.org/officeDocument/2006/relationships/slideLayout" Target="../slideLayouts/slideLayout101.xml"/><Relationship Id="rId62" Type="http://schemas.openxmlformats.org/officeDocument/2006/relationships/slideLayout" Target="../slideLayouts/slideLayout109.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5" Type="http://schemas.openxmlformats.org/officeDocument/2006/relationships/slideLayout" Target="../slideLayouts/slideLayout62.xml"/><Relationship Id="rId23" Type="http://schemas.openxmlformats.org/officeDocument/2006/relationships/slideLayout" Target="../slideLayouts/slideLayout70.xml"/><Relationship Id="rId28" Type="http://schemas.openxmlformats.org/officeDocument/2006/relationships/slideLayout" Target="../slideLayouts/slideLayout75.xml"/><Relationship Id="rId36" Type="http://schemas.openxmlformats.org/officeDocument/2006/relationships/slideLayout" Target="../slideLayouts/slideLayout83.xml"/><Relationship Id="rId49" Type="http://schemas.openxmlformats.org/officeDocument/2006/relationships/slideLayout" Target="../slideLayouts/slideLayout96.xml"/><Relationship Id="rId57" Type="http://schemas.openxmlformats.org/officeDocument/2006/relationships/slideLayout" Target="../slideLayouts/slideLayout104.xml"/><Relationship Id="rId10" Type="http://schemas.openxmlformats.org/officeDocument/2006/relationships/slideLayout" Target="../slideLayouts/slideLayout57.xml"/><Relationship Id="rId31" Type="http://schemas.openxmlformats.org/officeDocument/2006/relationships/slideLayout" Target="../slideLayouts/slideLayout78.xml"/><Relationship Id="rId44" Type="http://schemas.openxmlformats.org/officeDocument/2006/relationships/slideLayout" Target="../slideLayouts/slideLayout91.xml"/><Relationship Id="rId52" Type="http://schemas.openxmlformats.org/officeDocument/2006/relationships/slideLayout" Target="../slideLayouts/slideLayout99.xml"/><Relationship Id="rId60" Type="http://schemas.openxmlformats.org/officeDocument/2006/relationships/slideLayout" Target="../slideLayouts/slideLayout107.xml"/><Relationship Id="rId65" Type="http://schemas.openxmlformats.org/officeDocument/2006/relationships/theme" Target="../theme/theme4.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3" Type="http://schemas.openxmlformats.org/officeDocument/2006/relationships/slideLayout" Target="../slideLayouts/slideLayout60.xml"/><Relationship Id="rId18" Type="http://schemas.openxmlformats.org/officeDocument/2006/relationships/slideLayout" Target="../slideLayouts/slideLayout65.xml"/><Relationship Id="rId39"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3" r:id="rId1"/>
    <p:sldLayoutId id="2147483648" r:id="rId2"/>
    <p:sldLayoutId id="2147483731" r:id="rId3"/>
    <p:sldLayoutId id="2147483709" r:id="rId4"/>
    <p:sldLayoutId id="2147483710" r:id="rId5"/>
    <p:sldLayoutId id="2147483735" r:id="rId6"/>
    <p:sldLayoutId id="2147483741" r:id="rId7"/>
    <p:sldLayoutId id="2147483740" r:id="rId8"/>
    <p:sldLayoutId id="2147483739" r:id="rId9"/>
    <p:sldLayoutId id="2147483738" r:id="rId10"/>
    <p:sldLayoutId id="2147483737" r:id="rId11"/>
    <p:sldLayoutId id="2147483736" r:id="rId12"/>
    <p:sldLayoutId id="2147483711" r:id="rId13"/>
    <p:sldLayoutId id="2147483712" r:id="rId14"/>
    <p:sldLayoutId id="2147483694" r:id="rId15"/>
    <p:sldLayoutId id="2147483713" r:id="rId16"/>
    <p:sldLayoutId id="2147483742" r:id="rId17"/>
    <p:sldLayoutId id="2147483690" r:id="rId18"/>
    <p:sldLayoutId id="2147483698" r:id="rId19"/>
    <p:sldLayoutId id="2147483714" r:id="rId20"/>
    <p:sldLayoutId id="2147483701" r:id="rId21"/>
    <p:sldLayoutId id="2147483727" r:id="rId22"/>
    <p:sldLayoutId id="2147483705" r:id="rId23"/>
    <p:sldLayoutId id="2147483728" r:id="rId24"/>
    <p:sldLayoutId id="2147483707" r:id="rId25"/>
    <p:sldLayoutId id="2147483734" r:id="rId26"/>
    <p:sldLayoutId id="2147483729" r:id="rId27"/>
    <p:sldLayoutId id="2147483730" r:id="rId28"/>
    <p:sldLayoutId id="2147483733" r:id="rId29"/>
    <p:sldLayoutId id="2147483746" r:id="rId30"/>
    <p:sldLayoutId id="2147483747" r:id="rId31"/>
    <p:sldLayoutId id="2147483748" r:id="rId3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3" name="Imagem 2" descr="Forma&#10;&#10;Descrição gerada automaticamente com confiança média">
            <a:extLst>
              <a:ext uri="{FF2B5EF4-FFF2-40B4-BE49-F238E27FC236}">
                <a16:creationId xmlns:a16="http://schemas.microsoft.com/office/drawing/2014/main" id="{3D332D16-D093-7673-384E-58BA9D33837F}"/>
              </a:ext>
            </a:extLst>
          </p:cNvPr>
          <p:cNvPicPr>
            <a:picLocks noChangeAspect="1"/>
          </p:cNvPicPr>
          <p:nvPr userDrawn="1"/>
        </p:nvPicPr>
        <p:blipFill>
          <a:blip r:embed="rId16" cstate="print">
            <a:alphaModFix amt="4000"/>
            <a:extLst>
              <a:ext uri="{28A0092B-C50C-407E-A947-70E740481C1C}">
                <a14:useLocalDpi xmlns:a14="http://schemas.microsoft.com/office/drawing/2010/main"/>
              </a:ext>
            </a:extLst>
          </a:blip>
          <a:stretch>
            <a:fillRect/>
          </a:stretch>
        </p:blipFill>
        <p:spPr>
          <a:xfrm>
            <a:off x="7292" y="0"/>
            <a:ext cx="18273416" cy="10287000"/>
          </a:xfrm>
          <a:prstGeom prst="rect">
            <a:avLst/>
          </a:prstGeom>
        </p:spPr>
      </p:pic>
      <p:pic>
        <p:nvPicPr>
          <p:cNvPr id="36" name="Imagem 35"/>
          <p:cNvPicPr>
            <a:picLocks noChangeAspect="1"/>
          </p:cNvPicPr>
          <p:nvPr userDrawn="1"/>
        </p:nvPicPr>
        <p:blipFill>
          <a:blip r:embed="rId17" cstate="print">
            <a:extLst>
              <a:ext uri="{28A0092B-C50C-407E-A947-70E740481C1C}">
                <a14:useLocalDpi xmlns:a14="http://schemas.microsoft.com/office/drawing/2010/main"/>
              </a:ext>
            </a:extLst>
          </a:blip>
          <a:stretch>
            <a:fillRect/>
          </a:stretch>
        </p:blipFill>
        <p:spPr>
          <a:xfrm>
            <a:off x="2287" y="1954884"/>
            <a:ext cx="18283427" cy="7316112"/>
          </a:xfrm>
          <a:prstGeom prst="rect">
            <a:avLst/>
          </a:prstGeom>
        </p:spPr>
      </p:pic>
    </p:spTree>
    <p:extLst>
      <p:ext uri="{BB962C8B-B14F-4D97-AF65-F5344CB8AC3E}">
        <p14:creationId xmlns:p14="http://schemas.microsoft.com/office/powerpoint/2010/main" val="3280546690"/>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pt-BR"/>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EFEFE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0233386"/>
      </p:ext>
    </p:extLst>
  </p:cSld>
  <p:clrMap bg1="lt1" tx1="dk1" bg2="lt2" tx2="dk2" accent1="accent1" accent2="accent2" accent3="accent3" accent4="accent4" accent5="accent5" accent6="accent6" hlink="hlink" folHlink="folHlink"/>
  <p:sldLayoutIdLst>
    <p:sldLayoutId id="2147483765" r:id="rId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pt-BR"/>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extLst>
      <p:ext uri="{BB962C8B-B14F-4D97-AF65-F5344CB8AC3E}">
        <p14:creationId xmlns:p14="http://schemas.microsoft.com/office/powerpoint/2010/main" val="289222728"/>
      </p:ext>
    </p:extLst>
  </p:cSld>
  <p:clrMap bg1="lt1" tx1="dk1" bg2="dk2" tx2="lt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 id="2147483779" r:id="rId13"/>
    <p:sldLayoutId id="2147483780" r:id="rId14"/>
    <p:sldLayoutId id="2147483781" r:id="rId15"/>
    <p:sldLayoutId id="2147483782" r:id="rId16"/>
    <p:sldLayoutId id="2147483783" r:id="rId17"/>
    <p:sldLayoutId id="2147483784" r:id="rId18"/>
    <p:sldLayoutId id="2147483785" r:id="rId19"/>
    <p:sldLayoutId id="2147483786" r:id="rId20"/>
    <p:sldLayoutId id="2147483787" r:id="rId21"/>
    <p:sldLayoutId id="2147483788" r:id="rId22"/>
    <p:sldLayoutId id="2147483789" r:id="rId23"/>
    <p:sldLayoutId id="2147483790" r:id="rId24"/>
    <p:sldLayoutId id="2147483791" r:id="rId25"/>
    <p:sldLayoutId id="2147483792" r:id="rId26"/>
    <p:sldLayoutId id="2147483793" r:id="rId27"/>
    <p:sldLayoutId id="2147483794" r:id="rId28"/>
    <p:sldLayoutId id="2147483795" r:id="rId29"/>
    <p:sldLayoutId id="2147483796" r:id="rId30"/>
    <p:sldLayoutId id="2147483797" r:id="rId31"/>
    <p:sldLayoutId id="2147483798" r:id="rId32"/>
    <p:sldLayoutId id="2147483799" r:id="rId33"/>
    <p:sldLayoutId id="2147483800" r:id="rId34"/>
    <p:sldLayoutId id="2147483801" r:id="rId35"/>
    <p:sldLayoutId id="2147483802" r:id="rId36"/>
    <p:sldLayoutId id="2147483803" r:id="rId37"/>
    <p:sldLayoutId id="2147483804" r:id="rId38"/>
    <p:sldLayoutId id="2147483805" r:id="rId39"/>
    <p:sldLayoutId id="2147483806" r:id="rId40"/>
    <p:sldLayoutId id="2147483807" r:id="rId41"/>
    <p:sldLayoutId id="2147483808" r:id="rId42"/>
    <p:sldLayoutId id="2147483809" r:id="rId43"/>
    <p:sldLayoutId id="2147483810" r:id="rId44"/>
    <p:sldLayoutId id="2147483811" r:id="rId45"/>
    <p:sldLayoutId id="2147483812" r:id="rId46"/>
    <p:sldLayoutId id="2147483813" r:id="rId47"/>
    <p:sldLayoutId id="2147483814" r:id="rId48"/>
    <p:sldLayoutId id="2147483815" r:id="rId49"/>
    <p:sldLayoutId id="2147483816" r:id="rId50"/>
    <p:sldLayoutId id="2147483817" r:id="rId51"/>
    <p:sldLayoutId id="2147483818" r:id="rId52"/>
    <p:sldLayoutId id="2147483819" r:id="rId53"/>
    <p:sldLayoutId id="2147483821" r:id="rId54"/>
    <p:sldLayoutId id="2147483822" r:id="rId55"/>
    <p:sldLayoutId id="2147483823" r:id="rId56"/>
    <p:sldLayoutId id="2147483824" r:id="rId57"/>
    <p:sldLayoutId id="2147483825" r:id="rId58"/>
    <p:sldLayoutId id="2147483826" r:id="rId59"/>
    <p:sldLayoutId id="2147483827" r:id="rId60"/>
    <p:sldLayoutId id="2147483828" r:id="rId61"/>
    <p:sldLayoutId id="2147483829" r:id="rId62"/>
    <p:sldLayoutId id="2147483830" r:id="rId63"/>
    <p:sldLayoutId id="2147483831" r:id="rId6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240">
          <p15:clr>
            <a:srgbClr val="F26B43"/>
          </p15:clr>
        </p15:guide>
        <p15:guide id="2" pos="57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3.png"/><Relationship Id="rId1" Type="http://schemas.openxmlformats.org/officeDocument/2006/relationships/slideLayout" Target="../slideLayouts/slideLayout41.xml"/></Relationships>
</file>

<file path=ppt/slides/_rels/slide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xml"/><Relationship Id="rId1" Type="http://schemas.openxmlformats.org/officeDocument/2006/relationships/slideLayout" Target="../slideLayouts/slideLayout4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1.xml"/><Relationship Id="rId1" Type="http://schemas.openxmlformats.org/officeDocument/2006/relationships/video" Target="https://www.youtube.com/embed/Bi5HsQz-87A?feature=oembed" TargetMode="External"/><Relationship Id="rId6" Type="http://schemas.openxmlformats.org/officeDocument/2006/relationships/image" Target="../media/image35.jpeg"/><Relationship Id="rId5" Type="http://schemas.openxmlformats.org/officeDocument/2006/relationships/hyperlink" Target="https://www.youtube.com/watch?v=Bi5HsQz-87A" TargetMode="External"/><Relationship Id="rId4" Type="http://schemas.openxmlformats.org/officeDocument/2006/relationships/image" Target="../media/image34.svg"/></Relationships>
</file>

<file path=ppt/slides/_rels/slide8.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notesSlide" Target="../notesSlides/notesSlide7.xml"/><Relationship Id="rId1" Type="http://schemas.openxmlformats.org/officeDocument/2006/relationships/slideLayout" Target="../slideLayouts/slideLayout64.xml"/></Relationships>
</file>

<file path=ppt/slides/_rels/slide9.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notesSlide" Target="../notesSlides/notesSlide8.xml"/><Relationship Id="rId1" Type="http://schemas.openxmlformats.org/officeDocument/2006/relationships/slideLayout" Target="../slideLayouts/slideLayout64.xml"/></Relationships>
</file>

<file path=ppt/slides/_rels/slide10.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notesSlide" Target="../notesSlides/notesSlide9.xml"/><Relationship Id="rId1" Type="http://schemas.openxmlformats.org/officeDocument/2006/relationships/slideLayout" Target="../slideLayouts/slideLayout64.xml"/></Relationships>
</file>

<file path=ppt/slides/_rels/slide11.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notesSlide" Target="../notesSlides/notesSlide10.xml"/><Relationship Id="rId1" Type="http://schemas.openxmlformats.org/officeDocument/2006/relationships/slideLayout" Target="../slideLayouts/slideLayout64.xml"/></Relationships>
</file>

<file path=ppt/slides/_rels/slide12.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notesSlide" Target="../notesSlides/notesSlide11.xml"/><Relationship Id="rId1" Type="http://schemas.openxmlformats.org/officeDocument/2006/relationships/slideLayout" Target="../slideLayouts/slideLayout64.xml"/></Relationships>
</file>

<file path=ppt/slides/_rels/slide13.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notesSlide" Target="../notesSlides/notesSlide12.xml"/><Relationship Id="rId1" Type="http://schemas.openxmlformats.org/officeDocument/2006/relationships/slideLayout" Target="../slideLayouts/slideLayout6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2.xml"/></Relationships>
</file>

<file path=ppt/slides/_rels/slide16.xml.rels><?xml version="1.0" encoding="UTF-8" standalone="yes"?>
<Relationships xmlns="http://schemas.openxmlformats.org/package/2006/relationships"><Relationship Id="rId3" Type="http://schemas.openxmlformats.org/officeDocument/2006/relationships/hyperlink" Target="https://aws.amazon.com/pt/what-is/restful-api/" TargetMode="External"/><Relationship Id="rId2" Type="http://schemas.openxmlformats.org/officeDocument/2006/relationships/notesSlide" Target="../notesSlides/notesSlide15.xml"/><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3" Type="http://schemas.openxmlformats.org/officeDocument/2006/relationships/hyperlink" Target="https://aws.amazon.com/pt/what-is/restful-api/" TargetMode="External"/><Relationship Id="rId2" Type="http://schemas.openxmlformats.org/officeDocument/2006/relationships/notesSlide" Target="../notesSlides/notesSlide17.xml"/><Relationship Id="rId1" Type="http://schemas.openxmlformats.org/officeDocument/2006/relationships/slideLayout" Target="../slideLayouts/slideLayout25.xml"/><Relationship Id="rId5" Type="http://schemas.openxmlformats.org/officeDocument/2006/relationships/hyperlink" Target="https://www.alura.com.br/artigos/api?srsltid=AfmBOopTrd1yxB3-yOTI8IE6UI4JqhoPRo7Td_RO4VXBzlkc9utJEq4e" TargetMode="External"/><Relationship Id="rId4" Type="http://schemas.openxmlformats.org/officeDocument/2006/relationships/hyperlink" Target="https://auth0.com/pt/intro-to-iam/what-is-oauth-2"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28.xml"/><Relationship Id="rId5" Type="http://schemas.openxmlformats.org/officeDocument/2006/relationships/image" Target="../media/image38.emf"/><Relationship Id="rId4" Type="http://schemas.openxmlformats.org/officeDocument/2006/relationships/hyperlink" Target="https://www.youtube.com/watch?v=Bi5HsQz-87A"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8.xml"/></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28.xml"/><Relationship Id="rId4" Type="http://schemas.openxmlformats.org/officeDocument/2006/relationships/image" Target="../media/image39.svg"/></Relationships>
</file>

<file path=ppt/slides/_rels/slide23.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notesSlide" Target="../notesSlides/notesSlide22.xml"/><Relationship Id="rId1" Type="http://schemas.openxmlformats.org/officeDocument/2006/relationships/slideLayout" Target="../slideLayouts/slideLayout28.xml"/></Relationships>
</file>

<file path=ppt/slides/_rels/slide2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notesSlide" Target="../notesSlides/notesSlide24.xml"/><Relationship Id="rId1" Type="http://schemas.openxmlformats.org/officeDocument/2006/relationships/slideLayout" Target="../slideLayouts/slideLayout28.xml"/></Relationships>
</file>

<file path=ppt/slides/_rels/slide26.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notesSlide" Target="../notesSlides/notesSlide25.xml"/><Relationship Id="rId1" Type="http://schemas.openxmlformats.org/officeDocument/2006/relationships/slideLayout" Target="../slideLayouts/slideLayout28.xml"/><Relationship Id="rId5" Type="http://schemas.openxmlformats.org/officeDocument/2006/relationships/image" Target="../media/image37.png"/><Relationship Id="rId4" Type="http://schemas.openxmlformats.org/officeDocument/2006/relationships/image" Target="../media/image41.sv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64075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7" name="Google Shape;643;p43">
            <a:extLst>
              <a:ext uri="{FF2B5EF4-FFF2-40B4-BE49-F238E27FC236}">
                <a16:creationId xmlns:a16="http://schemas.microsoft.com/office/drawing/2014/main" id="{7894E3BE-B414-0F09-61B0-337BC78F1418}"/>
              </a:ext>
            </a:extLst>
          </p:cNvPr>
          <p:cNvSpPr txBox="1">
            <a:spLocks/>
          </p:cNvSpPr>
          <p:nvPr/>
        </p:nvSpPr>
        <p:spPr>
          <a:xfrm>
            <a:off x="1108957" y="3203008"/>
            <a:ext cx="10222120" cy="104884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dk1"/>
              </a:buClr>
              <a:buSzPts val="4500"/>
            </a:pPr>
            <a:r>
              <a:rPr lang="pt-BR" sz="3600" b="1" dirty="0">
                <a:solidFill>
                  <a:schemeClr val="tx1"/>
                </a:solidFill>
                <a:latin typeface="Poppins" pitchFamily="2" charset="77"/>
                <a:cs typeface="Poppins" pitchFamily="2" charset="77"/>
              </a:rPr>
              <a:t>Avançando na integração com serviços externos</a:t>
            </a:r>
          </a:p>
        </p:txBody>
      </p:sp>
      <p:sp>
        <p:nvSpPr>
          <p:cNvPr id="8" name="Google Shape;644;p43">
            <a:extLst>
              <a:ext uri="{FF2B5EF4-FFF2-40B4-BE49-F238E27FC236}">
                <a16:creationId xmlns:a16="http://schemas.microsoft.com/office/drawing/2014/main" id="{38B14DE2-B36E-A166-7418-0BCC262D9727}"/>
              </a:ext>
            </a:extLst>
          </p:cNvPr>
          <p:cNvSpPr txBox="1">
            <a:spLocks/>
          </p:cNvSpPr>
          <p:nvPr/>
        </p:nvSpPr>
        <p:spPr>
          <a:xfrm>
            <a:off x="1124869" y="5567486"/>
            <a:ext cx="10222121" cy="104884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dk1"/>
              </a:buClr>
              <a:buSzPts val="2500"/>
            </a:pPr>
            <a:r>
              <a:rPr lang="pt-BR" sz="2500" dirty="0">
                <a:latin typeface="Poppins"/>
                <a:cs typeface="Poppins"/>
              </a:rPr>
              <a:t>Código da aula: [SIS]ANO2C3B4S22A1	</a:t>
            </a:r>
          </a:p>
        </p:txBody>
      </p:sp>
      <p:sp>
        <p:nvSpPr>
          <p:cNvPr id="9" name="Google Shape;643;p43">
            <a:extLst>
              <a:ext uri="{FF2B5EF4-FFF2-40B4-BE49-F238E27FC236}">
                <a16:creationId xmlns:a16="http://schemas.microsoft.com/office/drawing/2014/main" id="{44C24A69-BA95-9909-516F-994C0772D844}"/>
              </a:ext>
            </a:extLst>
          </p:cNvPr>
          <p:cNvSpPr txBox="1">
            <a:spLocks/>
          </p:cNvSpPr>
          <p:nvPr/>
        </p:nvSpPr>
        <p:spPr>
          <a:xfrm>
            <a:off x="1124869" y="1196089"/>
            <a:ext cx="10222120" cy="154988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dirty="0">
                <a:solidFill>
                  <a:srgbClr val="FF161F"/>
                </a:solidFill>
              </a:rPr>
              <a:t>Integração com serviços externos e esteiras de entrega</a:t>
            </a:r>
          </a:p>
        </p:txBody>
      </p:sp>
      <p:sp>
        <p:nvSpPr>
          <p:cNvPr id="10" name="Google Shape;644;p43">
            <a:extLst>
              <a:ext uri="{FF2B5EF4-FFF2-40B4-BE49-F238E27FC236}">
                <a16:creationId xmlns:a16="http://schemas.microsoft.com/office/drawing/2014/main" id="{9D103B63-758A-7270-9691-88696E89FE79}"/>
              </a:ext>
            </a:extLst>
          </p:cNvPr>
          <p:cNvSpPr txBox="1">
            <a:spLocks/>
          </p:cNvSpPr>
          <p:nvPr/>
        </p:nvSpPr>
        <p:spPr>
          <a:xfrm>
            <a:off x="1124869" y="4708885"/>
            <a:ext cx="10222121" cy="8031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500"/>
              </a:spcBef>
              <a:spcAft>
                <a:spcPts val="0"/>
              </a:spcAft>
              <a:buClr>
                <a:schemeClr val="dk1"/>
              </a:buClr>
              <a:buSzPts val="2500"/>
              <a:buFont typeface="Arial"/>
              <a:buNone/>
              <a:defRPr sz="2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1"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Arial"/>
              <a:buChar char="•"/>
              <a:defRPr sz="2400" b="1"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Arial"/>
              <a:buChar char="–"/>
              <a:defRPr sz="2000" b="1"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Arial"/>
              <a:buChar char="»"/>
              <a:defRPr sz="2000" b="1"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b="0">
                <a:solidFill>
                  <a:srgbClr val="BFBFBF"/>
                </a:solidFill>
                <a:latin typeface="Poppins Medium" panose="00000600000000000000" pitchFamily="2" charset="0"/>
                <a:cs typeface="Poppins Medium" panose="00000600000000000000" pitchFamily="2" charset="0"/>
              </a:rPr>
              <a:t>Aula 1: Integração com APIs RESTful</a:t>
            </a:r>
          </a:p>
        </p:txBody>
      </p:sp>
      <p:pic>
        <p:nvPicPr>
          <p:cNvPr id="3" name="Imagem 2">
            <a:extLst>
              <a:ext uri="{FF2B5EF4-FFF2-40B4-BE49-F238E27FC236}">
                <a16:creationId xmlns:a16="http://schemas.microsoft.com/office/drawing/2014/main" id="{924FD7DD-6EE6-490A-D2E4-6283D8928E4A}"/>
              </a:ext>
            </a:extLst>
          </p:cNvPr>
          <p:cNvPicPr>
            <a:picLocks/>
          </p:cNvPicPr>
          <p:nvPr/>
        </p:nvPicPr>
        <p:blipFill>
          <a:blip r:embed="rId3"/>
          <a:stretch>
            <a:fillRect/>
          </a:stretch>
        </p:blipFill>
        <p:spPr>
          <a:xfrm>
            <a:off x="15602424" y="9136814"/>
            <a:ext cx="2685604" cy="1152002"/>
          </a:xfrm>
          <a:prstGeom prst="rect">
            <a:avLst/>
          </a:prstGeom>
        </p:spPr>
      </p:pic>
      <p:pic>
        <p:nvPicPr>
          <p:cNvPr id="5" name="Imagem 4">
            <a:extLst>
              <a:ext uri="{FF2B5EF4-FFF2-40B4-BE49-F238E27FC236}">
                <a16:creationId xmlns:a16="http://schemas.microsoft.com/office/drawing/2014/main" id="{2FD90276-609A-B901-B43F-3F5384EB80B7}"/>
              </a:ext>
            </a:extLst>
          </p:cNvPr>
          <p:cNvPicPr>
            <a:picLocks/>
          </p:cNvPicPr>
          <p:nvPr/>
        </p:nvPicPr>
        <p:blipFill>
          <a:blip r:embed="rId4"/>
          <a:stretch>
            <a:fillRect/>
          </a:stretch>
        </p:blipFill>
        <p:spPr>
          <a:xfrm>
            <a:off x="15804024" y="9190814"/>
            <a:ext cx="2307604" cy="1044002"/>
          </a:xfrm>
          <a:prstGeom prst="rect">
            <a:avLst/>
          </a:prstGeom>
        </p:spPr>
      </p:pic>
      <p:pic>
        <p:nvPicPr>
          <p:cNvPr id="4" name="Imagem 3">
            <a:extLst>
              <a:ext uri="{FF2B5EF4-FFF2-40B4-BE49-F238E27FC236}">
                <a16:creationId xmlns:a16="http://schemas.microsoft.com/office/drawing/2014/main" id="{79EE7379-6E24-040A-4242-8E8B183908D0}"/>
              </a:ext>
            </a:extLst>
          </p:cNvPr>
          <p:cNvPicPr>
            <a:picLocks/>
          </p:cNvPicPr>
          <p:nvPr/>
        </p:nvPicPr>
        <p:blipFill>
          <a:blip r:embed="rId3"/>
          <a:stretch>
            <a:fillRect/>
          </a:stretch>
        </p:blipFill>
        <p:spPr>
          <a:xfrm>
            <a:off x="15602424" y="9136814"/>
            <a:ext cx="2685604" cy="1152002"/>
          </a:xfrm>
          <a:prstGeom prst="rect">
            <a:avLst/>
          </a:prstGeom>
        </p:spPr>
      </p:pic>
      <p:pic>
        <p:nvPicPr>
          <p:cNvPr id="11" name="Imagem 10">
            <a:extLst>
              <a:ext uri="{FF2B5EF4-FFF2-40B4-BE49-F238E27FC236}">
                <a16:creationId xmlns:a16="http://schemas.microsoft.com/office/drawing/2014/main" id="{E85DA081-9493-C154-5D08-76F22188DF08}"/>
              </a:ext>
            </a:extLst>
          </p:cNvPr>
          <p:cNvPicPr>
            <a:picLocks/>
          </p:cNvPicPr>
          <p:nvPr/>
        </p:nvPicPr>
        <p:blipFill>
          <a:blip r:embed="rId4"/>
          <a:stretch>
            <a:fillRect/>
          </a:stretch>
        </p:blipFill>
        <p:spPr>
          <a:xfrm>
            <a:off x="15804024" y="9190814"/>
            <a:ext cx="2307604" cy="104400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ECD4F-5C8F-094D-2331-432922772226}"/>
            </a:ext>
          </a:extLst>
        </p:cNvPr>
        <p:cNvGrpSpPr/>
        <p:nvPr/>
      </p:nvGrpSpPr>
      <p:grpSpPr>
        <a:xfrm>
          <a:off x="0" y="0"/>
          <a:ext cx="0" cy="0"/>
          <a:chOff x="0" y="0"/>
          <a:chExt cx="0" cy="0"/>
        </a:xfrm>
      </p:grpSpPr>
      <p:sp>
        <p:nvSpPr>
          <p:cNvPr id="25" name="Subtítulo 24">
            <a:extLst>
              <a:ext uri="{FF2B5EF4-FFF2-40B4-BE49-F238E27FC236}">
                <a16:creationId xmlns:a16="http://schemas.microsoft.com/office/drawing/2014/main" id="{CB683029-46E6-1E27-9908-74CE3B954DEF}"/>
              </a:ext>
            </a:extLst>
          </p:cNvPr>
          <p:cNvSpPr>
            <a:spLocks noGrp="1"/>
          </p:cNvSpPr>
          <p:nvPr>
            <p:ph type="subTitle" idx="1"/>
          </p:nvPr>
        </p:nvSpPr>
        <p:spPr/>
        <p:txBody>
          <a:bodyPr/>
          <a:lstStyle/>
          <a:p>
            <a:r>
              <a:rPr lang="pt-BR"/>
              <a:t>23</a:t>
            </a:r>
          </a:p>
        </p:txBody>
      </p:sp>
      <p:sp>
        <p:nvSpPr>
          <p:cNvPr id="26" name="Espaço Reservado para Texto 25">
            <a:extLst>
              <a:ext uri="{FF2B5EF4-FFF2-40B4-BE49-F238E27FC236}">
                <a16:creationId xmlns:a16="http://schemas.microsoft.com/office/drawing/2014/main" id="{96E81113-93FB-AF29-457D-2D24CE6B1E48}"/>
              </a:ext>
            </a:extLst>
          </p:cNvPr>
          <p:cNvSpPr>
            <a:spLocks noGrp="1"/>
          </p:cNvSpPr>
          <p:nvPr>
            <p:ph type="body" sz="quarter" idx="10"/>
          </p:nvPr>
        </p:nvSpPr>
        <p:spPr/>
        <p:txBody>
          <a:bodyPr/>
          <a:lstStyle/>
          <a:p>
            <a:r>
              <a:rPr lang="pt-BR" dirty="0"/>
              <a:t>Técnicas de esteiras de entrega contínua</a:t>
            </a:r>
          </a:p>
        </p:txBody>
      </p:sp>
      <p:sp>
        <p:nvSpPr>
          <p:cNvPr id="27" name="Espaço Reservado para Texto 26">
            <a:extLst>
              <a:ext uri="{FF2B5EF4-FFF2-40B4-BE49-F238E27FC236}">
                <a16:creationId xmlns:a16="http://schemas.microsoft.com/office/drawing/2014/main" id="{D38FA7F3-DD4B-8202-120A-EF8A5BE8F0BF}"/>
              </a:ext>
            </a:extLst>
          </p:cNvPr>
          <p:cNvSpPr>
            <a:spLocks noGrp="1"/>
          </p:cNvSpPr>
          <p:nvPr>
            <p:ph type="body" sz="quarter" idx="12"/>
          </p:nvPr>
        </p:nvSpPr>
        <p:spPr/>
        <p:txBody>
          <a:bodyPr/>
          <a:lstStyle/>
          <a:p>
            <a:r>
              <a:rPr lang="pt-BR" dirty="0"/>
              <a:t>Avançando na integração com serviços externos</a:t>
            </a:r>
          </a:p>
        </p:txBody>
      </p:sp>
      <p:sp>
        <p:nvSpPr>
          <p:cNvPr id="28" name="Espaço Reservado para Texto 27">
            <a:extLst>
              <a:ext uri="{FF2B5EF4-FFF2-40B4-BE49-F238E27FC236}">
                <a16:creationId xmlns:a16="http://schemas.microsoft.com/office/drawing/2014/main" id="{1EE6CD45-0CB3-A7C1-1A29-7900362A5B54}"/>
              </a:ext>
            </a:extLst>
          </p:cNvPr>
          <p:cNvSpPr>
            <a:spLocks noGrp="1"/>
          </p:cNvSpPr>
          <p:nvPr>
            <p:ph type="body" sz="quarter" idx="13"/>
          </p:nvPr>
        </p:nvSpPr>
        <p:spPr/>
        <p:txBody>
          <a:bodyPr/>
          <a:lstStyle/>
          <a:p>
            <a:r>
              <a:rPr lang="pt-BR"/>
              <a:t>Você está aqui!</a:t>
            </a:r>
          </a:p>
        </p:txBody>
      </p:sp>
      <p:sp>
        <p:nvSpPr>
          <p:cNvPr id="29" name="Espaço Reservado para Texto 28">
            <a:extLst>
              <a:ext uri="{FF2B5EF4-FFF2-40B4-BE49-F238E27FC236}">
                <a16:creationId xmlns:a16="http://schemas.microsoft.com/office/drawing/2014/main" id="{71DC3596-2D5D-C4D5-DE08-F58082A019BC}"/>
              </a:ext>
            </a:extLst>
          </p:cNvPr>
          <p:cNvSpPr>
            <a:spLocks noGrp="1"/>
          </p:cNvSpPr>
          <p:nvPr>
            <p:ph type="body" sz="quarter" idx="14"/>
          </p:nvPr>
        </p:nvSpPr>
        <p:spPr/>
        <p:txBody>
          <a:bodyPr/>
          <a:lstStyle/>
          <a:p>
            <a:r>
              <a:rPr lang="pt-BR"/>
              <a:t>22</a:t>
            </a:r>
          </a:p>
        </p:txBody>
      </p:sp>
      <p:sp>
        <p:nvSpPr>
          <p:cNvPr id="30" name="Espaço Reservado para Texto 29">
            <a:extLst>
              <a:ext uri="{FF2B5EF4-FFF2-40B4-BE49-F238E27FC236}">
                <a16:creationId xmlns:a16="http://schemas.microsoft.com/office/drawing/2014/main" id="{8E477078-4E1C-8D0A-86CD-A9D3F8BA3836}"/>
              </a:ext>
            </a:extLst>
          </p:cNvPr>
          <p:cNvSpPr>
            <a:spLocks noGrp="1"/>
          </p:cNvSpPr>
          <p:nvPr>
            <p:ph type="body" sz="quarter" idx="15"/>
          </p:nvPr>
        </p:nvSpPr>
        <p:spPr/>
        <p:txBody>
          <a:bodyPr/>
          <a:lstStyle/>
          <a:p>
            <a:r>
              <a:rPr lang="pt-BR" dirty="0"/>
              <a:t>Testes e monitoramento de aplicações</a:t>
            </a:r>
          </a:p>
        </p:txBody>
      </p:sp>
      <p:sp>
        <p:nvSpPr>
          <p:cNvPr id="31" name="Espaço Reservado para Texto 30">
            <a:extLst>
              <a:ext uri="{FF2B5EF4-FFF2-40B4-BE49-F238E27FC236}">
                <a16:creationId xmlns:a16="http://schemas.microsoft.com/office/drawing/2014/main" id="{96EA9838-6AEB-41B7-A2B1-F7D642F982D3}"/>
              </a:ext>
            </a:extLst>
          </p:cNvPr>
          <p:cNvSpPr>
            <a:spLocks noGrp="1"/>
          </p:cNvSpPr>
          <p:nvPr>
            <p:ph type="body" sz="quarter" idx="17"/>
          </p:nvPr>
        </p:nvSpPr>
        <p:spPr/>
        <p:txBody>
          <a:bodyPr/>
          <a:lstStyle/>
          <a:p>
            <a:r>
              <a:rPr lang="pt-BR" dirty="0"/>
              <a:t>Integração de serviços externos e CI/CD</a:t>
            </a:r>
          </a:p>
        </p:txBody>
      </p:sp>
      <p:sp>
        <p:nvSpPr>
          <p:cNvPr id="32" name="Espaço Reservado para Texto 31">
            <a:extLst>
              <a:ext uri="{FF2B5EF4-FFF2-40B4-BE49-F238E27FC236}">
                <a16:creationId xmlns:a16="http://schemas.microsoft.com/office/drawing/2014/main" id="{59E39DC0-9BE2-7683-FC6E-319D66FAD72C}"/>
              </a:ext>
            </a:extLst>
          </p:cNvPr>
          <p:cNvSpPr>
            <a:spLocks noGrp="1"/>
          </p:cNvSpPr>
          <p:nvPr>
            <p:ph type="body" sz="quarter" idx="18"/>
          </p:nvPr>
        </p:nvSpPr>
        <p:spPr/>
        <p:txBody>
          <a:bodyPr/>
          <a:lstStyle/>
          <a:p>
            <a:r>
              <a:rPr lang="pt-BR"/>
              <a:t>27</a:t>
            </a:r>
          </a:p>
        </p:txBody>
      </p:sp>
      <p:sp>
        <p:nvSpPr>
          <p:cNvPr id="33" name="Espaço Reservado para Texto 32">
            <a:extLst>
              <a:ext uri="{FF2B5EF4-FFF2-40B4-BE49-F238E27FC236}">
                <a16:creationId xmlns:a16="http://schemas.microsoft.com/office/drawing/2014/main" id="{4E691711-3625-114A-A5BB-3DEE632313C4}"/>
              </a:ext>
            </a:extLst>
          </p:cNvPr>
          <p:cNvSpPr>
            <a:spLocks noGrp="1"/>
          </p:cNvSpPr>
          <p:nvPr>
            <p:ph type="body" sz="quarter" idx="19"/>
          </p:nvPr>
        </p:nvSpPr>
        <p:spPr/>
        <p:txBody>
          <a:bodyPr/>
          <a:lstStyle/>
          <a:p>
            <a:r>
              <a:rPr lang="pt-BR"/>
              <a:t>28</a:t>
            </a:r>
          </a:p>
        </p:txBody>
      </p:sp>
      <p:pic>
        <p:nvPicPr>
          <p:cNvPr id="5" name="Imagem 4">
            <a:extLst>
              <a:ext uri="{FF2B5EF4-FFF2-40B4-BE49-F238E27FC236}">
                <a16:creationId xmlns:a16="http://schemas.microsoft.com/office/drawing/2014/main" id="{6F178BE7-28DC-FFA3-EDA6-4A603812F312}"/>
              </a:ext>
            </a:extLst>
          </p:cNvPr>
          <p:cNvPicPr>
            <a:picLocks/>
          </p:cNvPicPr>
          <p:nvPr/>
        </p:nvPicPr>
        <p:blipFill>
          <a:blip r:embed="rId2"/>
          <a:stretch>
            <a:fillRect/>
          </a:stretch>
        </p:blipFill>
        <p:spPr>
          <a:xfrm>
            <a:off x="172800" y="1335602"/>
            <a:ext cx="3150005" cy="2354404"/>
          </a:xfrm>
          <a:prstGeom prst="rect">
            <a:avLst/>
          </a:prstGeom>
        </p:spPr>
      </p:pic>
      <p:pic>
        <p:nvPicPr>
          <p:cNvPr id="3" name="Imagem 2">
            <a:extLst>
              <a:ext uri="{FF2B5EF4-FFF2-40B4-BE49-F238E27FC236}">
                <a16:creationId xmlns:a16="http://schemas.microsoft.com/office/drawing/2014/main" id="{F727C6AC-E0A4-3500-6FDC-97D777971F06}"/>
              </a:ext>
            </a:extLst>
          </p:cNvPr>
          <p:cNvPicPr>
            <a:picLocks/>
          </p:cNvPicPr>
          <p:nvPr/>
        </p:nvPicPr>
        <p:blipFill>
          <a:blip r:embed="rId3"/>
          <a:stretch>
            <a:fillRect/>
          </a:stretch>
        </p:blipFill>
        <p:spPr>
          <a:xfrm>
            <a:off x="3117605" y="320401"/>
            <a:ext cx="3348005" cy="2484004"/>
          </a:xfrm>
          <a:prstGeom prst="rect">
            <a:avLst/>
          </a:prstGeom>
        </p:spPr>
      </p:pic>
      <p:sp>
        <p:nvSpPr>
          <p:cNvPr id="36" name="CaixaDeTexto 35">
            <a:extLst>
              <a:ext uri="{FF2B5EF4-FFF2-40B4-BE49-F238E27FC236}">
                <a16:creationId xmlns:a16="http://schemas.microsoft.com/office/drawing/2014/main" id="{6418BDE2-7C3F-F3E7-FC3A-1B1035D0A3C2}"/>
              </a:ext>
            </a:extLst>
          </p:cNvPr>
          <p:cNvSpPr txBox="1"/>
          <p:nvPr/>
        </p:nvSpPr>
        <p:spPr>
          <a:xfrm>
            <a:off x="3170905" y="873904"/>
            <a:ext cx="3148235" cy="178510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2750" b="1" i="0" u="none" strike="noStrike" kern="0" cap="none" spc="0" normalizeH="0" baseline="0" noProof="0">
                <a:ln>
                  <a:noFill/>
                </a:ln>
                <a:solidFill>
                  <a:prstClr val="white"/>
                </a:solidFill>
                <a:effectLst/>
                <a:uLnTx/>
                <a:uFillTx/>
                <a:latin typeface="Poppins" panose="00000500000000000000" pitchFamily="2" charset="0"/>
                <a:cs typeface="Poppins" panose="00000500000000000000" pitchFamily="2" charset="0"/>
                <a:sym typeface="Arial"/>
              </a:rPr>
              <a:t>Mapa da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2750" b="1" i="0" u="none" strike="noStrike" kern="0" cap="none" spc="0" normalizeH="0" baseline="0" noProof="0">
                <a:ln>
                  <a:noFill/>
                </a:ln>
                <a:solidFill>
                  <a:prstClr val="white"/>
                </a:solidFill>
                <a:effectLst/>
                <a:uLnTx/>
                <a:uFillTx/>
                <a:latin typeface="Poppins" panose="00000500000000000000" pitchFamily="2" charset="0"/>
                <a:cs typeface="Poppins" panose="00000500000000000000" pitchFamily="2" charset="0"/>
                <a:sym typeface="Arial"/>
              </a:rPr>
              <a:t>Unidade 4   Componente 3</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2750" b="1" i="0" u="none" strike="noStrike" kern="0" cap="none" spc="0" normalizeH="0" baseline="0" noProof="0">
              <a:ln>
                <a:noFill/>
              </a:ln>
              <a:solidFill>
                <a:prstClr val="white"/>
              </a:solidFill>
              <a:effectLst/>
              <a:uLnTx/>
              <a:uFillTx/>
              <a:latin typeface="Poppins" panose="00000500000000000000" pitchFamily="2" charset="0"/>
              <a:cs typeface="Poppins" panose="00000500000000000000" pitchFamily="2" charset="0"/>
              <a:sym typeface="Arial"/>
            </a:endParaRPr>
          </a:p>
        </p:txBody>
      </p:sp>
      <p:sp>
        <p:nvSpPr>
          <p:cNvPr id="37" name="Google Shape;329;p3">
            <a:extLst>
              <a:ext uri="{FF2B5EF4-FFF2-40B4-BE49-F238E27FC236}">
                <a16:creationId xmlns:a16="http://schemas.microsoft.com/office/drawing/2014/main" id="{C3342024-23D6-EA0A-2696-D698C8B20D5E}"/>
              </a:ext>
            </a:extLst>
          </p:cNvPr>
          <p:cNvSpPr txBox="1"/>
          <p:nvPr/>
        </p:nvSpPr>
        <p:spPr>
          <a:xfrm>
            <a:off x="231264" y="1818844"/>
            <a:ext cx="2798372" cy="923289"/>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pt-BR" sz="1800" b="1" i="0" u="none" strike="noStrike" kern="0" cap="none" spc="0" normalizeH="0" baseline="0" noProof="0" dirty="0">
                <a:ln>
                  <a:noFill/>
                </a:ln>
                <a:solidFill>
                  <a:srgbClr val="FFFFFF"/>
                </a:solidFill>
                <a:effectLst/>
                <a:uLnTx/>
                <a:uFillTx/>
                <a:latin typeface="Poppins" pitchFamily="2" charset="77"/>
                <a:ea typeface="Poppins SemiBold"/>
                <a:cs typeface="Poppins" pitchFamily="2" charset="77"/>
                <a:sym typeface="Poppins SemiBold"/>
              </a:rPr>
              <a:t>Integração com serviços externos e esteiras de entrega</a:t>
            </a:r>
          </a:p>
        </p:txBody>
      </p:sp>
    </p:spTree>
    <p:extLst>
      <p:ext uri="{BB962C8B-B14F-4D97-AF65-F5344CB8AC3E}">
        <p14:creationId xmlns:p14="http://schemas.microsoft.com/office/powerpoint/2010/main" val="3157080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Google Shape;344;p4">
            <a:extLst>
              <a:ext uri="{FF2B5EF4-FFF2-40B4-BE49-F238E27FC236}">
                <a16:creationId xmlns:a16="http://schemas.microsoft.com/office/drawing/2014/main" id="{A4D22902-C794-8CA0-DBE0-482688E0BA92}"/>
              </a:ext>
            </a:extLst>
          </p:cNvPr>
          <p:cNvSpPr txBox="1"/>
          <p:nvPr/>
        </p:nvSpPr>
        <p:spPr>
          <a:xfrm>
            <a:off x="2412396" y="6836921"/>
            <a:ext cx="6731604" cy="1200290"/>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rtl="0">
              <a:lnSpc>
                <a:spcPct val="100000"/>
              </a:lnSpc>
              <a:spcBef>
                <a:spcPts val="0"/>
              </a:spcBef>
              <a:spcAft>
                <a:spcPts val="0"/>
              </a:spcAft>
              <a:buClr>
                <a:srgbClr val="000000"/>
              </a:buClr>
              <a:buSzPts val="3200"/>
              <a:buFont typeface="Arial"/>
              <a:buNone/>
            </a:pPr>
            <a:r>
              <a:rPr lang="pt-BR" sz="3600" u="none" strike="noStrike" cap="none" dirty="0">
                <a:solidFill>
                  <a:srgbClr val="000000"/>
                </a:solidFill>
                <a:latin typeface="Poppins" pitchFamily="2" charset="77"/>
                <a:ea typeface="Poppins Light"/>
                <a:cs typeface="Poppins" pitchFamily="2" charset="77"/>
                <a:sym typeface="Poppins Light"/>
              </a:rPr>
              <a:t>Avançando na integração com serviços </a:t>
            </a:r>
            <a:r>
              <a:rPr lang="pt-BR" sz="3600" dirty="0">
                <a:latin typeface="Poppins" pitchFamily="2" charset="77"/>
                <a:ea typeface="Poppins Light"/>
                <a:cs typeface="Poppins" pitchFamily="2" charset="77"/>
                <a:sym typeface="Poppins Light"/>
              </a:rPr>
              <a:t>e</a:t>
            </a:r>
            <a:r>
              <a:rPr lang="pt-BR" sz="3600" u="none" strike="noStrike" cap="none" dirty="0">
                <a:solidFill>
                  <a:srgbClr val="000000"/>
                </a:solidFill>
                <a:latin typeface="Poppins" pitchFamily="2" charset="77"/>
                <a:ea typeface="Poppins Light"/>
                <a:cs typeface="Poppins" pitchFamily="2" charset="77"/>
                <a:sym typeface="Poppins Light"/>
              </a:rPr>
              <a:t>xternos</a:t>
            </a:r>
          </a:p>
        </p:txBody>
      </p:sp>
      <p:sp>
        <p:nvSpPr>
          <p:cNvPr id="43" name="Google Shape;345;p4">
            <a:extLst>
              <a:ext uri="{FF2B5EF4-FFF2-40B4-BE49-F238E27FC236}">
                <a16:creationId xmlns:a16="http://schemas.microsoft.com/office/drawing/2014/main" id="{2175AE36-0D51-3CB8-F39C-002A780693F2}"/>
              </a:ext>
            </a:extLst>
          </p:cNvPr>
          <p:cNvSpPr txBox="1"/>
          <p:nvPr/>
        </p:nvSpPr>
        <p:spPr>
          <a:xfrm>
            <a:off x="5361887" y="3664359"/>
            <a:ext cx="7564226" cy="1107957"/>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ctr" defTabSz="914400" rtl="0" eaLnBrk="1" fontAlgn="auto" latinLnBrk="0" hangingPunct="1">
              <a:lnSpc>
                <a:spcPct val="100000"/>
              </a:lnSpc>
              <a:spcBef>
                <a:spcPts val="0"/>
              </a:spcBef>
              <a:spcAft>
                <a:spcPts val="0"/>
              </a:spcAft>
              <a:buClr>
                <a:srgbClr val="000000"/>
              </a:buClr>
              <a:buSzPts val="3000"/>
              <a:buFont typeface="Arial"/>
              <a:buNone/>
              <a:tabLst/>
              <a:defRPr/>
            </a:pPr>
            <a:r>
              <a:rPr kumimoji="0" lang="pt-BR" sz="6600" b="1" i="0" u="none" strike="noStrike" kern="0" cap="none" spc="0" normalizeH="0" baseline="0" noProof="0">
                <a:ln>
                  <a:noFill/>
                </a:ln>
                <a:solidFill>
                  <a:srgbClr val="FA161E"/>
                </a:solidFill>
                <a:effectLst/>
                <a:uLnTx/>
                <a:uFillTx/>
                <a:latin typeface="Poppins"/>
                <a:ea typeface="Poppins"/>
                <a:cs typeface="Poppins"/>
                <a:sym typeface="Poppins"/>
              </a:rPr>
              <a:t>Você está aqui!</a:t>
            </a:r>
            <a:endParaRPr kumimoji="0" sz="2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44" name="Google Shape;349;p4">
            <a:extLst>
              <a:ext uri="{FF2B5EF4-FFF2-40B4-BE49-F238E27FC236}">
                <a16:creationId xmlns:a16="http://schemas.microsoft.com/office/drawing/2014/main" id="{225D3BA6-946B-ADD0-C0AB-009C923BDFD1}"/>
              </a:ext>
            </a:extLst>
          </p:cNvPr>
          <p:cNvSpPr txBox="1"/>
          <p:nvPr/>
        </p:nvSpPr>
        <p:spPr>
          <a:xfrm>
            <a:off x="2412396" y="9216655"/>
            <a:ext cx="6731604" cy="1048848"/>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defTabSz="914400" rtl="0" eaLnBrk="1" fontAlgn="auto" latinLnBrk="0" hangingPunct="1">
              <a:lnSpc>
                <a:spcPct val="100000"/>
              </a:lnSpc>
              <a:spcBef>
                <a:spcPts val="0"/>
              </a:spcBef>
              <a:spcAft>
                <a:spcPts val="0"/>
              </a:spcAft>
              <a:buClr>
                <a:srgbClr val="000000"/>
              </a:buClr>
              <a:buSzPts val="2500"/>
              <a:buFont typeface="Arial"/>
              <a:buNone/>
              <a:tabLst/>
              <a:defRPr/>
            </a:pPr>
            <a:r>
              <a:rPr kumimoji="0" lang="pt-BR" sz="2501" b="0" i="0" u="none" strike="noStrike" kern="0" cap="none" spc="0" normalizeH="0" baseline="0" noProof="0" dirty="0">
                <a:ln>
                  <a:noFill/>
                </a:ln>
                <a:solidFill>
                  <a:srgbClr val="000000"/>
                </a:solidFill>
                <a:effectLst/>
                <a:uLnTx/>
                <a:uFillTx/>
                <a:latin typeface="Poppins"/>
                <a:ea typeface="Poppins"/>
                <a:cs typeface="Poppins"/>
                <a:sym typeface="Poppins"/>
              </a:rPr>
              <a:t>Código da aula</a:t>
            </a:r>
            <a:r>
              <a:rPr lang="pt-BR" sz="2501" dirty="0">
                <a:latin typeface="Poppins"/>
                <a:cs typeface="Poppins"/>
                <a:sym typeface="Poppins"/>
              </a:rPr>
              <a:t>: [SIS]ANO2C3B4S22A1</a:t>
            </a:r>
            <a:endParaRPr sz="2501" dirty="0">
              <a:latin typeface="Poppins"/>
              <a:cs typeface="Poppins"/>
            </a:endParaRPr>
          </a:p>
        </p:txBody>
      </p:sp>
      <p:sp>
        <p:nvSpPr>
          <p:cNvPr id="45" name="Google Shape;350;p4">
            <a:extLst>
              <a:ext uri="{FF2B5EF4-FFF2-40B4-BE49-F238E27FC236}">
                <a16:creationId xmlns:a16="http://schemas.microsoft.com/office/drawing/2014/main" id="{ECC92D84-7BB6-87BF-4AF3-F3EFE5361854}"/>
              </a:ext>
            </a:extLst>
          </p:cNvPr>
          <p:cNvSpPr txBox="1"/>
          <p:nvPr/>
        </p:nvSpPr>
        <p:spPr>
          <a:xfrm>
            <a:off x="2412396" y="8257395"/>
            <a:ext cx="8980533" cy="803145"/>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defTabSz="914400" rtl="0" eaLnBrk="1" fontAlgn="auto" latinLnBrk="0" hangingPunct="1">
              <a:lnSpc>
                <a:spcPct val="100000"/>
              </a:lnSpc>
              <a:spcBef>
                <a:spcPts val="0"/>
              </a:spcBef>
              <a:spcAft>
                <a:spcPts val="0"/>
              </a:spcAft>
              <a:buClr>
                <a:prstClr val="black"/>
              </a:buClr>
              <a:buSzPts val="2500"/>
              <a:buFont typeface="Arial"/>
              <a:buNone/>
              <a:tabLst/>
              <a:defRPr/>
            </a:pPr>
            <a:r>
              <a:rPr kumimoji="0" lang="pt-BR" sz="3600" b="1" i="0" u="none" strike="noStrike" kern="0" cap="none" spc="0" normalizeH="0" baseline="0" noProof="0" dirty="0">
                <a:ln>
                  <a:noFill/>
                </a:ln>
                <a:solidFill>
                  <a:prstClr val="black"/>
                </a:solidFill>
                <a:effectLst/>
                <a:uLnTx/>
                <a:uFillTx/>
                <a:latin typeface="Poppins"/>
                <a:ea typeface="Poppins"/>
                <a:cs typeface="Poppins"/>
                <a:sym typeface="Poppins"/>
              </a:rPr>
              <a:t>Aula 1: </a:t>
            </a:r>
            <a:r>
              <a:rPr lang="pt-BR" sz="3600" b="1" dirty="0">
                <a:solidFill>
                  <a:prstClr val="black"/>
                </a:solidFill>
                <a:latin typeface="Poppins"/>
                <a:cs typeface="Poppins"/>
              </a:rPr>
              <a:t>Integração com APIs </a:t>
            </a:r>
            <a:r>
              <a:rPr lang="pt-BR" sz="3600" b="1" dirty="0" err="1">
                <a:solidFill>
                  <a:prstClr val="black"/>
                </a:solidFill>
                <a:latin typeface="Poppins"/>
                <a:cs typeface="Poppins"/>
              </a:rPr>
              <a:t>RESTful</a:t>
            </a:r>
            <a:endParaRPr sz="3600" b="1" dirty="0">
              <a:solidFill>
                <a:prstClr val="black"/>
              </a:solidFill>
              <a:latin typeface="Poppins"/>
              <a:cs typeface="Poppins"/>
            </a:endParaRPr>
          </a:p>
        </p:txBody>
      </p:sp>
      <p:sp>
        <p:nvSpPr>
          <p:cNvPr id="46" name="Google Shape;341;p4">
            <a:extLst>
              <a:ext uri="{FF2B5EF4-FFF2-40B4-BE49-F238E27FC236}">
                <a16:creationId xmlns:a16="http://schemas.microsoft.com/office/drawing/2014/main" id="{76A44A46-1D59-B466-B36F-C1F7B4CF26AF}"/>
              </a:ext>
            </a:extLst>
          </p:cNvPr>
          <p:cNvSpPr/>
          <p:nvPr/>
        </p:nvSpPr>
        <p:spPr>
          <a:xfrm rot="-3438299">
            <a:off x="12818211" y="8497676"/>
            <a:ext cx="612000" cy="612000"/>
          </a:xfrm>
          <a:prstGeom prst="ellipse">
            <a:avLst/>
          </a:prstGeom>
          <a:solidFill>
            <a:schemeClr val="bg1"/>
          </a:solidFill>
          <a:ln w="57150">
            <a:solidFill>
              <a:srgbClr val="FA161E"/>
            </a:solidFill>
          </a:ln>
        </p:spPr>
        <p:style>
          <a:lnRef idx="0">
            <a:scrgbClr r="0" g="0" b="0"/>
          </a:lnRef>
          <a:fillRef idx="0">
            <a:scrgbClr r="0" g="0" b="0"/>
          </a:fillRef>
          <a:effectRef idx="0">
            <a:scrgbClr r="0" g="0" b="0"/>
          </a:effectRef>
          <a:fontRef idx="major"/>
        </p:style>
        <p:txBody>
          <a:bodyPr spcFirstLastPara="1" wrap="square" lIns="91425" tIns="45701" rIns="91425" bIns="45701" anchor="ctr"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r" defTabSz="914400" rtl="0" eaLnBrk="1" fontAlgn="auto" latinLnBrk="0" hangingPunct="1">
              <a:lnSpc>
                <a:spcPct val="100000"/>
              </a:lnSpc>
              <a:spcBef>
                <a:spcPts val="0"/>
              </a:spcBef>
              <a:spcAft>
                <a:spcPts val="0"/>
              </a:spcAft>
              <a:buClr>
                <a:srgbClr val="000000"/>
              </a:buClr>
              <a:buSzPts val="2700"/>
              <a:buFont typeface="Arial"/>
              <a:buNone/>
              <a:tabLst/>
              <a:defRPr/>
            </a:pPr>
            <a:endParaRPr kumimoji="0" sz="4050" b="0" i="0" u="none" strike="noStrike" kern="0" cap="none" spc="0" normalizeH="0" baseline="0" noProof="0">
              <a:ln>
                <a:noFill/>
              </a:ln>
              <a:solidFill>
                <a:srgbClr val="FFFFFF"/>
              </a:solidFill>
              <a:effectLst/>
              <a:uLnTx/>
              <a:uFillTx/>
              <a:latin typeface="Calibri"/>
              <a:ea typeface="Calibri"/>
              <a:cs typeface="Calibri"/>
              <a:sym typeface="Calibri"/>
            </a:endParaRPr>
          </a:p>
        </p:txBody>
      </p:sp>
      <p:sp>
        <p:nvSpPr>
          <p:cNvPr id="47" name="Google Shape;342;p4">
            <a:extLst>
              <a:ext uri="{FF2B5EF4-FFF2-40B4-BE49-F238E27FC236}">
                <a16:creationId xmlns:a16="http://schemas.microsoft.com/office/drawing/2014/main" id="{44012579-7094-26F5-5390-005680F4E986}"/>
              </a:ext>
            </a:extLst>
          </p:cNvPr>
          <p:cNvSpPr/>
          <p:nvPr/>
        </p:nvSpPr>
        <p:spPr>
          <a:xfrm>
            <a:off x="9231085" y="5658662"/>
            <a:ext cx="1975814" cy="1975814"/>
          </a:xfrm>
          <a:prstGeom prst="ellipse">
            <a:avLst/>
          </a:prstGeom>
          <a:solidFill>
            <a:srgbClr val="FA161E"/>
          </a:solidFill>
          <a:ln>
            <a:noFill/>
          </a:ln>
        </p:spPr>
        <p:style>
          <a:lnRef idx="0">
            <a:scrgbClr r="0" g="0" b="0"/>
          </a:lnRef>
          <a:fillRef idx="0">
            <a:scrgbClr r="0" g="0" b="0"/>
          </a:fillRef>
          <a:effectRef idx="0">
            <a:scrgbClr r="0" g="0" b="0"/>
          </a:effectRef>
          <a:fontRef idx="major"/>
        </p:style>
        <p:txBody>
          <a:bodyPr spcFirstLastPara="1" wrap="square" lIns="54000" tIns="54000" rIns="54000" bIns="54000" anchor="ctr"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ctr" defTabSz="914400" rtl="0" eaLnBrk="1" fontAlgn="auto" latinLnBrk="0" hangingPunct="1">
              <a:lnSpc>
                <a:spcPct val="100000"/>
              </a:lnSpc>
              <a:spcBef>
                <a:spcPts val="0"/>
              </a:spcBef>
              <a:spcAft>
                <a:spcPts val="0"/>
              </a:spcAft>
              <a:buClr>
                <a:srgbClr val="000000"/>
              </a:buClr>
              <a:buSzPts val="6000"/>
              <a:buFont typeface="Arial"/>
              <a:buNone/>
              <a:tabLst/>
              <a:defRPr/>
            </a:pPr>
            <a:r>
              <a:rPr kumimoji="0" lang="pt-BR" sz="6000" b="1" i="0" u="none" strike="noStrike" kern="0" cap="none" spc="0" normalizeH="0" baseline="0" noProof="0" dirty="0">
                <a:ln>
                  <a:noFill/>
                </a:ln>
                <a:solidFill>
                  <a:srgbClr val="FFFFFF"/>
                </a:solidFill>
                <a:effectLst/>
                <a:uLnTx/>
                <a:uFillTx/>
                <a:latin typeface="Poppins"/>
                <a:ea typeface="Calibri"/>
                <a:cs typeface="Poppins"/>
                <a:sym typeface="Poppins"/>
              </a:rPr>
              <a:t>22</a:t>
            </a:r>
            <a:endParaRPr kumimoji="0" sz="6000" b="0" i="0" u="none" strike="noStrike" kern="0" cap="none" spc="0" normalizeH="0" baseline="0" noProof="0" dirty="0">
              <a:ln>
                <a:noFill/>
              </a:ln>
              <a:solidFill>
                <a:srgbClr val="FFFFFF"/>
              </a:solidFill>
              <a:effectLst/>
              <a:uLnTx/>
              <a:uFillTx/>
              <a:latin typeface="Calibri"/>
              <a:ea typeface="Calibri"/>
              <a:cs typeface="Calibri"/>
              <a:sym typeface="Calibri"/>
            </a:endParaRPr>
          </a:p>
        </p:txBody>
      </p:sp>
      <p:cxnSp>
        <p:nvCxnSpPr>
          <p:cNvPr id="48" name="Google Shape;343;p4">
            <a:extLst>
              <a:ext uri="{FF2B5EF4-FFF2-40B4-BE49-F238E27FC236}">
                <a16:creationId xmlns:a16="http://schemas.microsoft.com/office/drawing/2014/main" id="{D2026EB5-E8EF-8597-9D63-689FB1B7C3A7}"/>
              </a:ext>
            </a:extLst>
          </p:cNvPr>
          <p:cNvCxnSpPr>
            <a:cxnSpLocks/>
            <a:endCxn id="46" idx="0"/>
          </p:cNvCxnSpPr>
          <p:nvPr/>
        </p:nvCxnSpPr>
        <p:spPr>
          <a:xfrm>
            <a:off x="10857617" y="7316621"/>
            <a:ext cx="2009078" cy="1321764"/>
          </a:xfrm>
          <a:prstGeom prst="straightConnector1">
            <a:avLst/>
          </a:prstGeom>
          <a:noFill/>
          <a:ln w="19050" cap="flat" cmpd="sng">
            <a:solidFill>
              <a:srgbClr val="FA161E"/>
            </a:solidFill>
            <a:prstDash val="solid"/>
            <a:round/>
            <a:headEnd type="none" w="sm" len="sm"/>
            <a:tailEnd type="none" w="sm" len="sm"/>
          </a:ln>
        </p:spPr>
      </p:cxnSp>
      <p:pic>
        <p:nvPicPr>
          <p:cNvPr id="5" name="Imagem 4">
            <a:extLst>
              <a:ext uri="{FF2B5EF4-FFF2-40B4-BE49-F238E27FC236}">
                <a16:creationId xmlns:a16="http://schemas.microsoft.com/office/drawing/2014/main" id="{92097DC7-8A73-D4E3-E7B1-52571389BC28}"/>
              </a:ext>
            </a:extLst>
          </p:cNvPr>
          <p:cNvPicPr>
            <a:picLocks/>
          </p:cNvPicPr>
          <p:nvPr/>
        </p:nvPicPr>
        <p:blipFill>
          <a:blip r:embed="rId3"/>
          <a:stretch>
            <a:fillRect/>
          </a:stretch>
        </p:blipFill>
        <p:spPr>
          <a:xfrm>
            <a:off x="172800" y="1335602"/>
            <a:ext cx="3150005" cy="2354404"/>
          </a:xfrm>
          <a:prstGeom prst="rect">
            <a:avLst/>
          </a:prstGeom>
        </p:spPr>
      </p:pic>
      <p:pic>
        <p:nvPicPr>
          <p:cNvPr id="3" name="Imagem 2">
            <a:extLst>
              <a:ext uri="{FF2B5EF4-FFF2-40B4-BE49-F238E27FC236}">
                <a16:creationId xmlns:a16="http://schemas.microsoft.com/office/drawing/2014/main" id="{9492A861-34F7-CB20-2A69-6B23C5ED076E}"/>
              </a:ext>
            </a:extLst>
          </p:cNvPr>
          <p:cNvPicPr>
            <a:picLocks/>
          </p:cNvPicPr>
          <p:nvPr/>
        </p:nvPicPr>
        <p:blipFill>
          <a:blip r:embed="rId4"/>
          <a:stretch>
            <a:fillRect/>
          </a:stretch>
        </p:blipFill>
        <p:spPr>
          <a:xfrm>
            <a:off x="3117605" y="320401"/>
            <a:ext cx="3348005" cy="2484004"/>
          </a:xfrm>
          <a:prstGeom prst="rect">
            <a:avLst/>
          </a:prstGeom>
        </p:spPr>
      </p:pic>
      <p:sp>
        <p:nvSpPr>
          <p:cNvPr id="16" name="CaixaDeTexto 15">
            <a:extLst>
              <a:ext uri="{FF2B5EF4-FFF2-40B4-BE49-F238E27FC236}">
                <a16:creationId xmlns:a16="http://schemas.microsoft.com/office/drawing/2014/main" id="{67FE4894-A338-BBB5-5111-5D4AAD89EDEB}"/>
              </a:ext>
            </a:extLst>
          </p:cNvPr>
          <p:cNvSpPr txBox="1"/>
          <p:nvPr/>
        </p:nvSpPr>
        <p:spPr>
          <a:xfrm>
            <a:off x="3170905" y="873904"/>
            <a:ext cx="3148235" cy="178510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2750" b="1" i="0" u="none" strike="noStrike" kern="0" cap="none" spc="0" normalizeH="0" baseline="0" noProof="0">
                <a:ln>
                  <a:noFill/>
                </a:ln>
                <a:solidFill>
                  <a:prstClr val="white"/>
                </a:solidFill>
                <a:effectLst/>
                <a:uLnTx/>
                <a:uFillTx/>
                <a:latin typeface="Poppins" panose="00000500000000000000" pitchFamily="2" charset="0"/>
                <a:cs typeface="Poppins" panose="00000500000000000000" pitchFamily="2" charset="0"/>
                <a:sym typeface="Arial"/>
              </a:rPr>
              <a:t>Mapa da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2750" b="1" i="0" u="none" strike="noStrike" kern="0" cap="none" spc="0" normalizeH="0" baseline="0" noProof="0">
                <a:ln>
                  <a:noFill/>
                </a:ln>
                <a:solidFill>
                  <a:prstClr val="white"/>
                </a:solidFill>
                <a:effectLst/>
                <a:uLnTx/>
                <a:uFillTx/>
                <a:latin typeface="Poppins" panose="00000500000000000000" pitchFamily="2" charset="0"/>
                <a:cs typeface="Poppins" panose="00000500000000000000" pitchFamily="2" charset="0"/>
                <a:sym typeface="Arial"/>
              </a:rPr>
              <a:t>Unidade 4   Componente 3</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pt-BR" sz="2750" b="1" i="0" u="none" strike="noStrike" kern="0" cap="none" spc="0" normalizeH="0" baseline="0" noProof="0">
              <a:ln>
                <a:noFill/>
              </a:ln>
              <a:solidFill>
                <a:prstClr val="white"/>
              </a:solidFill>
              <a:effectLst/>
              <a:uLnTx/>
              <a:uFillTx/>
              <a:latin typeface="Poppins" panose="00000500000000000000" pitchFamily="2" charset="0"/>
              <a:cs typeface="Poppins" panose="00000500000000000000" pitchFamily="2" charset="0"/>
              <a:sym typeface="Arial"/>
            </a:endParaRPr>
          </a:p>
        </p:txBody>
      </p:sp>
      <p:sp>
        <p:nvSpPr>
          <p:cNvPr id="17" name="Google Shape;329;p3">
            <a:extLst>
              <a:ext uri="{FF2B5EF4-FFF2-40B4-BE49-F238E27FC236}">
                <a16:creationId xmlns:a16="http://schemas.microsoft.com/office/drawing/2014/main" id="{BE4A6B26-CB07-441F-7121-3F3219279BEB}"/>
              </a:ext>
            </a:extLst>
          </p:cNvPr>
          <p:cNvSpPr txBox="1"/>
          <p:nvPr/>
        </p:nvSpPr>
        <p:spPr>
          <a:xfrm>
            <a:off x="231264" y="1818844"/>
            <a:ext cx="2798372" cy="923289"/>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Pts val="2000"/>
              <a:buFont typeface="Arial"/>
              <a:buNone/>
              <a:tabLst/>
              <a:defRPr/>
            </a:pPr>
            <a:r>
              <a:rPr kumimoji="0" lang="pt-BR" sz="1800" b="1" i="0" u="none" strike="noStrike" kern="0" cap="none" spc="0" normalizeH="0" baseline="0" noProof="0" dirty="0">
                <a:ln>
                  <a:noFill/>
                </a:ln>
                <a:solidFill>
                  <a:srgbClr val="FFFFFF"/>
                </a:solidFill>
                <a:effectLst/>
                <a:uLnTx/>
                <a:uFillTx/>
                <a:latin typeface="Poppins" pitchFamily="2" charset="77"/>
                <a:ea typeface="Poppins SemiBold"/>
                <a:cs typeface="Poppins" pitchFamily="2" charset="77"/>
                <a:sym typeface="Poppins SemiBold"/>
              </a:rPr>
              <a:t>Integração com serviços </a:t>
            </a:r>
            <a:r>
              <a:rPr lang="pt-BR" sz="1800" b="1" dirty="0">
                <a:solidFill>
                  <a:srgbClr val="FFFFFF"/>
                </a:solidFill>
                <a:latin typeface="Poppins" pitchFamily="2" charset="77"/>
                <a:ea typeface="Poppins SemiBold"/>
                <a:cs typeface="Poppins" pitchFamily="2" charset="77"/>
                <a:sym typeface="Poppins SemiBold"/>
              </a:rPr>
              <a:t>e</a:t>
            </a:r>
            <a:r>
              <a:rPr kumimoji="0" lang="pt-BR" sz="1800" b="1" i="0" u="none" strike="noStrike" kern="0" cap="none" spc="0" normalizeH="0" baseline="0" noProof="0" dirty="0" err="1">
                <a:ln>
                  <a:noFill/>
                </a:ln>
                <a:solidFill>
                  <a:srgbClr val="FFFFFF"/>
                </a:solidFill>
                <a:effectLst/>
                <a:uLnTx/>
                <a:uFillTx/>
                <a:latin typeface="Poppins" pitchFamily="2" charset="77"/>
                <a:ea typeface="Poppins SemiBold"/>
                <a:cs typeface="Poppins" pitchFamily="2" charset="77"/>
                <a:sym typeface="Poppins SemiBold"/>
              </a:rPr>
              <a:t>xternos</a:t>
            </a:r>
            <a:r>
              <a:rPr kumimoji="0" lang="pt-BR" sz="1800" b="1" i="0" u="none" strike="noStrike" kern="0" cap="none" spc="0" normalizeH="0" baseline="0" noProof="0" dirty="0">
                <a:ln>
                  <a:noFill/>
                </a:ln>
                <a:solidFill>
                  <a:srgbClr val="FFFFFF"/>
                </a:solidFill>
                <a:effectLst/>
                <a:uLnTx/>
                <a:uFillTx/>
                <a:latin typeface="Poppins" pitchFamily="2" charset="77"/>
                <a:ea typeface="Poppins SemiBold"/>
                <a:cs typeface="Poppins" pitchFamily="2" charset="77"/>
                <a:sym typeface="Poppins SemiBold"/>
              </a:rPr>
              <a:t> e esteiras de entrega</a:t>
            </a:r>
          </a:p>
        </p:txBody>
      </p:sp>
    </p:spTree>
    <p:extLst>
      <p:ext uri="{BB962C8B-B14F-4D97-AF65-F5344CB8AC3E}">
        <p14:creationId xmlns:p14="http://schemas.microsoft.com/office/powerpoint/2010/main" val="784625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53"/>
        <p:cNvGrpSpPr/>
        <p:nvPr/>
      </p:nvGrpSpPr>
      <p:grpSpPr>
        <a:xfrm>
          <a:off x="0" y="0"/>
          <a:ext cx="0" cy="0"/>
          <a:chOff x="0" y="0"/>
          <a:chExt cx="0" cy="0"/>
        </a:xfrm>
      </p:grpSpPr>
      <p:sp>
        <p:nvSpPr>
          <p:cNvPr id="4" name="Espaço Reservado para Texto 7">
            <a:extLst>
              <a:ext uri="{FF2B5EF4-FFF2-40B4-BE49-F238E27FC236}">
                <a16:creationId xmlns:a16="http://schemas.microsoft.com/office/drawing/2014/main" id="{94495801-E3A7-5C9C-58B6-5A613616DE41}"/>
              </a:ext>
            </a:extLst>
          </p:cNvPr>
          <p:cNvSpPr>
            <a:spLocks noGrp="1"/>
          </p:cNvSpPr>
          <p:nvPr>
            <p:ph type="body" sz="quarter" idx="10"/>
          </p:nvPr>
        </p:nvSpPr>
        <p:spPr>
          <a:xfrm>
            <a:off x="2201863" y="2085975"/>
            <a:ext cx="6067478" cy="2096544"/>
          </a:xfrm>
          <a:prstGeom prst="rect">
            <a:avLst/>
          </a:prstGeom>
        </p:spPr>
        <p:txBody>
          <a:bodyPr/>
          <a:lstStyle>
            <a:lvl1pPr marL="342900" indent="-342900">
              <a:buClr>
                <a:schemeClr val="tx1"/>
              </a:buClr>
              <a:buFont typeface="Arial" panose="020B0604020202020204" pitchFamily="34" charset="0"/>
              <a:buChar char="•"/>
              <a:defRPr sz="2000">
                <a:latin typeface="Poppins" pitchFamily="2" charset="77"/>
                <a:cs typeface="Poppins" pitchFamily="2" charset="77"/>
              </a:defRPr>
            </a:lvl1pPr>
          </a:lstStyle>
          <a:p>
            <a:pPr lvl="0"/>
            <a:r>
              <a:rPr lang="pt-BR" dirty="0">
                <a:latin typeface="Poppins" panose="00000500000000000000" pitchFamily="2" charset="0"/>
                <a:cs typeface="Poppins" panose="00000500000000000000" pitchFamily="2" charset="0"/>
              </a:rPr>
              <a:t>Implementar integração com APIs </a:t>
            </a:r>
            <a:r>
              <a:rPr lang="pt-BR" dirty="0" err="1">
                <a:latin typeface="Poppins" panose="00000500000000000000" pitchFamily="2" charset="0"/>
                <a:cs typeface="Poppins" panose="00000500000000000000" pitchFamily="2" charset="0"/>
              </a:rPr>
              <a:t>RESTful</a:t>
            </a:r>
            <a:r>
              <a:rPr lang="pt-BR" dirty="0">
                <a:latin typeface="Poppins" panose="00000500000000000000" pitchFamily="2" charset="0"/>
                <a:cs typeface="Poppins" panose="00000500000000000000" pitchFamily="2" charset="0"/>
              </a:rPr>
              <a:t>.</a:t>
            </a:r>
          </a:p>
        </p:txBody>
      </p:sp>
      <p:sp>
        <p:nvSpPr>
          <p:cNvPr id="5" name="Espaço Reservado para Texto 7">
            <a:extLst>
              <a:ext uri="{FF2B5EF4-FFF2-40B4-BE49-F238E27FC236}">
                <a16:creationId xmlns:a16="http://schemas.microsoft.com/office/drawing/2014/main" id="{8FE35C05-A6F9-5E57-F808-2709677248F1}"/>
              </a:ext>
            </a:extLst>
          </p:cNvPr>
          <p:cNvSpPr>
            <a:spLocks noGrp="1"/>
          </p:cNvSpPr>
          <p:nvPr>
            <p:ph type="body" sz="quarter" idx="11"/>
          </p:nvPr>
        </p:nvSpPr>
        <p:spPr>
          <a:xfrm>
            <a:off x="11201062" y="2033198"/>
            <a:ext cx="6067478" cy="2332938"/>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r>
              <a:rPr lang="pt-BR" dirty="0">
                <a:latin typeface="Poppins" panose="00000500000000000000" pitchFamily="2" charset="0"/>
                <a:cs typeface="Poppins" panose="00000500000000000000" pitchFamily="2" charset="0"/>
              </a:rPr>
              <a:t>Implementar integração com APIs </a:t>
            </a:r>
            <a:r>
              <a:rPr lang="pt-BR" dirty="0" err="1">
                <a:latin typeface="Poppins" panose="00000500000000000000" pitchFamily="2" charset="0"/>
                <a:cs typeface="Poppins" panose="00000500000000000000" pitchFamily="2" charset="0"/>
              </a:rPr>
              <a:t>RESTful</a:t>
            </a:r>
            <a:r>
              <a:rPr lang="pt-BR" dirty="0">
                <a:latin typeface="Poppins" panose="00000500000000000000" pitchFamily="2" charset="0"/>
                <a:cs typeface="Poppins" panose="00000500000000000000" pitchFamily="2" charset="0"/>
              </a:rPr>
              <a:t>.</a:t>
            </a:r>
          </a:p>
        </p:txBody>
      </p:sp>
      <p:sp>
        <p:nvSpPr>
          <p:cNvPr id="7" name="Espaço Reservado para Texto 7">
            <a:extLst>
              <a:ext uri="{FF2B5EF4-FFF2-40B4-BE49-F238E27FC236}">
                <a16:creationId xmlns:a16="http://schemas.microsoft.com/office/drawing/2014/main" id="{4A27C360-3186-313B-41E3-68A443FE4CA7}"/>
              </a:ext>
            </a:extLst>
          </p:cNvPr>
          <p:cNvSpPr>
            <a:spLocks noGrp="1"/>
          </p:cNvSpPr>
          <p:nvPr>
            <p:ph type="body" sz="quarter" idx="12"/>
          </p:nvPr>
        </p:nvSpPr>
        <p:spPr>
          <a:xfrm>
            <a:off x="11201062" y="5473994"/>
            <a:ext cx="5793397" cy="2385257"/>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r>
              <a:rPr lang="pt-BR" dirty="0">
                <a:latin typeface="Poppins" panose="00000500000000000000" pitchFamily="2" charset="0"/>
                <a:cs typeface="Poppins" panose="00000500000000000000" pitchFamily="2" charset="0"/>
              </a:rPr>
              <a:t>Desenvolver a curiosidade ao explorar APIs </a:t>
            </a:r>
            <a:r>
              <a:rPr lang="pt-BR" dirty="0" err="1">
                <a:latin typeface="Poppins" panose="00000500000000000000" pitchFamily="2" charset="0"/>
                <a:cs typeface="Poppins" panose="00000500000000000000" pitchFamily="2" charset="0"/>
              </a:rPr>
              <a:t>RESTful</a:t>
            </a:r>
            <a:r>
              <a:rPr lang="pt-BR" dirty="0">
                <a:latin typeface="Poppins" panose="00000500000000000000" pitchFamily="2" charset="0"/>
                <a:cs typeface="Poppins" panose="00000500000000000000" pitchFamily="2" charset="0"/>
              </a:rPr>
              <a:t>.</a:t>
            </a:r>
          </a:p>
        </p:txBody>
      </p:sp>
      <p:sp>
        <p:nvSpPr>
          <p:cNvPr id="8" name="Espaço Reservado para Texto 7">
            <a:extLst>
              <a:ext uri="{FF2B5EF4-FFF2-40B4-BE49-F238E27FC236}">
                <a16:creationId xmlns:a16="http://schemas.microsoft.com/office/drawing/2014/main" id="{92593807-EFAC-62C0-8555-5C60449109D8}"/>
              </a:ext>
            </a:extLst>
          </p:cNvPr>
          <p:cNvSpPr>
            <a:spLocks noGrp="1"/>
          </p:cNvSpPr>
          <p:nvPr>
            <p:ph type="body" sz="quarter" idx="13"/>
          </p:nvPr>
        </p:nvSpPr>
        <p:spPr>
          <a:xfrm>
            <a:off x="2165273" y="5234349"/>
            <a:ext cx="6067478" cy="1568360"/>
          </a:xfrm>
          <a:prstGeom prst="rect">
            <a:avLst/>
          </a:prstGeom>
        </p:spPr>
        <p:txBody>
          <a:bodyPr lIns="91440" tIns="45720" rIns="91440" bIns="45720" anchor="t"/>
          <a:lstStyle>
            <a:lvl1pPr marL="342900" indent="-342900">
              <a:buFont typeface="Arial" panose="020B0604020202020204" pitchFamily="34" charset="0"/>
              <a:buChar char="•"/>
              <a:defRPr sz="2000">
                <a:latin typeface="Poppins" pitchFamily="2" charset="77"/>
                <a:cs typeface="Poppins" pitchFamily="2" charset="77"/>
              </a:defRPr>
            </a:lvl1pPr>
          </a:lstStyle>
          <a:p>
            <a:pPr marL="285750" indent="-285750">
              <a:buFont typeface="Arial" panose="020B0604020202020204" pitchFamily="34" charset="0"/>
              <a:buChar char="•"/>
            </a:pPr>
            <a:r>
              <a:rPr lang="pt-BR" sz="2000">
                <a:latin typeface="Poppins" panose="00000500000000000000" pitchFamily="2" charset="0"/>
                <a:cs typeface="Poppins" panose="00000500000000000000" pitchFamily="2" charset="0"/>
              </a:rPr>
              <a:t>Recurso audiovisual para exibição de vídeos e imagens.</a:t>
            </a:r>
          </a:p>
          <a:p>
            <a:pPr marL="285750" indent="-285750">
              <a:buFont typeface="Arial" panose="020B0604020202020204" pitchFamily="34" charset="0"/>
              <a:buChar char="•"/>
            </a:pPr>
            <a:r>
              <a:rPr lang="pt-BR" sz="2000">
                <a:latin typeface="Poppins" panose="00000500000000000000" pitchFamily="2" charset="0"/>
                <a:cs typeface="Poppins" panose="00000500000000000000" pitchFamily="2" charset="0"/>
              </a:rPr>
              <a:t>Caderno, caneta.</a:t>
            </a:r>
            <a:endParaRPr lang="pt-BR">
              <a:latin typeface="Poppins" panose="00000500000000000000" pitchFamily="2" charset="0"/>
              <a:cs typeface="Poppins" panose="00000500000000000000" pitchFamily="2"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5" name="Espaço Reservado para Texto 3">
            <a:extLst>
              <a:ext uri="{FF2B5EF4-FFF2-40B4-BE49-F238E27FC236}">
                <a16:creationId xmlns:a16="http://schemas.microsoft.com/office/drawing/2014/main" id="{2DD4E05A-E94A-F4B8-D7CC-D4067915CCDC}"/>
              </a:ext>
            </a:extLst>
          </p:cNvPr>
          <p:cNvSpPr>
            <a:spLocks noGrp="1"/>
          </p:cNvSpPr>
          <p:nvPr>
            <p:ph type="body" idx="4294967295"/>
          </p:nvPr>
        </p:nvSpPr>
        <p:spPr>
          <a:xfrm>
            <a:off x="5571782" y="950280"/>
            <a:ext cx="11913330" cy="1243584"/>
          </a:xfrm>
          <a:prstGeom prst="rect">
            <a:avLst/>
          </a:prstGeom>
        </p:spPr>
        <p:txBody>
          <a:bodyPr>
            <a:noAutofit/>
          </a:bodyPr>
          <a:lstStyle/>
          <a:p>
            <a:pPr lvl="1"/>
            <a:r>
              <a:rPr lang="pt-BR" sz="2400" dirty="0">
                <a:latin typeface="Poppins" panose="00000500000000000000" pitchFamily="2" charset="0"/>
                <a:cs typeface="Poppins" panose="00000500000000000000" pitchFamily="2" charset="0"/>
              </a:rPr>
              <a:t>Como já vimos anteriormente, REST (</a:t>
            </a:r>
            <a:r>
              <a:rPr lang="pt-BR" sz="2400" dirty="0" err="1">
                <a:latin typeface="Poppins" panose="00000500000000000000" pitchFamily="2" charset="0"/>
                <a:cs typeface="Poppins" panose="00000500000000000000" pitchFamily="2" charset="0"/>
              </a:rPr>
              <a:t>Representational</a:t>
            </a:r>
            <a:r>
              <a:rPr lang="pt-BR" sz="2400" dirty="0">
                <a:latin typeface="Poppins" panose="00000500000000000000" pitchFamily="2" charset="0"/>
                <a:cs typeface="Poppins" panose="00000500000000000000" pitchFamily="2" charset="0"/>
              </a:rPr>
              <a:t> </a:t>
            </a:r>
            <a:r>
              <a:rPr lang="pt-BR" sz="2400" dirty="0" err="1">
                <a:latin typeface="Poppins" panose="00000500000000000000" pitchFamily="2" charset="0"/>
                <a:cs typeface="Poppins" panose="00000500000000000000" pitchFamily="2" charset="0"/>
              </a:rPr>
              <a:t>State</a:t>
            </a:r>
            <a:r>
              <a:rPr lang="pt-BR" sz="2400" dirty="0">
                <a:latin typeface="Poppins" panose="00000500000000000000" pitchFamily="2" charset="0"/>
                <a:cs typeface="Poppins" panose="00000500000000000000" pitchFamily="2" charset="0"/>
              </a:rPr>
              <a:t> </a:t>
            </a:r>
            <a:r>
              <a:rPr lang="pt-BR" sz="2400" dirty="0" err="1">
                <a:latin typeface="Poppins" panose="00000500000000000000" pitchFamily="2" charset="0"/>
                <a:cs typeface="Poppins" panose="00000500000000000000" pitchFamily="2" charset="0"/>
              </a:rPr>
              <a:t>Transfer</a:t>
            </a:r>
            <a:r>
              <a:rPr lang="pt-BR" sz="2400" dirty="0">
                <a:latin typeface="Poppins" panose="00000500000000000000" pitchFamily="2" charset="0"/>
                <a:cs typeface="Poppins" panose="00000500000000000000" pitchFamily="2" charset="0"/>
              </a:rPr>
              <a:t>) é um estilo arquitetural usado para criar APIs de maneira padronizada e fácil de consumir. APIs </a:t>
            </a:r>
            <a:r>
              <a:rPr lang="pt-BR" sz="2400" dirty="0" err="1">
                <a:latin typeface="Poppins" panose="00000500000000000000" pitchFamily="2" charset="0"/>
                <a:cs typeface="Poppins" panose="00000500000000000000" pitchFamily="2" charset="0"/>
              </a:rPr>
              <a:t>RESTful</a:t>
            </a:r>
            <a:r>
              <a:rPr lang="pt-BR" sz="2400" dirty="0">
                <a:latin typeface="Poppins" panose="00000500000000000000" pitchFamily="2" charset="0"/>
                <a:cs typeface="Poppins" panose="00000500000000000000" pitchFamily="2" charset="0"/>
              </a:rPr>
              <a:t> operam seguindo algumas restrições principais:</a:t>
            </a:r>
          </a:p>
        </p:txBody>
      </p:sp>
      <p:sp>
        <p:nvSpPr>
          <p:cNvPr id="2" name="CaixaDeTexto 1">
            <a:extLst>
              <a:ext uri="{FF2B5EF4-FFF2-40B4-BE49-F238E27FC236}">
                <a16:creationId xmlns:a16="http://schemas.microsoft.com/office/drawing/2014/main" id="{4D8BBD1D-EFA4-E55E-5E41-E361F974D06E}"/>
              </a:ext>
            </a:extLst>
          </p:cNvPr>
          <p:cNvSpPr txBox="1"/>
          <p:nvPr/>
        </p:nvSpPr>
        <p:spPr>
          <a:xfrm>
            <a:off x="6168980" y="2539636"/>
            <a:ext cx="11039818" cy="5680203"/>
          </a:xfrm>
          <a:prstGeom prst="rect">
            <a:avLst/>
          </a:prstGeom>
          <a:noFill/>
          <a:ln>
            <a:noFill/>
          </a:ln>
        </p:spPr>
        <p:txBody>
          <a:bodyPr spcFirstLastPara="1" wrap="none" lIns="91425" tIns="45700" rIns="91425" bIns="45700" rtlCol="0" anchor="t" anchorCtr="0">
            <a:noAutofit/>
          </a:bodyPr>
          <a:lstStyle/>
          <a:p>
            <a:pPr lvl="1"/>
            <a:r>
              <a:rPr lang="pt-BR" sz="2400" b="1" dirty="0" err="1">
                <a:latin typeface="Poppins" panose="00000500000000000000" pitchFamily="2" charset="0"/>
                <a:cs typeface="Poppins" panose="00000500000000000000" pitchFamily="2" charset="0"/>
              </a:rPr>
              <a:t>Stateless</a:t>
            </a:r>
            <a:r>
              <a:rPr lang="pt-BR" sz="2400" b="1" dirty="0">
                <a:latin typeface="Poppins" panose="00000500000000000000" pitchFamily="2" charset="0"/>
                <a:cs typeface="Poppins" panose="00000500000000000000" pitchFamily="2" charset="0"/>
              </a:rPr>
              <a:t> (sem estado): </a:t>
            </a:r>
            <a:r>
              <a:rPr lang="pt-BR" sz="2400" dirty="0">
                <a:latin typeface="Poppins" panose="00000500000000000000" pitchFamily="2" charset="0"/>
                <a:cs typeface="Poppins" panose="00000500000000000000" pitchFamily="2" charset="0"/>
              </a:rPr>
              <a:t>cada requisição ao servidor é </a:t>
            </a:r>
          </a:p>
          <a:p>
            <a:pPr lvl="1"/>
            <a:r>
              <a:rPr lang="pt-BR" sz="2400" dirty="0">
                <a:latin typeface="Poppins" panose="00000500000000000000" pitchFamily="2" charset="0"/>
                <a:cs typeface="Poppins" panose="00000500000000000000" pitchFamily="2" charset="0"/>
              </a:rPr>
              <a:t>independente, ou seja, não mantém informações de estado do</a:t>
            </a:r>
          </a:p>
          <a:p>
            <a:pPr lvl="1"/>
            <a:r>
              <a:rPr lang="pt-BR" sz="2400" dirty="0">
                <a:latin typeface="Poppins" panose="00000500000000000000" pitchFamily="2" charset="0"/>
                <a:cs typeface="Poppins" panose="00000500000000000000" pitchFamily="2" charset="0"/>
              </a:rPr>
              <a:t>cliente entre as requisições.</a:t>
            </a:r>
          </a:p>
          <a:p>
            <a:pPr lvl="1"/>
            <a:endParaRPr lang="pt-BR" sz="2400" dirty="0">
              <a:latin typeface="Poppins" panose="00000500000000000000" pitchFamily="2" charset="0"/>
              <a:cs typeface="Poppins" panose="00000500000000000000" pitchFamily="2" charset="0"/>
            </a:endParaRPr>
          </a:p>
          <a:p>
            <a:pPr lvl="1"/>
            <a:r>
              <a:rPr lang="pt-BR" sz="2400" b="1" dirty="0">
                <a:latin typeface="Poppins" panose="00000500000000000000" pitchFamily="2" charset="0"/>
                <a:cs typeface="Poppins" panose="00000500000000000000" pitchFamily="2" charset="0"/>
              </a:rPr>
              <a:t>Uso de HTTP </a:t>
            </a:r>
            <a:r>
              <a:rPr lang="pt-BR" sz="2400" b="1" dirty="0" err="1">
                <a:latin typeface="Poppins" panose="00000500000000000000" pitchFamily="2" charset="0"/>
                <a:cs typeface="Poppins" panose="00000500000000000000" pitchFamily="2" charset="0"/>
              </a:rPr>
              <a:t>Verbs</a:t>
            </a:r>
            <a:r>
              <a:rPr lang="pt-BR" sz="2400" b="1" dirty="0">
                <a:latin typeface="Poppins" panose="00000500000000000000" pitchFamily="2" charset="0"/>
                <a:cs typeface="Poppins" panose="00000500000000000000" pitchFamily="2" charset="0"/>
              </a:rPr>
              <a:t>: </a:t>
            </a:r>
            <a:r>
              <a:rPr lang="pt-BR" sz="2400" dirty="0">
                <a:latin typeface="Poppins" panose="00000500000000000000" pitchFamily="2" charset="0"/>
                <a:cs typeface="Poppins" panose="00000500000000000000" pitchFamily="2" charset="0"/>
              </a:rPr>
              <a:t>os métodos HTTP, como GET, POST, PUT e DELETE </a:t>
            </a:r>
          </a:p>
          <a:p>
            <a:pPr lvl="1"/>
            <a:r>
              <a:rPr lang="pt-BR" sz="2400" dirty="0">
                <a:latin typeface="Poppins" panose="00000500000000000000" pitchFamily="2" charset="0"/>
                <a:cs typeface="Poppins" panose="00000500000000000000" pitchFamily="2" charset="0"/>
              </a:rPr>
              <a:t>correspondem a ações específicas. Por exemplo, GET é usado</a:t>
            </a:r>
          </a:p>
          <a:p>
            <a:pPr lvl="1"/>
            <a:r>
              <a:rPr lang="pt-BR" sz="2400" dirty="0">
                <a:latin typeface="Poppins" panose="00000500000000000000" pitchFamily="2" charset="0"/>
                <a:cs typeface="Poppins" panose="00000500000000000000" pitchFamily="2" charset="0"/>
              </a:rPr>
              <a:t>para leitura de dados, POST para criar, PUT para atualizar e DELETE</a:t>
            </a:r>
          </a:p>
          <a:p>
            <a:pPr lvl="1"/>
            <a:r>
              <a:rPr lang="pt-BR" sz="2400" dirty="0">
                <a:latin typeface="Poppins" panose="00000500000000000000" pitchFamily="2" charset="0"/>
                <a:cs typeface="Poppins" panose="00000500000000000000" pitchFamily="2" charset="0"/>
              </a:rPr>
              <a:t>para remover dados.</a:t>
            </a:r>
          </a:p>
          <a:p>
            <a:pPr lvl="1"/>
            <a:endParaRPr lang="pt-BR" sz="2400" b="1" dirty="0">
              <a:latin typeface="Poppins" panose="00000500000000000000" pitchFamily="2" charset="0"/>
              <a:cs typeface="Poppins" panose="00000500000000000000" pitchFamily="2" charset="0"/>
            </a:endParaRPr>
          </a:p>
          <a:p>
            <a:pPr lvl="1"/>
            <a:r>
              <a:rPr lang="pt-BR" sz="2400" b="1" dirty="0">
                <a:latin typeface="Poppins" panose="00000500000000000000" pitchFamily="2" charset="0"/>
                <a:cs typeface="Poppins" panose="00000500000000000000" pitchFamily="2" charset="0"/>
              </a:rPr>
              <a:t>Recursos identificados por URLs: </a:t>
            </a:r>
            <a:r>
              <a:rPr lang="pt-BR" sz="2400" dirty="0">
                <a:latin typeface="Poppins" panose="00000500000000000000" pitchFamily="2" charset="0"/>
                <a:cs typeface="Poppins" panose="00000500000000000000" pitchFamily="2" charset="0"/>
              </a:rPr>
              <a:t>cada recurso é representado</a:t>
            </a:r>
          </a:p>
          <a:p>
            <a:pPr lvl="1"/>
            <a:r>
              <a:rPr lang="pt-BR" sz="2400" dirty="0">
                <a:latin typeface="Poppins" panose="00000500000000000000" pitchFamily="2" charset="0"/>
                <a:cs typeface="Poppins" panose="00000500000000000000" pitchFamily="2" charset="0"/>
              </a:rPr>
              <a:t>por uma URL. Por exemplo, em uma API de usuários, /</a:t>
            </a:r>
            <a:r>
              <a:rPr lang="pt-BR" sz="2400" dirty="0" err="1">
                <a:latin typeface="Poppins" panose="00000500000000000000" pitchFamily="2" charset="0"/>
                <a:cs typeface="Poppins" panose="00000500000000000000" pitchFamily="2" charset="0"/>
              </a:rPr>
              <a:t>users</a:t>
            </a:r>
            <a:r>
              <a:rPr lang="pt-BR" sz="2400" dirty="0">
                <a:latin typeface="Poppins" panose="00000500000000000000" pitchFamily="2" charset="0"/>
                <a:cs typeface="Poppins" panose="00000500000000000000" pitchFamily="2" charset="0"/>
              </a:rPr>
              <a:t>/1 </a:t>
            </a:r>
          </a:p>
          <a:p>
            <a:pPr lvl="1"/>
            <a:r>
              <a:rPr lang="pt-BR" sz="2400" dirty="0">
                <a:latin typeface="Poppins" panose="00000500000000000000" pitchFamily="2" charset="0"/>
                <a:cs typeface="Poppins" panose="00000500000000000000" pitchFamily="2" charset="0"/>
              </a:rPr>
              <a:t>pode representar o usuário com ID 1.</a:t>
            </a:r>
          </a:p>
          <a:p>
            <a:pPr lvl="1"/>
            <a:endParaRPr lang="pt-BR" sz="2400" dirty="0">
              <a:latin typeface="Poppins" panose="00000500000000000000" pitchFamily="2" charset="0"/>
              <a:cs typeface="Poppins" panose="00000500000000000000" pitchFamily="2" charset="0"/>
            </a:endParaRPr>
          </a:p>
          <a:p>
            <a:pPr lvl="1"/>
            <a:r>
              <a:rPr lang="pt-BR" sz="2400" b="1" dirty="0">
                <a:latin typeface="Poppins" panose="00000500000000000000" pitchFamily="2" charset="0"/>
                <a:cs typeface="Poppins" panose="00000500000000000000" pitchFamily="2" charset="0"/>
              </a:rPr>
              <a:t>Formato de dados geralmente em JSON</a:t>
            </a:r>
            <a:r>
              <a:rPr lang="pt-BR" sz="2400" dirty="0">
                <a:latin typeface="Poppins" panose="00000500000000000000" pitchFamily="2" charset="0"/>
                <a:cs typeface="Poppins" panose="00000500000000000000" pitchFamily="2" charset="0"/>
              </a:rPr>
              <a:t>: o formato de resposta</a:t>
            </a:r>
          </a:p>
          <a:p>
            <a:pPr lvl="1"/>
            <a:r>
              <a:rPr lang="pt-BR" sz="2400" dirty="0">
                <a:latin typeface="Poppins" panose="00000500000000000000" pitchFamily="2" charset="0"/>
                <a:cs typeface="Poppins" panose="00000500000000000000" pitchFamily="2" charset="0"/>
              </a:rPr>
              <a:t>mais comum é </a:t>
            </a:r>
            <a:r>
              <a:rPr lang="pt-BR" sz="2400" b="1" dirty="0">
                <a:latin typeface="Poppins" panose="00000500000000000000" pitchFamily="2" charset="0"/>
                <a:cs typeface="Poppins" panose="00000500000000000000" pitchFamily="2" charset="0"/>
              </a:rPr>
              <a:t>JSON</a:t>
            </a:r>
            <a:r>
              <a:rPr lang="pt-BR" sz="2400" dirty="0">
                <a:latin typeface="Poppins" panose="00000500000000000000" pitchFamily="2" charset="0"/>
                <a:cs typeface="Poppins" panose="00000500000000000000" pitchFamily="2" charset="0"/>
              </a:rPr>
              <a:t>, por ser leve e fácil de trabalhar em </a:t>
            </a:r>
          </a:p>
          <a:p>
            <a:pPr lvl="1"/>
            <a:r>
              <a:rPr lang="pt-BR" sz="2400" dirty="0">
                <a:latin typeface="Poppins" panose="00000500000000000000" pitchFamily="2" charset="0"/>
                <a:cs typeface="Poppins" panose="00000500000000000000" pitchFamily="2" charset="0"/>
              </a:rPr>
              <a:t>diferentes linguagens de programação.</a:t>
            </a:r>
          </a:p>
          <a:p>
            <a:pPr algn="l"/>
            <a:endParaRPr lang="pt-BR" sz="2400" dirty="0"/>
          </a:p>
        </p:txBody>
      </p:sp>
      <p:sp>
        <p:nvSpPr>
          <p:cNvPr id="3" name="Triângulo 27">
            <a:extLst>
              <a:ext uri="{FF2B5EF4-FFF2-40B4-BE49-F238E27FC236}">
                <a16:creationId xmlns:a16="http://schemas.microsoft.com/office/drawing/2014/main" id="{D2CC652F-CACB-62EC-0FAB-C0C0F781A9A0}"/>
              </a:ext>
            </a:extLst>
          </p:cNvPr>
          <p:cNvSpPr/>
          <p:nvPr/>
        </p:nvSpPr>
        <p:spPr>
          <a:xfrm rot="5400000">
            <a:off x="5786850" y="2635817"/>
            <a:ext cx="293854" cy="235305"/>
          </a:xfrm>
          <a:prstGeom prst="triangle">
            <a:avLst/>
          </a:prstGeom>
          <a:solidFill>
            <a:srgbClr val="529AC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a:p>
        </p:txBody>
      </p:sp>
      <p:sp>
        <p:nvSpPr>
          <p:cNvPr id="8" name="Triângulo 27">
            <a:extLst>
              <a:ext uri="{FF2B5EF4-FFF2-40B4-BE49-F238E27FC236}">
                <a16:creationId xmlns:a16="http://schemas.microsoft.com/office/drawing/2014/main" id="{F224726E-B371-E0A6-D585-579248938585}"/>
              </a:ext>
            </a:extLst>
          </p:cNvPr>
          <p:cNvSpPr/>
          <p:nvPr/>
        </p:nvSpPr>
        <p:spPr>
          <a:xfrm rot="5400000">
            <a:off x="5786853" y="4094495"/>
            <a:ext cx="293854" cy="235305"/>
          </a:xfrm>
          <a:prstGeom prst="triangle">
            <a:avLst/>
          </a:prstGeom>
          <a:solidFill>
            <a:srgbClr val="529AC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a:p>
        </p:txBody>
      </p:sp>
      <p:sp>
        <p:nvSpPr>
          <p:cNvPr id="9" name="Triângulo 27">
            <a:extLst>
              <a:ext uri="{FF2B5EF4-FFF2-40B4-BE49-F238E27FC236}">
                <a16:creationId xmlns:a16="http://schemas.microsoft.com/office/drawing/2014/main" id="{F032F5A4-7E4B-359D-6250-E374852CBF9F}"/>
              </a:ext>
            </a:extLst>
          </p:cNvPr>
          <p:cNvSpPr/>
          <p:nvPr/>
        </p:nvSpPr>
        <p:spPr>
          <a:xfrm rot="5400000">
            <a:off x="5786855" y="5879750"/>
            <a:ext cx="293854" cy="235305"/>
          </a:xfrm>
          <a:prstGeom prst="triangle">
            <a:avLst/>
          </a:prstGeom>
          <a:solidFill>
            <a:srgbClr val="529AC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a:p>
        </p:txBody>
      </p:sp>
      <p:sp>
        <p:nvSpPr>
          <p:cNvPr id="10" name="Triângulo 27">
            <a:extLst>
              <a:ext uri="{FF2B5EF4-FFF2-40B4-BE49-F238E27FC236}">
                <a16:creationId xmlns:a16="http://schemas.microsoft.com/office/drawing/2014/main" id="{F2447EF9-2216-DBD9-0698-CD0AF362B6C2}"/>
              </a:ext>
            </a:extLst>
          </p:cNvPr>
          <p:cNvSpPr/>
          <p:nvPr/>
        </p:nvSpPr>
        <p:spPr>
          <a:xfrm rot="5400000">
            <a:off x="5808629" y="7360208"/>
            <a:ext cx="293854" cy="235305"/>
          </a:xfrm>
          <a:prstGeom prst="triangle">
            <a:avLst/>
          </a:prstGeom>
          <a:solidFill>
            <a:srgbClr val="529AC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2539703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99"/>
        <p:cNvGrpSpPr/>
        <p:nvPr/>
      </p:nvGrpSpPr>
      <p:grpSpPr>
        <a:xfrm>
          <a:off x="0" y="0"/>
          <a:ext cx="0" cy="0"/>
          <a:chOff x="0" y="0"/>
          <a:chExt cx="0" cy="0"/>
        </a:xfrm>
      </p:grpSpPr>
      <p:sp>
        <p:nvSpPr>
          <p:cNvPr id="8" name="Google Shape;859;p62">
            <a:extLst>
              <a:ext uri="{FF2B5EF4-FFF2-40B4-BE49-F238E27FC236}">
                <a16:creationId xmlns:a16="http://schemas.microsoft.com/office/drawing/2014/main" id="{C5B59F0A-580E-8F9A-730C-2D2E97C0B0BE}"/>
              </a:ext>
            </a:extLst>
          </p:cNvPr>
          <p:cNvSpPr/>
          <p:nvPr/>
        </p:nvSpPr>
        <p:spPr>
          <a:xfrm flipH="1">
            <a:off x="17227473" y="8751"/>
            <a:ext cx="1082575" cy="1077425"/>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9" name="Google Shape;833;p62">
            <a:extLst>
              <a:ext uri="{FF2B5EF4-FFF2-40B4-BE49-F238E27FC236}">
                <a16:creationId xmlns:a16="http://schemas.microsoft.com/office/drawing/2014/main" id="{1FCEDCEF-944C-00D9-2A2D-F35C79B305E7}"/>
              </a:ext>
            </a:extLst>
          </p:cNvPr>
          <p:cNvSpPr txBox="1"/>
          <p:nvPr/>
        </p:nvSpPr>
        <p:spPr>
          <a:xfrm>
            <a:off x="17204672" y="-18198"/>
            <a:ext cx="1056007" cy="290770"/>
          </a:xfrm>
          <a:prstGeom prst="rect">
            <a:avLst/>
          </a:prstGeom>
          <a:noFill/>
          <a:ln>
            <a:noFill/>
          </a:ln>
        </p:spPr>
        <p:txBody>
          <a:bodyPr spcFirstLastPara="1" wrap="square" lIns="91425" tIns="45700" rIns="91425" bIns="45700" anchor="t" anchorCtr="0">
            <a:noAutofit/>
          </a:bodyPr>
          <a:lstStyle/>
          <a:p>
            <a:pPr marL="0" marR="0" lvl="0" indent="0" algn="ctr" rtl="0">
              <a:lnSpc>
                <a:spcPct val="107000"/>
              </a:lnSpc>
              <a:spcBef>
                <a:spcPts val="0"/>
              </a:spcBef>
              <a:spcAft>
                <a:spcPts val="0"/>
              </a:spcAft>
              <a:buClr>
                <a:srgbClr val="000000"/>
              </a:buClr>
              <a:buSzPts val="2700"/>
              <a:buFont typeface="Arial"/>
              <a:buNone/>
            </a:pPr>
            <a:r>
              <a:rPr lang="pt-BR" sz="1200" b="1" i="0" u="none" strike="noStrike" cap="none">
                <a:solidFill>
                  <a:schemeClr val="lt1"/>
                </a:solidFill>
                <a:latin typeface="Poppins"/>
                <a:ea typeface="Poppins"/>
                <a:cs typeface="Poppins"/>
                <a:sym typeface="Poppins"/>
              </a:rPr>
              <a:t>Vídeo</a:t>
            </a:r>
            <a:endParaRPr sz="1200"/>
          </a:p>
          <a:p>
            <a:pPr marL="0" marR="0" lvl="0" indent="0" algn="r" rtl="0">
              <a:lnSpc>
                <a:spcPct val="107000"/>
              </a:lnSpc>
              <a:spcBef>
                <a:spcPts val="1073"/>
              </a:spcBef>
              <a:spcAft>
                <a:spcPts val="0"/>
              </a:spcAft>
              <a:buClr>
                <a:srgbClr val="000000"/>
              </a:buClr>
              <a:buSzPts val="2700"/>
              <a:buFont typeface="Arial"/>
              <a:buNone/>
            </a:pPr>
            <a:endParaRPr sz="1200" b="0" i="0" u="none" strike="noStrike" cap="none">
              <a:solidFill>
                <a:schemeClr val="lt1"/>
              </a:solidFill>
              <a:latin typeface="Poppins Light"/>
              <a:ea typeface="Poppins Light"/>
              <a:cs typeface="Poppins Light"/>
              <a:sym typeface="Poppins Light"/>
            </a:endParaRPr>
          </a:p>
        </p:txBody>
      </p:sp>
      <p:pic>
        <p:nvPicPr>
          <p:cNvPr id="10" name="Gráfico 9">
            <a:extLst>
              <a:ext uri="{FF2B5EF4-FFF2-40B4-BE49-F238E27FC236}">
                <a16:creationId xmlns:a16="http://schemas.microsoft.com/office/drawing/2014/main" id="{608E9D82-1923-86FC-8BEE-2531DAD523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456102" y="301817"/>
            <a:ext cx="575928" cy="582188"/>
          </a:xfrm>
          <a:prstGeom prst="rect">
            <a:avLst/>
          </a:prstGeom>
        </p:spPr>
      </p:pic>
      <p:sp>
        <p:nvSpPr>
          <p:cNvPr id="2" name="Google Shape;117;p9">
            <a:extLst>
              <a:ext uri="{FF2B5EF4-FFF2-40B4-BE49-F238E27FC236}">
                <a16:creationId xmlns:a16="http://schemas.microsoft.com/office/drawing/2014/main" id="{30023805-CEE5-5861-4AF2-AFECD462CC10}"/>
              </a:ext>
            </a:extLst>
          </p:cNvPr>
          <p:cNvSpPr txBox="1">
            <a:spLocks noGrp="1"/>
          </p:cNvSpPr>
          <p:nvPr>
            <p:ph type="body" idx="2"/>
          </p:nvPr>
        </p:nvSpPr>
        <p:spPr>
          <a:xfrm>
            <a:off x="7692272" y="622298"/>
            <a:ext cx="8437715" cy="1436520"/>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900"/>
              </a:spcBef>
              <a:spcAft>
                <a:spcPts val="0"/>
              </a:spcAft>
              <a:buClr>
                <a:schemeClr val="lt1"/>
              </a:buClr>
              <a:buSzPts val="4500"/>
              <a:buFont typeface="Poppins"/>
              <a:buNone/>
              <a:defRPr sz="4500" b="1" i="0" u="none" strike="noStrike" cap="none">
                <a:solidFill>
                  <a:schemeClr val="lt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lt1"/>
              </a:buClr>
              <a:buSzPts val="2800"/>
              <a:buFont typeface="Poppins"/>
              <a:buChar char="–"/>
              <a:defRPr sz="2800"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lt1"/>
              </a:buClr>
              <a:buSzPts val="2400"/>
              <a:buFont typeface="Poppins"/>
              <a:buChar char="•"/>
              <a:defRPr sz="24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9pPr>
          </a:lstStyle>
          <a:p>
            <a:r>
              <a:rPr lang="pt-BR" dirty="0"/>
              <a:t>API RESTFULL</a:t>
            </a:r>
            <a:endParaRPr dirty="0"/>
          </a:p>
        </p:txBody>
      </p:sp>
      <p:sp>
        <p:nvSpPr>
          <p:cNvPr id="3" name="Google Shape;116;p9">
            <a:extLst>
              <a:ext uri="{FF2B5EF4-FFF2-40B4-BE49-F238E27FC236}">
                <a16:creationId xmlns:a16="http://schemas.microsoft.com/office/drawing/2014/main" id="{C02857C6-05F6-E6DB-DB6E-10104B2C231A}"/>
              </a:ext>
            </a:extLst>
          </p:cNvPr>
          <p:cNvSpPr txBox="1">
            <a:spLocks noGrp="1"/>
          </p:cNvSpPr>
          <p:nvPr>
            <p:ph type="body" idx="1"/>
          </p:nvPr>
        </p:nvSpPr>
        <p:spPr>
          <a:xfrm>
            <a:off x="7692272" y="1822793"/>
            <a:ext cx="9830595" cy="1436521"/>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560"/>
              </a:spcBef>
              <a:spcAft>
                <a:spcPts val="0"/>
              </a:spcAft>
              <a:buClr>
                <a:schemeClr val="lt1"/>
              </a:buClr>
              <a:buSzPts val="2800"/>
              <a:buFont typeface="Poppins"/>
              <a:buNone/>
              <a:defRPr sz="2800" b="0" i="0" u="none" strike="noStrike" cap="none">
                <a:solidFill>
                  <a:schemeClr val="lt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lt1"/>
              </a:buClr>
              <a:buSzPts val="2800"/>
              <a:buFont typeface="Poppins"/>
              <a:buChar char="–"/>
              <a:defRPr sz="2800" b="0" i="0" u="none" strike="noStrike" cap="none">
                <a:solidFill>
                  <a:schemeClr val="lt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lt1"/>
              </a:buClr>
              <a:buSzPts val="2400"/>
              <a:buFont typeface="Poppins"/>
              <a:buChar char="•"/>
              <a:defRPr sz="2400" b="0" i="0" u="none" strike="noStrike" cap="none">
                <a:solidFill>
                  <a:schemeClr val="lt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lt1"/>
              </a:buClr>
              <a:buSzPts val="2000"/>
              <a:buFont typeface="Poppins"/>
              <a:buChar char="•"/>
              <a:defRPr sz="2000" b="0" i="0" u="none" strike="noStrike" cap="none">
                <a:solidFill>
                  <a:schemeClr val="lt1"/>
                </a:solidFill>
                <a:latin typeface="Poppins"/>
                <a:ea typeface="Poppins"/>
                <a:cs typeface="Poppins"/>
                <a:sym typeface="Poppins"/>
              </a:defRPr>
            </a:lvl9pPr>
          </a:lstStyle>
          <a:p>
            <a:r>
              <a:rPr lang="pt-BR" sz="2400" dirty="0">
                <a:latin typeface="Poppins" pitchFamily="2" charset="77"/>
                <a:cs typeface="Poppins" pitchFamily="2" charset="77"/>
              </a:rPr>
              <a:t>Você sabe como integrar com uma API na prática? Vamos assistir ao passo a passo “Enviando SMS” agora.</a:t>
            </a:r>
          </a:p>
          <a:p>
            <a:endParaRPr sz="2400" dirty="0">
              <a:latin typeface="Poppins" pitchFamily="2" charset="77"/>
              <a:cs typeface="Poppins" pitchFamily="2" charset="77"/>
            </a:endParaRPr>
          </a:p>
        </p:txBody>
      </p:sp>
      <p:sp>
        <p:nvSpPr>
          <p:cNvPr id="5" name="Google Shape;139;p11">
            <a:extLst>
              <a:ext uri="{FF2B5EF4-FFF2-40B4-BE49-F238E27FC236}">
                <a16:creationId xmlns:a16="http://schemas.microsoft.com/office/drawing/2014/main" id="{387108E1-5E61-2278-D210-00E8A2FB1D78}"/>
              </a:ext>
            </a:extLst>
          </p:cNvPr>
          <p:cNvSpPr txBox="1">
            <a:spLocks noGrp="1"/>
          </p:cNvSpPr>
          <p:nvPr>
            <p:ph type="body" idx="11"/>
          </p:nvPr>
        </p:nvSpPr>
        <p:spPr>
          <a:xfrm>
            <a:off x="7692272" y="8742652"/>
            <a:ext cx="9800864" cy="482183"/>
          </a:xfrm>
          <a:prstGeom prst="rect">
            <a:avLst/>
          </a:prstGeom>
          <a:noFill/>
          <a:ln>
            <a:noFill/>
          </a:ln>
        </p:spPr>
        <p:txBody>
          <a:bodyPr spcFirstLastPara="1" wrap="square" lIns="0" tIns="0" rIns="0" bIns="0" anchor="t" anchorCtr="0">
            <a:spAutoFit/>
          </a:bodyPr>
          <a:lstStyle>
            <a:lvl1pPr marL="0" marR="0" lvl="0" indent="0" algn="l" rtl="0">
              <a:lnSpc>
                <a:spcPct val="100000"/>
              </a:lnSpc>
              <a:spcBef>
                <a:spcPts val="360"/>
              </a:spcBef>
              <a:spcAft>
                <a:spcPts val="0"/>
              </a:spcAft>
              <a:buClr>
                <a:schemeClr val="dk1"/>
              </a:buClr>
              <a:buSzPts val="1200"/>
              <a:buFont typeface="Poppins"/>
              <a:buNone/>
              <a:defRPr sz="1400" b="0" i="0" u="none" strike="noStrike" cap="none">
                <a:solidFill>
                  <a:schemeClr val="bg1"/>
                </a:solidFill>
                <a:latin typeface="Poppins Light" pitchFamily="2" charset="77"/>
                <a:ea typeface="Poppins Light" pitchFamily="2" charset="77"/>
                <a:cs typeface="Poppins Light" pitchFamily="2" charset="77"/>
                <a:sym typeface="Poppins Light"/>
              </a:defRPr>
            </a:lvl1pPr>
            <a:lvl2pPr marL="914400" marR="0" lvl="1" indent="-304800" algn="l" rtl="0">
              <a:lnSpc>
                <a:spcPct val="100000"/>
              </a:lnSpc>
              <a:spcBef>
                <a:spcPts val="56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2pPr>
            <a:lvl3pPr marL="1371600" marR="0" lvl="2" indent="-304800" algn="l" rtl="0">
              <a:lnSpc>
                <a:spcPct val="100000"/>
              </a:lnSpc>
              <a:spcBef>
                <a:spcPts val="48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3pPr>
            <a:lvl4pPr marL="1828800" marR="0" lvl="3"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4pPr>
            <a:lvl5pPr marL="2286000" marR="0" lvl="4"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5pPr>
            <a:lvl6pPr marL="2743200" marR="0" lvl="5"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6pPr>
            <a:lvl7pPr marL="3200400" marR="0" lvl="6"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7pPr>
            <a:lvl8pPr marL="3657600" marR="0" lvl="7"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8pPr>
            <a:lvl9pPr marL="4114800" marR="0" lvl="8" indent="-304800" algn="l" rtl="0">
              <a:lnSpc>
                <a:spcPct val="100000"/>
              </a:lnSpc>
              <a:spcBef>
                <a:spcPts val="400"/>
              </a:spcBef>
              <a:spcAft>
                <a:spcPts val="0"/>
              </a:spcAft>
              <a:buClr>
                <a:schemeClr val="dk1"/>
              </a:buClr>
              <a:buSzPts val="1200"/>
              <a:buFont typeface="Poppins"/>
              <a:buChar char="•"/>
              <a:defRPr sz="1200" b="0" i="0" u="none" strike="noStrike" cap="none">
                <a:solidFill>
                  <a:schemeClr val="dk1"/>
                </a:solidFill>
                <a:latin typeface="Poppins"/>
                <a:ea typeface="Poppins"/>
                <a:cs typeface="Poppins"/>
                <a:sym typeface="Poppins"/>
              </a:defRPr>
            </a:lvl9pPr>
          </a:lstStyle>
          <a:p>
            <a:r>
              <a:rPr lang="pt-BR" dirty="0">
                <a:latin typeface="Poppins" panose="00000500000000000000" pitchFamily="2" charset="0"/>
                <a:cs typeface="Poppins" panose="00000500000000000000" pitchFamily="2" charset="0"/>
              </a:rPr>
              <a:t>ATTEKITA DEV. </a:t>
            </a:r>
            <a:r>
              <a:rPr lang="pt-BR" b="1" dirty="0">
                <a:latin typeface="Poppins" panose="00000500000000000000" pitchFamily="2" charset="0"/>
                <a:cs typeface="Poppins" panose="00000500000000000000" pitchFamily="2" charset="0"/>
              </a:rPr>
              <a:t>Como integrar com uma API na prática? (Passo a passo - enviando SMS)</a:t>
            </a:r>
            <a:r>
              <a:rPr lang="pt-BR" dirty="0">
                <a:latin typeface="Poppins" panose="00000500000000000000" pitchFamily="2" charset="0"/>
                <a:cs typeface="Poppins" panose="00000500000000000000" pitchFamily="2" charset="0"/>
              </a:rPr>
              <a:t>. Disponível em: </a:t>
            </a:r>
            <a:r>
              <a:rPr lang="pt-BR" dirty="0">
                <a:latin typeface="Poppins" panose="00000500000000000000" pitchFamily="2" charset="0"/>
                <a:cs typeface="Poppins" panose="00000500000000000000" pitchFamily="2" charset="0"/>
                <a:hlinkClick r:id="rId5"/>
              </a:rPr>
              <a:t>https://www.youtube.com/</a:t>
            </a:r>
            <a:r>
              <a:rPr lang="pt-BR" dirty="0" err="1">
                <a:latin typeface="Poppins" panose="00000500000000000000" pitchFamily="2" charset="0"/>
                <a:cs typeface="Poppins" panose="00000500000000000000" pitchFamily="2" charset="0"/>
                <a:hlinkClick r:id="rId5"/>
              </a:rPr>
              <a:t>watch?v</a:t>
            </a:r>
            <a:r>
              <a:rPr lang="pt-BR" dirty="0">
                <a:latin typeface="Poppins" panose="00000500000000000000" pitchFamily="2" charset="0"/>
                <a:cs typeface="Poppins" panose="00000500000000000000" pitchFamily="2" charset="0"/>
                <a:hlinkClick r:id="rId5"/>
              </a:rPr>
              <a:t>=Bi5HsQz-87A</a:t>
            </a:r>
            <a:r>
              <a:rPr lang="pt-BR" dirty="0">
                <a:latin typeface="Poppins" panose="00000500000000000000" pitchFamily="2" charset="0"/>
                <a:cs typeface="Poppins" panose="00000500000000000000" pitchFamily="2" charset="0"/>
              </a:rPr>
              <a:t>. Acesso em: 11 abr. 2025. </a:t>
            </a:r>
            <a:endParaRPr lang="pt-PT" dirty="0">
              <a:latin typeface="Poppins" panose="00000500000000000000" pitchFamily="2" charset="0"/>
              <a:cs typeface="Poppins" panose="00000500000000000000" pitchFamily="2" charset="0"/>
            </a:endParaRPr>
          </a:p>
        </p:txBody>
      </p:sp>
      <p:pic>
        <p:nvPicPr>
          <p:cNvPr id="4" name="Mídia Online 3" title="Como integrar com uma API na PRÁTICA? (Passo a passo - Enviando SMS)">
            <a:hlinkClick r:id="" action="ppaction://media"/>
            <a:extLst>
              <a:ext uri="{FF2B5EF4-FFF2-40B4-BE49-F238E27FC236}">
                <a16:creationId xmlns:a16="http://schemas.microsoft.com/office/drawing/2014/main" id="{B0532DA1-6C8E-E376-B965-A731CA4306D8}"/>
              </a:ext>
            </a:extLst>
          </p:cNvPr>
          <p:cNvPicPr>
            <a:picLocks noRot="1" noChangeAspect="1"/>
          </p:cNvPicPr>
          <p:nvPr>
            <a:videoFile r:link="rId1"/>
          </p:nvPr>
        </p:nvPicPr>
        <p:blipFill>
          <a:blip r:embed="rId6"/>
          <a:stretch>
            <a:fillRect/>
          </a:stretch>
        </p:blipFill>
        <p:spPr>
          <a:xfrm>
            <a:off x="7692272" y="3259313"/>
            <a:ext cx="9830595" cy="5114937"/>
          </a:xfrm>
          <a:prstGeom prst="rect">
            <a:avLst/>
          </a:prstGeom>
        </p:spPr>
      </p:pic>
      <p:sp>
        <p:nvSpPr>
          <p:cNvPr id="6" name="Retângulo 5">
            <a:hlinkClick r:id="rId5"/>
            <a:extLst>
              <a:ext uri="{FF2B5EF4-FFF2-40B4-BE49-F238E27FC236}">
                <a16:creationId xmlns:a16="http://schemas.microsoft.com/office/drawing/2014/main" id="{432CF9DC-4193-FCF1-3A8D-CADD629058A3}"/>
              </a:ext>
            </a:extLst>
          </p:cNvPr>
          <p:cNvSpPr/>
          <p:nvPr/>
        </p:nvSpPr>
        <p:spPr>
          <a:xfrm>
            <a:off x="7692272" y="3259313"/>
            <a:ext cx="9830595" cy="511493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278187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12" name="Google Shape;849;p64">
            <a:extLst>
              <a:ext uri="{FF2B5EF4-FFF2-40B4-BE49-F238E27FC236}">
                <a16:creationId xmlns:a16="http://schemas.microsoft.com/office/drawing/2014/main" id="{EA35769D-5E89-8BEC-A209-BE3F409112CD}"/>
              </a:ext>
            </a:extLst>
          </p:cNvPr>
          <p:cNvSpPr/>
          <p:nvPr/>
        </p:nvSpPr>
        <p:spPr>
          <a:xfrm>
            <a:off x="4539582" y="4831655"/>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 name="Google Shape;850;p64">
            <a:extLst>
              <a:ext uri="{FF2B5EF4-FFF2-40B4-BE49-F238E27FC236}">
                <a16:creationId xmlns:a16="http://schemas.microsoft.com/office/drawing/2014/main" id="{A54E57C6-161C-AAD7-A54C-D279F544769B}"/>
              </a:ext>
            </a:extLst>
          </p:cNvPr>
          <p:cNvSpPr/>
          <p:nvPr/>
        </p:nvSpPr>
        <p:spPr>
          <a:xfrm>
            <a:off x="10107625" y="4833518"/>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 name="Google Shape;851;p64">
            <a:extLst>
              <a:ext uri="{FF2B5EF4-FFF2-40B4-BE49-F238E27FC236}">
                <a16:creationId xmlns:a16="http://schemas.microsoft.com/office/drawing/2014/main" id="{D36AB42A-F371-3B9A-F7E8-0FD2FBD3B459}"/>
              </a:ext>
            </a:extLst>
          </p:cNvPr>
          <p:cNvSpPr/>
          <p:nvPr/>
        </p:nvSpPr>
        <p:spPr>
          <a:xfrm>
            <a:off x="4539582" y="6465598"/>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 name="Google Shape;852;p64">
            <a:extLst>
              <a:ext uri="{FF2B5EF4-FFF2-40B4-BE49-F238E27FC236}">
                <a16:creationId xmlns:a16="http://schemas.microsoft.com/office/drawing/2014/main" id="{B7F767F6-4174-2AFB-8B12-FB0DC79F474E}"/>
              </a:ext>
            </a:extLst>
          </p:cNvPr>
          <p:cNvSpPr txBox="1"/>
          <p:nvPr/>
        </p:nvSpPr>
        <p:spPr>
          <a:xfrm>
            <a:off x="4680442" y="6574613"/>
            <a:ext cx="4810896" cy="1015663"/>
          </a:xfrm>
          <a:prstGeom prst="rect">
            <a:avLst/>
          </a:prstGeom>
          <a:noFill/>
          <a:ln>
            <a:noFill/>
          </a:ln>
        </p:spPr>
        <p:txBody>
          <a:bodyPr spcFirstLastPara="1" wrap="square" lIns="0" tIns="0" rIns="0" bIns="0" anchor="t" anchorCtr="0">
            <a:spAutoFit/>
          </a:bodyPr>
          <a:lstStyle/>
          <a:p>
            <a:pPr algn="ctr">
              <a:buSzPts val="2767"/>
            </a:pPr>
            <a:r>
              <a:rPr lang="pt-BR" sz="2200" b="1" dirty="0">
                <a:solidFill>
                  <a:srgbClr val="FFFFFF"/>
                </a:solidFill>
                <a:latin typeface="Poppins"/>
                <a:cs typeface="Poppins"/>
              </a:rPr>
              <a:t>Porque elas substituem </a:t>
            </a:r>
          </a:p>
          <a:p>
            <a:pPr algn="ctr">
              <a:buSzPts val="2767"/>
            </a:pPr>
            <a:r>
              <a:rPr lang="pt-BR" sz="2200" b="1" dirty="0">
                <a:solidFill>
                  <a:srgbClr val="FFFFFF"/>
                </a:solidFill>
                <a:latin typeface="Poppins"/>
                <a:cs typeface="Poppins"/>
              </a:rPr>
              <a:t>totalmente o código de um sistema.</a:t>
            </a:r>
          </a:p>
        </p:txBody>
      </p:sp>
      <p:sp>
        <p:nvSpPr>
          <p:cNvPr id="16" name="Google Shape;853;p64">
            <a:extLst>
              <a:ext uri="{FF2B5EF4-FFF2-40B4-BE49-F238E27FC236}">
                <a16:creationId xmlns:a16="http://schemas.microsoft.com/office/drawing/2014/main" id="{7A7839F4-55F0-496C-FE16-084E961F4D0B}"/>
              </a:ext>
            </a:extLst>
          </p:cNvPr>
          <p:cNvSpPr/>
          <p:nvPr/>
        </p:nvSpPr>
        <p:spPr>
          <a:xfrm>
            <a:off x="10107625" y="6467461"/>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7" name="Google Shape;854;p64">
            <a:extLst>
              <a:ext uri="{FF2B5EF4-FFF2-40B4-BE49-F238E27FC236}">
                <a16:creationId xmlns:a16="http://schemas.microsoft.com/office/drawing/2014/main" id="{E6166458-67DF-A1BA-55AC-1F93D54ED353}"/>
              </a:ext>
            </a:extLst>
          </p:cNvPr>
          <p:cNvSpPr txBox="1"/>
          <p:nvPr/>
        </p:nvSpPr>
        <p:spPr>
          <a:xfrm>
            <a:off x="10107623" y="6604419"/>
            <a:ext cx="5092616" cy="1015663"/>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spcBef>
                <a:spcPts val="0"/>
              </a:spcBef>
              <a:spcAft>
                <a:spcPts val="0"/>
              </a:spcAft>
              <a:buClr>
                <a:srgbClr val="000000"/>
              </a:buClr>
              <a:buSzPts val="2767"/>
              <a:buFont typeface="Arial"/>
              <a:buNone/>
              <a:tabLst/>
              <a:defRPr/>
            </a:pPr>
            <a:r>
              <a:rPr lang="pt-BR" sz="2200" b="1" dirty="0">
                <a:solidFill>
                  <a:srgbClr val="FFFFFF"/>
                </a:solidFill>
                <a:latin typeface="Poppins"/>
                <a:cs typeface="Poppins"/>
              </a:rPr>
              <a:t>Porque garantem que todo</a:t>
            </a:r>
          </a:p>
          <a:p>
            <a:pPr marL="0" marR="0" lvl="0" indent="0" algn="ctr" defTabSz="914400" rtl="0" eaLnBrk="1" fontAlgn="auto" latinLnBrk="0" hangingPunct="1">
              <a:spcBef>
                <a:spcPts val="0"/>
              </a:spcBef>
              <a:spcAft>
                <a:spcPts val="0"/>
              </a:spcAft>
              <a:buClr>
                <a:srgbClr val="000000"/>
              </a:buClr>
              <a:buSzPts val="2767"/>
              <a:buFont typeface="Arial"/>
              <a:buNone/>
              <a:tabLst/>
              <a:defRPr/>
            </a:pPr>
            <a:r>
              <a:rPr lang="pt-BR" sz="2200" b="1" dirty="0">
                <a:solidFill>
                  <a:srgbClr val="FFFFFF"/>
                </a:solidFill>
                <a:latin typeface="Poppins"/>
                <a:cs typeface="Poppins"/>
              </a:rPr>
              <a:t> o sistema seja sempre atualizado automaticamente.</a:t>
            </a:r>
          </a:p>
        </p:txBody>
      </p:sp>
      <p:sp>
        <p:nvSpPr>
          <p:cNvPr id="18" name="Google Shape;855;p64">
            <a:extLst>
              <a:ext uri="{FF2B5EF4-FFF2-40B4-BE49-F238E27FC236}">
                <a16:creationId xmlns:a16="http://schemas.microsoft.com/office/drawing/2014/main" id="{E56D8818-40F0-C689-0CEF-D7AE8A161C1B}"/>
              </a:ext>
            </a:extLst>
          </p:cNvPr>
          <p:cNvSpPr txBox="1"/>
          <p:nvPr/>
        </p:nvSpPr>
        <p:spPr>
          <a:xfrm>
            <a:off x="4539583" y="4940670"/>
            <a:ext cx="5092616" cy="1015663"/>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spcBef>
                <a:spcPts val="0"/>
              </a:spcBef>
              <a:spcAft>
                <a:spcPts val="0"/>
              </a:spcAft>
              <a:buClr>
                <a:srgbClr val="000000"/>
              </a:buClr>
              <a:buSzPts val="2767"/>
              <a:buFont typeface="Arial"/>
              <a:buNone/>
              <a:tabLst/>
              <a:defRPr/>
            </a:pPr>
            <a:r>
              <a:rPr lang="pt-BR" sz="2200" b="1" dirty="0">
                <a:solidFill>
                  <a:srgbClr val="FFFFFF"/>
                </a:solidFill>
                <a:latin typeface="Poppins"/>
                <a:cs typeface="Poppins"/>
              </a:rPr>
              <a:t>Porque permitem adicionar funcionalidades ao sistema sem precisar programar do zero.</a:t>
            </a:r>
          </a:p>
        </p:txBody>
      </p:sp>
      <p:sp>
        <p:nvSpPr>
          <p:cNvPr id="19" name="Google Shape;856;p64">
            <a:extLst>
              <a:ext uri="{FF2B5EF4-FFF2-40B4-BE49-F238E27FC236}">
                <a16:creationId xmlns:a16="http://schemas.microsoft.com/office/drawing/2014/main" id="{8801C580-7A6F-405E-8463-C89B1F60C9B1}"/>
              </a:ext>
            </a:extLst>
          </p:cNvPr>
          <p:cNvSpPr txBox="1"/>
          <p:nvPr/>
        </p:nvSpPr>
        <p:spPr>
          <a:xfrm>
            <a:off x="10107624" y="5170732"/>
            <a:ext cx="5092617" cy="677108"/>
          </a:xfrm>
          <a:prstGeom prst="rect">
            <a:avLst/>
          </a:prstGeom>
          <a:noFill/>
          <a:ln>
            <a:noFill/>
          </a:ln>
        </p:spPr>
        <p:txBody>
          <a:bodyPr spcFirstLastPara="1" wrap="square" lIns="0" tIns="0" rIns="0" bIns="0" anchor="t" anchorCtr="0">
            <a:spAutoFit/>
          </a:bodyPr>
          <a:lstStyle/>
          <a:p>
            <a:pPr algn="ctr">
              <a:buSzPts val="2767"/>
            </a:pPr>
            <a:r>
              <a:rPr lang="pt-BR" sz="2200" b="1" dirty="0">
                <a:solidFill>
                  <a:srgbClr val="FFFFFF"/>
                </a:solidFill>
                <a:latin typeface="Poppins"/>
                <a:cs typeface="Poppins"/>
                <a:sym typeface="Poppins"/>
              </a:rPr>
              <a:t>Porque as APIs são ferramentas </a:t>
            </a:r>
          </a:p>
          <a:p>
            <a:pPr algn="ctr">
              <a:buSzPts val="2767"/>
            </a:pPr>
            <a:r>
              <a:rPr lang="pt-BR" sz="2200" b="1" dirty="0">
                <a:solidFill>
                  <a:srgbClr val="FFFFFF"/>
                </a:solidFill>
                <a:latin typeface="Poppins"/>
                <a:cs typeface="Poppins"/>
                <a:sym typeface="Poppins"/>
              </a:rPr>
              <a:t>de design de interface.</a:t>
            </a:r>
            <a:endParaRPr lang="pt-BR" sz="2200" b="1" dirty="0">
              <a:solidFill>
                <a:srgbClr val="FFFFFF"/>
              </a:solidFill>
              <a:latin typeface="Poppins"/>
              <a:cs typeface="Poppins"/>
            </a:endParaRPr>
          </a:p>
        </p:txBody>
      </p:sp>
      <p:sp>
        <p:nvSpPr>
          <p:cNvPr id="4" name="Google Shape;812;p61">
            <a:extLst>
              <a:ext uri="{FF2B5EF4-FFF2-40B4-BE49-F238E27FC236}">
                <a16:creationId xmlns:a16="http://schemas.microsoft.com/office/drawing/2014/main" id="{F6F4DC17-FFFF-6346-AEA1-5DB31E7098C5}"/>
              </a:ext>
            </a:extLst>
          </p:cNvPr>
          <p:cNvSpPr/>
          <p:nvPr/>
        </p:nvSpPr>
        <p:spPr>
          <a:xfrm flipH="1">
            <a:off x="17208696" y="0"/>
            <a:ext cx="1079303" cy="1077425"/>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6" name="Gráfico 5">
            <a:extLst>
              <a:ext uri="{FF2B5EF4-FFF2-40B4-BE49-F238E27FC236}">
                <a16:creationId xmlns:a16="http://schemas.microsoft.com/office/drawing/2014/main" id="{C63DFD66-DCAF-2929-9A9E-31D3002619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527659" y="368881"/>
            <a:ext cx="653903" cy="585071"/>
          </a:xfrm>
          <a:prstGeom prst="rect">
            <a:avLst/>
          </a:prstGeom>
        </p:spPr>
      </p:pic>
      <p:sp>
        <p:nvSpPr>
          <p:cNvPr id="7" name="Google Shape;833;p62">
            <a:extLst>
              <a:ext uri="{FF2B5EF4-FFF2-40B4-BE49-F238E27FC236}">
                <a16:creationId xmlns:a16="http://schemas.microsoft.com/office/drawing/2014/main" id="{15D4CF06-B3BF-AD1B-3CA8-4EDA5A4D52C6}"/>
              </a:ext>
            </a:extLst>
          </p:cNvPr>
          <p:cNvSpPr txBox="1"/>
          <p:nvPr/>
        </p:nvSpPr>
        <p:spPr>
          <a:xfrm>
            <a:off x="17204671" y="-1417"/>
            <a:ext cx="1082575" cy="298085"/>
          </a:xfrm>
          <a:prstGeom prst="rect">
            <a:avLst/>
          </a:prstGeom>
          <a:noFill/>
          <a:ln>
            <a:noFill/>
          </a:ln>
        </p:spPr>
        <p:txBody>
          <a:bodyPr spcFirstLastPara="1" wrap="square" lIns="91425" tIns="45700" rIns="91425" bIns="45700" anchor="t" anchorCtr="0">
            <a:noAutofit/>
          </a:bodyPr>
          <a:lstStyle/>
          <a:p>
            <a:pPr marL="0" marR="0" lvl="0" indent="0" algn="ctr" defTabSz="914400" rtl="0" eaLnBrk="1" fontAlgn="auto" latinLnBrk="0" hangingPunct="1">
              <a:lnSpc>
                <a:spcPct val="107000"/>
              </a:lnSpc>
              <a:spcBef>
                <a:spcPts val="0"/>
              </a:spcBef>
              <a:spcAft>
                <a:spcPts val="0"/>
              </a:spcAft>
              <a:buClr>
                <a:srgbClr val="000000"/>
              </a:buClr>
              <a:buSzPts val="2700"/>
              <a:buFont typeface="Arial"/>
              <a:buNone/>
              <a:tabLst/>
              <a:defRPr/>
            </a:pPr>
            <a:r>
              <a:rPr kumimoji="0" lang="pt-BR" sz="1400" b="1" i="0" u="none" strike="noStrike" kern="0" cap="none" spc="0" normalizeH="0" baseline="0" noProof="0">
                <a:ln>
                  <a:noFill/>
                </a:ln>
                <a:solidFill>
                  <a:srgbClr val="FFFFFF"/>
                </a:solidFill>
                <a:effectLst/>
                <a:uLnTx/>
                <a:uFillTx/>
                <a:latin typeface="Poppins" panose="00000500000000000000" pitchFamily="2" charset="0"/>
                <a:ea typeface="Poppins"/>
                <a:cs typeface="Poppins" panose="00000500000000000000" pitchFamily="2" charset="0"/>
                <a:sym typeface="Poppins"/>
              </a:rPr>
              <a:t>Registro</a:t>
            </a:r>
            <a:endParaRPr kumimoji="0" sz="1200" b="0" i="0" u="none" strike="noStrike" kern="0" cap="none" spc="0" normalizeH="0" baseline="0" noProof="0">
              <a:ln>
                <a:noFill/>
              </a:ln>
              <a:solidFill>
                <a:srgbClr val="000000"/>
              </a:solidFill>
              <a:effectLst/>
              <a:uLnTx/>
              <a:uFillTx/>
              <a:latin typeface="Poppins" panose="00000500000000000000" pitchFamily="2" charset="0"/>
              <a:cs typeface="Poppins" panose="00000500000000000000" pitchFamily="2" charset="0"/>
              <a:sym typeface="Arial"/>
            </a:endParaRPr>
          </a:p>
          <a:p>
            <a:pPr marL="0" marR="0" lvl="0" indent="0" algn="r" defTabSz="914400" rtl="0" eaLnBrk="1" fontAlgn="auto" latinLnBrk="0" hangingPunct="1">
              <a:lnSpc>
                <a:spcPct val="107000"/>
              </a:lnSpc>
              <a:spcBef>
                <a:spcPts val="1073"/>
              </a:spcBef>
              <a:spcAft>
                <a:spcPts val="0"/>
              </a:spcAft>
              <a:buClr>
                <a:srgbClr val="000000"/>
              </a:buClr>
              <a:buSzPts val="2700"/>
              <a:buFont typeface="Arial"/>
              <a:buNone/>
              <a:tabLst/>
              <a:defRPr/>
            </a:pPr>
            <a:endParaRPr kumimoji="0" sz="2000" b="0" i="0" u="none" strike="noStrike" kern="0" cap="none" spc="0" normalizeH="0" baseline="0" noProof="0">
              <a:ln>
                <a:noFill/>
              </a:ln>
              <a:solidFill>
                <a:srgbClr val="FFFFFF"/>
              </a:solidFill>
              <a:effectLst/>
              <a:uLnTx/>
              <a:uFillTx/>
              <a:latin typeface="Poppins" panose="00000500000000000000" pitchFamily="2" charset="0"/>
              <a:ea typeface="Poppins Light"/>
              <a:cs typeface="Poppins" panose="00000500000000000000" pitchFamily="2" charset="0"/>
              <a:sym typeface="Poppins Light"/>
            </a:endParaRPr>
          </a:p>
        </p:txBody>
      </p:sp>
      <p:sp>
        <p:nvSpPr>
          <p:cNvPr id="11" name="Espaço Reservado para Texto 10">
            <a:extLst>
              <a:ext uri="{FF2B5EF4-FFF2-40B4-BE49-F238E27FC236}">
                <a16:creationId xmlns:a16="http://schemas.microsoft.com/office/drawing/2014/main" id="{7BF57810-9FEF-4033-D5D3-F67A1276D007}"/>
              </a:ext>
            </a:extLst>
          </p:cNvPr>
          <p:cNvSpPr>
            <a:spLocks noGrp="1"/>
          </p:cNvSpPr>
          <p:nvPr>
            <p:ph type="body" sz="quarter" idx="10"/>
          </p:nvPr>
        </p:nvSpPr>
        <p:spPr>
          <a:xfrm>
            <a:off x="4539582" y="2684951"/>
            <a:ext cx="10660731" cy="997630"/>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r>
              <a:rPr lang="pt-BR" dirty="0"/>
              <a:t>Por que as APIs são importantes no desenvolvimento de software?</a:t>
            </a:r>
          </a:p>
        </p:txBody>
      </p:sp>
    </p:spTree>
    <p:extLst>
      <p:ext uri="{BB962C8B-B14F-4D97-AF65-F5344CB8AC3E}">
        <p14:creationId xmlns:p14="http://schemas.microsoft.com/office/powerpoint/2010/main" val="3633410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Shape 867">
          <a:extLst>
            <a:ext uri="{FF2B5EF4-FFF2-40B4-BE49-F238E27FC236}">
              <a16:creationId xmlns:a16="http://schemas.microsoft.com/office/drawing/2014/main" id="{FED73972-B77A-BC77-BEE5-F7352C2582C6}"/>
            </a:ext>
          </a:extLst>
        </p:cNvPr>
        <p:cNvGrpSpPr/>
        <p:nvPr/>
      </p:nvGrpSpPr>
      <p:grpSpPr>
        <a:xfrm>
          <a:off x="0" y="0"/>
          <a:ext cx="0" cy="0"/>
          <a:chOff x="0" y="0"/>
          <a:chExt cx="0" cy="0"/>
        </a:xfrm>
      </p:grpSpPr>
      <p:sp>
        <p:nvSpPr>
          <p:cNvPr id="2" name="Google Shape;853;p64">
            <a:extLst>
              <a:ext uri="{FF2B5EF4-FFF2-40B4-BE49-F238E27FC236}">
                <a16:creationId xmlns:a16="http://schemas.microsoft.com/office/drawing/2014/main" id="{73331E27-E93D-C1C2-6F3D-CB231ACFA5FA}"/>
              </a:ext>
            </a:extLst>
          </p:cNvPr>
          <p:cNvSpPr/>
          <p:nvPr/>
        </p:nvSpPr>
        <p:spPr>
          <a:xfrm>
            <a:off x="4561352" y="4842134"/>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2D050"/>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 name="Google Shape;850;p64">
            <a:extLst>
              <a:ext uri="{FF2B5EF4-FFF2-40B4-BE49-F238E27FC236}">
                <a16:creationId xmlns:a16="http://schemas.microsoft.com/office/drawing/2014/main" id="{C85859D2-E162-5780-DC36-12ECE3E2A1D6}"/>
              </a:ext>
            </a:extLst>
          </p:cNvPr>
          <p:cNvSpPr/>
          <p:nvPr/>
        </p:nvSpPr>
        <p:spPr>
          <a:xfrm>
            <a:off x="10107625" y="4833518"/>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 name="Google Shape;851;p64">
            <a:extLst>
              <a:ext uri="{FF2B5EF4-FFF2-40B4-BE49-F238E27FC236}">
                <a16:creationId xmlns:a16="http://schemas.microsoft.com/office/drawing/2014/main" id="{F049B778-1376-80AD-F74B-957E13B987B7}"/>
              </a:ext>
            </a:extLst>
          </p:cNvPr>
          <p:cNvSpPr/>
          <p:nvPr/>
        </p:nvSpPr>
        <p:spPr>
          <a:xfrm>
            <a:off x="4539582" y="6465598"/>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 name="Google Shape;852;p64">
            <a:extLst>
              <a:ext uri="{FF2B5EF4-FFF2-40B4-BE49-F238E27FC236}">
                <a16:creationId xmlns:a16="http://schemas.microsoft.com/office/drawing/2014/main" id="{00F12594-C01D-D1E9-F973-FAF4643E1BA5}"/>
              </a:ext>
            </a:extLst>
          </p:cNvPr>
          <p:cNvSpPr txBox="1"/>
          <p:nvPr/>
        </p:nvSpPr>
        <p:spPr>
          <a:xfrm>
            <a:off x="4805450" y="6614807"/>
            <a:ext cx="4604419" cy="1015663"/>
          </a:xfrm>
          <a:prstGeom prst="rect">
            <a:avLst/>
          </a:prstGeom>
          <a:noFill/>
          <a:ln>
            <a:noFill/>
          </a:ln>
        </p:spPr>
        <p:txBody>
          <a:bodyPr spcFirstLastPara="1" wrap="square" lIns="0" tIns="0" rIns="0" bIns="0" anchor="t" anchorCtr="0">
            <a:spAutoFit/>
          </a:bodyPr>
          <a:lstStyle/>
          <a:p>
            <a:pPr algn="ctr">
              <a:buSzPts val="2767"/>
            </a:pPr>
            <a:r>
              <a:rPr lang="pt-BR" sz="2200" b="1" dirty="0">
                <a:solidFill>
                  <a:srgbClr val="FFFFFF"/>
                </a:solidFill>
                <a:latin typeface="Poppins"/>
                <a:cs typeface="Poppins"/>
              </a:rPr>
              <a:t>Porque elas substituem </a:t>
            </a:r>
          </a:p>
          <a:p>
            <a:pPr algn="ctr">
              <a:buSzPts val="2767"/>
            </a:pPr>
            <a:r>
              <a:rPr lang="pt-BR" sz="2200" b="1" dirty="0">
                <a:solidFill>
                  <a:srgbClr val="FFFFFF"/>
                </a:solidFill>
                <a:latin typeface="Poppins"/>
                <a:cs typeface="Poppins"/>
              </a:rPr>
              <a:t>totalmente o código de um sistema.</a:t>
            </a:r>
          </a:p>
        </p:txBody>
      </p:sp>
      <p:sp>
        <p:nvSpPr>
          <p:cNvPr id="16" name="Google Shape;853;p64">
            <a:extLst>
              <a:ext uri="{FF2B5EF4-FFF2-40B4-BE49-F238E27FC236}">
                <a16:creationId xmlns:a16="http://schemas.microsoft.com/office/drawing/2014/main" id="{F1CD1656-7D46-44CF-824E-587B3EAC0131}"/>
              </a:ext>
            </a:extLst>
          </p:cNvPr>
          <p:cNvSpPr/>
          <p:nvPr/>
        </p:nvSpPr>
        <p:spPr>
          <a:xfrm>
            <a:off x="10107625" y="6467461"/>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7" name="Google Shape;854;p64">
            <a:extLst>
              <a:ext uri="{FF2B5EF4-FFF2-40B4-BE49-F238E27FC236}">
                <a16:creationId xmlns:a16="http://schemas.microsoft.com/office/drawing/2014/main" id="{55CA8F56-6A14-AFC7-5DEB-0C4046E631AD}"/>
              </a:ext>
            </a:extLst>
          </p:cNvPr>
          <p:cNvSpPr txBox="1"/>
          <p:nvPr/>
        </p:nvSpPr>
        <p:spPr>
          <a:xfrm>
            <a:off x="10189028" y="6559074"/>
            <a:ext cx="5092616" cy="1015663"/>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spcBef>
                <a:spcPts val="0"/>
              </a:spcBef>
              <a:spcAft>
                <a:spcPts val="0"/>
              </a:spcAft>
              <a:buClr>
                <a:srgbClr val="000000"/>
              </a:buClr>
              <a:buSzPts val="2767"/>
              <a:buFont typeface="Arial"/>
              <a:buNone/>
              <a:tabLst/>
              <a:defRPr/>
            </a:pPr>
            <a:r>
              <a:rPr lang="pt-BR" sz="2200" b="1" dirty="0">
                <a:solidFill>
                  <a:srgbClr val="FFFFFF"/>
                </a:solidFill>
                <a:latin typeface="Poppins"/>
                <a:cs typeface="Poppins"/>
              </a:rPr>
              <a:t>Porque garantem que todo</a:t>
            </a:r>
          </a:p>
          <a:p>
            <a:pPr marL="0" marR="0" lvl="0" indent="0" algn="ctr" defTabSz="914400" rtl="0" eaLnBrk="1" fontAlgn="auto" latinLnBrk="0" hangingPunct="1">
              <a:spcBef>
                <a:spcPts val="0"/>
              </a:spcBef>
              <a:spcAft>
                <a:spcPts val="0"/>
              </a:spcAft>
              <a:buClr>
                <a:srgbClr val="000000"/>
              </a:buClr>
              <a:buSzPts val="2767"/>
              <a:buFont typeface="Arial"/>
              <a:buNone/>
              <a:tabLst/>
              <a:defRPr/>
            </a:pPr>
            <a:r>
              <a:rPr lang="pt-BR" sz="2200" b="1" dirty="0">
                <a:solidFill>
                  <a:srgbClr val="FFFFFF"/>
                </a:solidFill>
                <a:latin typeface="Poppins"/>
                <a:cs typeface="Poppins"/>
              </a:rPr>
              <a:t> o sistema seja sempre atualizado automaticamente.</a:t>
            </a:r>
          </a:p>
        </p:txBody>
      </p:sp>
      <p:sp>
        <p:nvSpPr>
          <p:cNvPr id="18" name="Google Shape;855;p64">
            <a:extLst>
              <a:ext uri="{FF2B5EF4-FFF2-40B4-BE49-F238E27FC236}">
                <a16:creationId xmlns:a16="http://schemas.microsoft.com/office/drawing/2014/main" id="{C65768F5-B81E-A8A7-EADE-1D4CD36235AB}"/>
              </a:ext>
            </a:extLst>
          </p:cNvPr>
          <p:cNvSpPr txBox="1"/>
          <p:nvPr/>
        </p:nvSpPr>
        <p:spPr>
          <a:xfrm>
            <a:off x="4539582" y="4994694"/>
            <a:ext cx="5092616" cy="1015663"/>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spcBef>
                <a:spcPts val="0"/>
              </a:spcBef>
              <a:spcAft>
                <a:spcPts val="0"/>
              </a:spcAft>
              <a:buClr>
                <a:srgbClr val="000000"/>
              </a:buClr>
              <a:buSzPts val="2767"/>
              <a:buFont typeface="Arial"/>
              <a:buNone/>
              <a:tabLst/>
              <a:defRPr/>
            </a:pPr>
            <a:r>
              <a:rPr lang="pt-BR" sz="2200" b="1" dirty="0">
                <a:solidFill>
                  <a:srgbClr val="FFFFFF"/>
                </a:solidFill>
                <a:latin typeface="Poppins"/>
                <a:cs typeface="Poppins"/>
              </a:rPr>
              <a:t>Porque permitem adicionar funcionalidades ao sistema sem precisar programar do zero.</a:t>
            </a:r>
          </a:p>
        </p:txBody>
      </p:sp>
      <p:sp>
        <p:nvSpPr>
          <p:cNvPr id="19" name="Google Shape;856;p64">
            <a:extLst>
              <a:ext uri="{FF2B5EF4-FFF2-40B4-BE49-F238E27FC236}">
                <a16:creationId xmlns:a16="http://schemas.microsoft.com/office/drawing/2014/main" id="{C3AE8B4C-EC46-55A8-6E98-71FE2FEC1821}"/>
              </a:ext>
            </a:extLst>
          </p:cNvPr>
          <p:cNvSpPr txBox="1"/>
          <p:nvPr/>
        </p:nvSpPr>
        <p:spPr>
          <a:xfrm>
            <a:off x="10107624" y="5170732"/>
            <a:ext cx="5092617" cy="677108"/>
          </a:xfrm>
          <a:prstGeom prst="rect">
            <a:avLst/>
          </a:prstGeom>
          <a:noFill/>
          <a:ln>
            <a:noFill/>
          </a:ln>
        </p:spPr>
        <p:txBody>
          <a:bodyPr spcFirstLastPara="1" wrap="square" lIns="0" tIns="0" rIns="0" bIns="0" anchor="t" anchorCtr="0">
            <a:spAutoFit/>
          </a:bodyPr>
          <a:lstStyle/>
          <a:p>
            <a:pPr algn="ctr">
              <a:buSzPts val="2767"/>
            </a:pPr>
            <a:r>
              <a:rPr lang="pt-BR" sz="2200" b="1" dirty="0">
                <a:solidFill>
                  <a:srgbClr val="FFFFFF"/>
                </a:solidFill>
                <a:latin typeface="Poppins"/>
                <a:cs typeface="Poppins"/>
                <a:sym typeface="Poppins"/>
              </a:rPr>
              <a:t>Porque as APIs são ferramentas </a:t>
            </a:r>
          </a:p>
          <a:p>
            <a:pPr algn="ctr">
              <a:buSzPts val="2767"/>
            </a:pPr>
            <a:r>
              <a:rPr lang="pt-BR" sz="2200" b="1" dirty="0">
                <a:solidFill>
                  <a:srgbClr val="FFFFFF"/>
                </a:solidFill>
                <a:latin typeface="Poppins"/>
                <a:cs typeface="Poppins"/>
                <a:sym typeface="Poppins"/>
              </a:rPr>
              <a:t>de design de interface.</a:t>
            </a:r>
            <a:endParaRPr lang="pt-BR" sz="2200" b="1" dirty="0">
              <a:solidFill>
                <a:srgbClr val="FFFFFF"/>
              </a:solidFill>
              <a:latin typeface="Poppins"/>
              <a:cs typeface="Poppins"/>
            </a:endParaRPr>
          </a:p>
        </p:txBody>
      </p:sp>
      <p:sp>
        <p:nvSpPr>
          <p:cNvPr id="4" name="Google Shape;812;p61">
            <a:extLst>
              <a:ext uri="{FF2B5EF4-FFF2-40B4-BE49-F238E27FC236}">
                <a16:creationId xmlns:a16="http://schemas.microsoft.com/office/drawing/2014/main" id="{435E3810-79F6-A5A2-5899-F4F947548D44}"/>
              </a:ext>
            </a:extLst>
          </p:cNvPr>
          <p:cNvSpPr/>
          <p:nvPr/>
        </p:nvSpPr>
        <p:spPr>
          <a:xfrm flipH="1">
            <a:off x="17208696" y="0"/>
            <a:ext cx="1079303" cy="1077425"/>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6" name="Gráfico 5">
            <a:extLst>
              <a:ext uri="{FF2B5EF4-FFF2-40B4-BE49-F238E27FC236}">
                <a16:creationId xmlns:a16="http://schemas.microsoft.com/office/drawing/2014/main" id="{7D35EC61-4B60-600B-AB43-F3F30569E8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527659" y="368881"/>
            <a:ext cx="653903" cy="585071"/>
          </a:xfrm>
          <a:prstGeom prst="rect">
            <a:avLst/>
          </a:prstGeom>
        </p:spPr>
      </p:pic>
      <p:sp>
        <p:nvSpPr>
          <p:cNvPr id="7" name="Google Shape;833;p62">
            <a:extLst>
              <a:ext uri="{FF2B5EF4-FFF2-40B4-BE49-F238E27FC236}">
                <a16:creationId xmlns:a16="http://schemas.microsoft.com/office/drawing/2014/main" id="{C0F6C6E7-CE47-1002-7BD7-EB58D727D5EB}"/>
              </a:ext>
            </a:extLst>
          </p:cNvPr>
          <p:cNvSpPr txBox="1"/>
          <p:nvPr/>
        </p:nvSpPr>
        <p:spPr>
          <a:xfrm>
            <a:off x="17204671" y="-1417"/>
            <a:ext cx="1082575" cy="298085"/>
          </a:xfrm>
          <a:prstGeom prst="rect">
            <a:avLst/>
          </a:prstGeom>
          <a:noFill/>
          <a:ln>
            <a:noFill/>
          </a:ln>
        </p:spPr>
        <p:txBody>
          <a:bodyPr spcFirstLastPara="1" wrap="square" lIns="91425" tIns="45700" rIns="91425" bIns="45700" anchor="t" anchorCtr="0">
            <a:noAutofit/>
          </a:bodyPr>
          <a:lstStyle/>
          <a:p>
            <a:pPr marL="0" marR="0" lvl="0" indent="0" algn="ctr" defTabSz="914400" rtl="0" eaLnBrk="1" fontAlgn="auto" latinLnBrk="0" hangingPunct="1">
              <a:lnSpc>
                <a:spcPct val="107000"/>
              </a:lnSpc>
              <a:spcBef>
                <a:spcPts val="0"/>
              </a:spcBef>
              <a:spcAft>
                <a:spcPts val="0"/>
              </a:spcAft>
              <a:buClr>
                <a:srgbClr val="000000"/>
              </a:buClr>
              <a:buSzPts val="2700"/>
              <a:buFont typeface="Arial"/>
              <a:buNone/>
              <a:tabLst/>
              <a:defRPr/>
            </a:pPr>
            <a:r>
              <a:rPr kumimoji="0" lang="pt-BR" sz="1400" b="1" i="0" u="none" strike="noStrike" kern="0" cap="none" spc="0" normalizeH="0" baseline="0" noProof="0">
                <a:ln>
                  <a:noFill/>
                </a:ln>
                <a:solidFill>
                  <a:srgbClr val="FFFFFF"/>
                </a:solidFill>
                <a:effectLst/>
                <a:uLnTx/>
                <a:uFillTx/>
                <a:latin typeface="Poppins" panose="00000500000000000000" pitchFamily="2" charset="0"/>
                <a:ea typeface="Poppins"/>
                <a:cs typeface="Poppins" panose="00000500000000000000" pitchFamily="2" charset="0"/>
                <a:sym typeface="Poppins"/>
              </a:rPr>
              <a:t>Registro</a:t>
            </a:r>
            <a:endParaRPr kumimoji="0" sz="1200" b="0" i="0" u="none" strike="noStrike" kern="0" cap="none" spc="0" normalizeH="0" baseline="0" noProof="0">
              <a:ln>
                <a:noFill/>
              </a:ln>
              <a:solidFill>
                <a:srgbClr val="000000"/>
              </a:solidFill>
              <a:effectLst/>
              <a:uLnTx/>
              <a:uFillTx/>
              <a:latin typeface="Poppins" panose="00000500000000000000" pitchFamily="2" charset="0"/>
              <a:cs typeface="Poppins" panose="00000500000000000000" pitchFamily="2" charset="0"/>
              <a:sym typeface="Arial"/>
            </a:endParaRPr>
          </a:p>
          <a:p>
            <a:pPr marL="0" marR="0" lvl="0" indent="0" algn="r" defTabSz="914400" rtl="0" eaLnBrk="1" fontAlgn="auto" latinLnBrk="0" hangingPunct="1">
              <a:lnSpc>
                <a:spcPct val="107000"/>
              </a:lnSpc>
              <a:spcBef>
                <a:spcPts val="1073"/>
              </a:spcBef>
              <a:spcAft>
                <a:spcPts val="0"/>
              </a:spcAft>
              <a:buClr>
                <a:srgbClr val="000000"/>
              </a:buClr>
              <a:buSzPts val="2700"/>
              <a:buFont typeface="Arial"/>
              <a:buNone/>
              <a:tabLst/>
              <a:defRPr/>
            </a:pPr>
            <a:endParaRPr kumimoji="0" sz="2000" b="0" i="0" u="none" strike="noStrike" kern="0" cap="none" spc="0" normalizeH="0" baseline="0" noProof="0">
              <a:ln>
                <a:noFill/>
              </a:ln>
              <a:solidFill>
                <a:srgbClr val="FFFFFF"/>
              </a:solidFill>
              <a:effectLst/>
              <a:uLnTx/>
              <a:uFillTx/>
              <a:latin typeface="Poppins" panose="00000500000000000000" pitchFamily="2" charset="0"/>
              <a:ea typeface="Poppins Light"/>
              <a:cs typeface="Poppins" panose="00000500000000000000" pitchFamily="2" charset="0"/>
              <a:sym typeface="Poppins Light"/>
            </a:endParaRPr>
          </a:p>
        </p:txBody>
      </p:sp>
      <p:sp>
        <p:nvSpPr>
          <p:cNvPr id="11" name="Espaço Reservado para Texto 10">
            <a:extLst>
              <a:ext uri="{FF2B5EF4-FFF2-40B4-BE49-F238E27FC236}">
                <a16:creationId xmlns:a16="http://schemas.microsoft.com/office/drawing/2014/main" id="{0E5CCA7E-1552-4615-FFEF-FFB0D6E5008B}"/>
              </a:ext>
            </a:extLst>
          </p:cNvPr>
          <p:cNvSpPr>
            <a:spLocks noGrp="1"/>
          </p:cNvSpPr>
          <p:nvPr>
            <p:ph type="body" sz="quarter" idx="10"/>
          </p:nvPr>
        </p:nvSpPr>
        <p:spPr>
          <a:xfrm>
            <a:off x="4611341" y="2730296"/>
            <a:ext cx="10660731" cy="997630"/>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r>
              <a:rPr lang="pt-BR" dirty="0"/>
              <a:t>Por que as APIs são importantes no desenvolvimento de software?</a:t>
            </a:r>
          </a:p>
        </p:txBody>
      </p:sp>
      <p:sp>
        <p:nvSpPr>
          <p:cNvPr id="3" name="Google Shape;1437;p98">
            <a:extLst>
              <a:ext uri="{FF2B5EF4-FFF2-40B4-BE49-F238E27FC236}">
                <a16:creationId xmlns:a16="http://schemas.microsoft.com/office/drawing/2014/main" id="{45D07DC9-DB9C-2641-B4C9-155E192E584F}"/>
              </a:ext>
            </a:extLst>
          </p:cNvPr>
          <p:cNvSpPr/>
          <p:nvPr/>
        </p:nvSpPr>
        <p:spPr>
          <a:xfrm rot="-3043640">
            <a:off x="3795439" y="5392289"/>
            <a:ext cx="578188" cy="398876"/>
          </a:xfrm>
          <a:prstGeom prst="corner">
            <a:avLst>
              <a:gd name="adj1" fmla="val 36796"/>
              <a:gd name="adj2" fmla="val 29665"/>
            </a:avLst>
          </a:prstGeom>
          <a:solidFill>
            <a:srgbClr val="92D050"/>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5" name="Google Shape;1434;p98">
            <a:extLst>
              <a:ext uri="{FF2B5EF4-FFF2-40B4-BE49-F238E27FC236}">
                <a16:creationId xmlns:a16="http://schemas.microsoft.com/office/drawing/2014/main" id="{BDAB8352-E89A-EB10-E3F2-F4D4F62D497D}"/>
              </a:ext>
            </a:extLst>
          </p:cNvPr>
          <p:cNvSpPr/>
          <p:nvPr/>
        </p:nvSpPr>
        <p:spPr>
          <a:xfrm>
            <a:off x="3672644" y="6724677"/>
            <a:ext cx="771900" cy="845400"/>
          </a:xfrm>
          <a:prstGeom prst="mathMultiply">
            <a:avLst>
              <a:gd name="adj1" fmla="val 23520"/>
            </a:avLst>
          </a:prstGeom>
          <a:solidFill>
            <a:srgbClr val="FF0000"/>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 name="Google Shape;1436;p98">
            <a:extLst>
              <a:ext uri="{FF2B5EF4-FFF2-40B4-BE49-F238E27FC236}">
                <a16:creationId xmlns:a16="http://schemas.microsoft.com/office/drawing/2014/main" id="{C2BEB5BE-1CA8-199B-26B9-38F24105232F}"/>
              </a:ext>
            </a:extLst>
          </p:cNvPr>
          <p:cNvSpPr/>
          <p:nvPr/>
        </p:nvSpPr>
        <p:spPr>
          <a:xfrm>
            <a:off x="15363042" y="5045639"/>
            <a:ext cx="771900" cy="845400"/>
          </a:xfrm>
          <a:prstGeom prst="mathMultiply">
            <a:avLst>
              <a:gd name="adj1" fmla="val 23520"/>
            </a:avLst>
          </a:prstGeom>
          <a:solidFill>
            <a:srgbClr val="FF0000"/>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 name="Google Shape;1436;p98">
            <a:extLst>
              <a:ext uri="{FF2B5EF4-FFF2-40B4-BE49-F238E27FC236}">
                <a16:creationId xmlns:a16="http://schemas.microsoft.com/office/drawing/2014/main" id="{E3FA2997-8458-1CDE-AB9A-88BE5FEEC5FA}"/>
              </a:ext>
            </a:extLst>
          </p:cNvPr>
          <p:cNvSpPr/>
          <p:nvPr/>
        </p:nvSpPr>
        <p:spPr>
          <a:xfrm>
            <a:off x="15363045" y="6634953"/>
            <a:ext cx="771900" cy="845400"/>
          </a:xfrm>
          <a:prstGeom prst="mathMultiply">
            <a:avLst>
              <a:gd name="adj1" fmla="val 23520"/>
            </a:avLst>
          </a:prstGeom>
          <a:solidFill>
            <a:srgbClr val="FF0000"/>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1836108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67">
          <a:extLst>
            <a:ext uri="{FF2B5EF4-FFF2-40B4-BE49-F238E27FC236}">
              <a16:creationId xmlns:a16="http://schemas.microsoft.com/office/drawing/2014/main" id="{77FAFD93-EB69-AEE6-546A-6FAF4890B9B1}"/>
            </a:ext>
          </a:extLst>
        </p:cNvPr>
        <p:cNvGrpSpPr/>
        <p:nvPr/>
      </p:nvGrpSpPr>
      <p:grpSpPr>
        <a:xfrm>
          <a:off x="0" y="0"/>
          <a:ext cx="0" cy="0"/>
          <a:chOff x="0" y="0"/>
          <a:chExt cx="0" cy="0"/>
        </a:xfrm>
      </p:grpSpPr>
      <p:sp>
        <p:nvSpPr>
          <p:cNvPr id="12" name="Google Shape;849;p64">
            <a:extLst>
              <a:ext uri="{FF2B5EF4-FFF2-40B4-BE49-F238E27FC236}">
                <a16:creationId xmlns:a16="http://schemas.microsoft.com/office/drawing/2014/main" id="{DA93FA9D-F1AB-B81B-04C9-2A36EA5C30C8}"/>
              </a:ext>
            </a:extLst>
          </p:cNvPr>
          <p:cNvSpPr/>
          <p:nvPr/>
        </p:nvSpPr>
        <p:spPr>
          <a:xfrm>
            <a:off x="4539582" y="4831655"/>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 name="Google Shape;850;p64">
            <a:extLst>
              <a:ext uri="{FF2B5EF4-FFF2-40B4-BE49-F238E27FC236}">
                <a16:creationId xmlns:a16="http://schemas.microsoft.com/office/drawing/2014/main" id="{D74AC834-045D-EF43-5755-EF0075F0700F}"/>
              </a:ext>
            </a:extLst>
          </p:cNvPr>
          <p:cNvSpPr/>
          <p:nvPr/>
        </p:nvSpPr>
        <p:spPr>
          <a:xfrm>
            <a:off x="10107625" y="4833518"/>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 name="Google Shape;851;p64">
            <a:extLst>
              <a:ext uri="{FF2B5EF4-FFF2-40B4-BE49-F238E27FC236}">
                <a16:creationId xmlns:a16="http://schemas.microsoft.com/office/drawing/2014/main" id="{AA7FF79D-413D-89DF-5967-76D3246870A1}"/>
              </a:ext>
            </a:extLst>
          </p:cNvPr>
          <p:cNvSpPr/>
          <p:nvPr/>
        </p:nvSpPr>
        <p:spPr>
          <a:xfrm>
            <a:off x="4539582" y="6465598"/>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 name="Google Shape;852;p64">
            <a:extLst>
              <a:ext uri="{FF2B5EF4-FFF2-40B4-BE49-F238E27FC236}">
                <a16:creationId xmlns:a16="http://schemas.microsoft.com/office/drawing/2014/main" id="{34593D17-85E0-9214-CF9A-3A9F64AA6374}"/>
              </a:ext>
            </a:extLst>
          </p:cNvPr>
          <p:cNvSpPr txBox="1"/>
          <p:nvPr/>
        </p:nvSpPr>
        <p:spPr>
          <a:xfrm>
            <a:off x="4539581" y="6754950"/>
            <a:ext cx="5092616" cy="677108"/>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2767"/>
              <a:buFont typeface="Arial"/>
              <a:buNone/>
              <a:tabLst/>
              <a:defRPr/>
            </a:pPr>
            <a:r>
              <a:rPr kumimoji="0" lang="pt-BR" sz="2200" b="1" i="0" u="none" strike="noStrike" kern="0" cap="none" spc="0" normalizeH="0" baseline="0" noProof="0" dirty="0">
                <a:ln>
                  <a:noFill/>
                </a:ln>
                <a:solidFill>
                  <a:srgbClr val="FFFFFF"/>
                </a:solidFill>
                <a:effectLst/>
                <a:uLnTx/>
                <a:uFillTx/>
                <a:latin typeface="Poppins"/>
                <a:cs typeface="Poppins"/>
                <a:sym typeface="Arial"/>
              </a:rPr>
              <a:t>Reduzir o tempo de expiração </a:t>
            </a:r>
          </a:p>
          <a:p>
            <a:pPr marL="0" marR="0" lvl="0" indent="0" algn="ctr" defTabSz="914400" rtl="0" eaLnBrk="1" fontAlgn="auto" latinLnBrk="0" hangingPunct="1">
              <a:lnSpc>
                <a:spcPct val="100000"/>
              </a:lnSpc>
              <a:spcBef>
                <a:spcPts val="0"/>
              </a:spcBef>
              <a:spcAft>
                <a:spcPts val="0"/>
              </a:spcAft>
              <a:buClr>
                <a:srgbClr val="000000"/>
              </a:buClr>
              <a:buSzPts val="2767"/>
              <a:buFont typeface="Arial"/>
              <a:buNone/>
              <a:tabLst/>
              <a:defRPr/>
            </a:pPr>
            <a:r>
              <a:rPr kumimoji="0" lang="pt-BR" sz="2200" b="1" i="0" u="none" strike="noStrike" kern="0" cap="none" spc="0" normalizeH="0" baseline="0" noProof="0" dirty="0">
                <a:ln>
                  <a:noFill/>
                </a:ln>
                <a:solidFill>
                  <a:srgbClr val="FFFFFF"/>
                </a:solidFill>
                <a:effectLst/>
                <a:uLnTx/>
                <a:uFillTx/>
                <a:latin typeface="Poppins"/>
                <a:cs typeface="Poppins"/>
                <a:sym typeface="Arial"/>
              </a:rPr>
              <a:t>dos tokens de autenticação.</a:t>
            </a:r>
          </a:p>
        </p:txBody>
      </p:sp>
      <p:sp>
        <p:nvSpPr>
          <p:cNvPr id="16" name="Google Shape;853;p64">
            <a:extLst>
              <a:ext uri="{FF2B5EF4-FFF2-40B4-BE49-F238E27FC236}">
                <a16:creationId xmlns:a16="http://schemas.microsoft.com/office/drawing/2014/main" id="{61BE5AB6-41DA-CE12-6E3F-A5EA60953C2E}"/>
              </a:ext>
            </a:extLst>
          </p:cNvPr>
          <p:cNvSpPr/>
          <p:nvPr/>
        </p:nvSpPr>
        <p:spPr>
          <a:xfrm>
            <a:off x="10107625" y="6467461"/>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pt-BR" sz="2200" b="1" i="0" u="none" strike="noStrike" kern="0" cap="none" spc="0" normalizeH="0" baseline="0" noProof="0">
              <a:ln>
                <a:noFill/>
              </a:ln>
              <a:solidFill>
                <a:schemeClr val="bg1"/>
              </a:solidFill>
              <a:effectLst/>
              <a:uLnTx/>
              <a:uFillTx/>
              <a:latin typeface="Poppins" panose="00000500000000000000" pitchFamily="2" charset="0"/>
              <a:ea typeface="Calibri"/>
              <a:cs typeface="Poppins" panose="00000500000000000000" pitchFamily="2" charset="0"/>
              <a:sym typeface="Calibri"/>
            </a:endParaRPr>
          </a:p>
        </p:txBody>
      </p:sp>
      <p:sp>
        <p:nvSpPr>
          <p:cNvPr id="18" name="Google Shape;855;p64">
            <a:extLst>
              <a:ext uri="{FF2B5EF4-FFF2-40B4-BE49-F238E27FC236}">
                <a16:creationId xmlns:a16="http://schemas.microsoft.com/office/drawing/2014/main" id="{0477A3AF-DB65-8B0E-D0FA-90E9DC474BA0}"/>
              </a:ext>
            </a:extLst>
          </p:cNvPr>
          <p:cNvSpPr txBox="1"/>
          <p:nvPr/>
        </p:nvSpPr>
        <p:spPr>
          <a:xfrm>
            <a:off x="10107626" y="5128731"/>
            <a:ext cx="5092616" cy="677108"/>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2767"/>
              <a:buFont typeface="Arial"/>
              <a:buNone/>
              <a:tabLst/>
              <a:defRPr/>
            </a:pPr>
            <a:r>
              <a:rPr kumimoji="0" lang="pt-BR" sz="2200" b="1" i="0" u="none" strike="noStrike" kern="0" cap="none" spc="0" normalizeH="0" baseline="0" noProof="0" dirty="0">
                <a:ln>
                  <a:noFill/>
                </a:ln>
                <a:solidFill>
                  <a:srgbClr val="FFFFFF"/>
                </a:solidFill>
                <a:effectLst/>
                <a:uLnTx/>
                <a:uFillTx/>
                <a:latin typeface="Poppins"/>
                <a:cs typeface="Poppins"/>
                <a:sym typeface="Arial"/>
              </a:rPr>
              <a:t>Facilitar o processo de</a:t>
            </a:r>
          </a:p>
          <a:p>
            <a:pPr marL="0" marR="0" lvl="0" indent="0" algn="ctr" defTabSz="914400" rtl="0" eaLnBrk="1" fontAlgn="auto" latinLnBrk="0" hangingPunct="1">
              <a:lnSpc>
                <a:spcPct val="100000"/>
              </a:lnSpc>
              <a:spcBef>
                <a:spcPts val="0"/>
              </a:spcBef>
              <a:spcAft>
                <a:spcPts val="0"/>
              </a:spcAft>
              <a:buClr>
                <a:srgbClr val="000000"/>
              </a:buClr>
              <a:buSzPts val="2767"/>
              <a:buFont typeface="Arial"/>
              <a:buNone/>
              <a:tabLst/>
              <a:defRPr/>
            </a:pPr>
            <a:r>
              <a:rPr kumimoji="0" lang="pt-BR" sz="2200" b="1" i="0" u="none" strike="noStrike" kern="0" cap="none" spc="0" normalizeH="0" baseline="0" noProof="0" dirty="0">
                <a:ln>
                  <a:noFill/>
                </a:ln>
                <a:solidFill>
                  <a:srgbClr val="FFFFFF"/>
                </a:solidFill>
                <a:effectLst/>
                <a:uLnTx/>
                <a:uFillTx/>
                <a:latin typeface="Poppins"/>
                <a:cs typeface="Poppins"/>
                <a:sym typeface="Arial"/>
              </a:rPr>
              <a:t> integração.</a:t>
            </a:r>
          </a:p>
        </p:txBody>
      </p:sp>
      <p:sp>
        <p:nvSpPr>
          <p:cNvPr id="19" name="Google Shape;856;p64">
            <a:extLst>
              <a:ext uri="{FF2B5EF4-FFF2-40B4-BE49-F238E27FC236}">
                <a16:creationId xmlns:a16="http://schemas.microsoft.com/office/drawing/2014/main" id="{74C94933-6BBB-7C76-3647-1219E22D3134}"/>
              </a:ext>
            </a:extLst>
          </p:cNvPr>
          <p:cNvSpPr txBox="1"/>
          <p:nvPr/>
        </p:nvSpPr>
        <p:spPr>
          <a:xfrm>
            <a:off x="4539580" y="5128731"/>
            <a:ext cx="5092617" cy="677108"/>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2767"/>
              <a:buFont typeface="Arial"/>
              <a:buNone/>
              <a:tabLst/>
              <a:defRPr/>
            </a:pPr>
            <a:r>
              <a:rPr kumimoji="0" lang="pt-BR" sz="2200" b="1" i="0" u="none" strike="noStrike" kern="0" cap="none" spc="0" normalizeH="0" baseline="0" noProof="0" dirty="0">
                <a:ln>
                  <a:noFill/>
                </a:ln>
                <a:solidFill>
                  <a:srgbClr val="FFFFFF"/>
                </a:solidFill>
                <a:effectLst/>
                <a:uLnTx/>
                <a:uFillTx/>
                <a:latin typeface="Poppins"/>
                <a:cs typeface="Poppins"/>
                <a:sym typeface="Poppins"/>
              </a:rPr>
              <a:t>Limitar o uso da API para certos usuários.</a:t>
            </a:r>
            <a:endParaRPr kumimoji="0" lang="pt-BR" sz="2200" b="1" i="0" u="none" strike="noStrike" kern="0" cap="none" spc="0" normalizeH="0" baseline="0" noProof="0" dirty="0">
              <a:ln>
                <a:noFill/>
              </a:ln>
              <a:solidFill>
                <a:srgbClr val="FFFFFF"/>
              </a:solidFill>
              <a:effectLst/>
              <a:uLnTx/>
              <a:uFillTx/>
              <a:latin typeface="Poppins"/>
              <a:cs typeface="Poppins"/>
              <a:sym typeface="Arial"/>
            </a:endParaRPr>
          </a:p>
        </p:txBody>
      </p:sp>
      <p:sp>
        <p:nvSpPr>
          <p:cNvPr id="4" name="Google Shape;812;p61">
            <a:extLst>
              <a:ext uri="{FF2B5EF4-FFF2-40B4-BE49-F238E27FC236}">
                <a16:creationId xmlns:a16="http://schemas.microsoft.com/office/drawing/2014/main" id="{AF4E47B0-0F65-6113-0202-0FB2F70E16F9}"/>
              </a:ext>
            </a:extLst>
          </p:cNvPr>
          <p:cNvSpPr/>
          <p:nvPr/>
        </p:nvSpPr>
        <p:spPr>
          <a:xfrm flipH="1">
            <a:off x="17208696" y="0"/>
            <a:ext cx="1079303" cy="1077425"/>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6" name="Gráfico 5">
            <a:extLst>
              <a:ext uri="{FF2B5EF4-FFF2-40B4-BE49-F238E27FC236}">
                <a16:creationId xmlns:a16="http://schemas.microsoft.com/office/drawing/2014/main" id="{C9809331-7CFB-2B57-C50E-9F084D991B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527659" y="368881"/>
            <a:ext cx="653903" cy="585071"/>
          </a:xfrm>
          <a:prstGeom prst="rect">
            <a:avLst/>
          </a:prstGeom>
        </p:spPr>
      </p:pic>
      <p:sp>
        <p:nvSpPr>
          <p:cNvPr id="7" name="Google Shape;833;p62">
            <a:extLst>
              <a:ext uri="{FF2B5EF4-FFF2-40B4-BE49-F238E27FC236}">
                <a16:creationId xmlns:a16="http://schemas.microsoft.com/office/drawing/2014/main" id="{3A8B67CE-D3BA-96B8-3418-FF2776152991}"/>
              </a:ext>
            </a:extLst>
          </p:cNvPr>
          <p:cNvSpPr txBox="1"/>
          <p:nvPr/>
        </p:nvSpPr>
        <p:spPr>
          <a:xfrm>
            <a:off x="17204671" y="-1417"/>
            <a:ext cx="1082575" cy="298085"/>
          </a:xfrm>
          <a:prstGeom prst="rect">
            <a:avLst/>
          </a:prstGeom>
          <a:noFill/>
          <a:ln>
            <a:noFill/>
          </a:ln>
        </p:spPr>
        <p:txBody>
          <a:bodyPr spcFirstLastPara="1" wrap="square" lIns="91425" tIns="45700" rIns="91425" bIns="45700" anchor="t" anchorCtr="0">
            <a:noAutofit/>
          </a:bodyPr>
          <a:lstStyle/>
          <a:p>
            <a:pPr marL="0" marR="0" lvl="0" indent="0" algn="ctr" defTabSz="914400" rtl="0" eaLnBrk="1" fontAlgn="auto" latinLnBrk="0" hangingPunct="1">
              <a:lnSpc>
                <a:spcPct val="107000"/>
              </a:lnSpc>
              <a:spcBef>
                <a:spcPts val="0"/>
              </a:spcBef>
              <a:spcAft>
                <a:spcPts val="0"/>
              </a:spcAft>
              <a:buClr>
                <a:srgbClr val="000000"/>
              </a:buClr>
              <a:buSzPts val="2700"/>
              <a:buFont typeface="Arial"/>
              <a:buNone/>
              <a:tabLst/>
              <a:defRPr/>
            </a:pPr>
            <a:r>
              <a:rPr kumimoji="0" lang="pt-BR" sz="1400" b="1" i="0" u="none" strike="noStrike" kern="0" cap="none" spc="0" normalizeH="0" baseline="0" noProof="0">
                <a:ln>
                  <a:noFill/>
                </a:ln>
                <a:solidFill>
                  <a:srgbClr val="FFFFFF"/>
                </a:solidFill>
                <a:effectLst/>
                <a:uLnTx/>
                <a:uFillTx/>
                <a:latin typeface="Poppins" panose="00000500000000000000" pitchFamily="2" charset="0"/>
                <a:ea typeface="Poppins"/>
                <a:cs typeface="Poppins" panose="00000500000000000000" pitchFamily="2" charset="0"/>
                <a:sym typeface="Poppins"/>
              </a:rPr>
              <a:t>Registro</a:t>
            </a:r>
            <a:endParaRPr kumimoji="0" sz="1200" b="0" i="0" u="none" strike="noStrike" kern="0" cap="none" spc="0" normalizeH="0" baseline="0" noProof="0">
              <a:ln>
                <a:noFill/>
              </a:ln>
              <a:solidFill>
                <a:srgbClr val="000000"/>
              </a:solidFill>
              <a:effectLst/>
              <a:uLnTx/>
              <a:uFillTx/>
              <a:latin typeface="Poppins" panose="00000500000000000000" pitchFamily="2" charset="0"/>
              <a:cs typeface="Poppins" panose="00000500000000000000" pitchFamily="2" charset="0"/>
              <a:sym typeface="Arial"/>
            </a:endParaRPr>
          </a:p>
          <a:p>
            <a:pPr marL="0" marR="0" lvl="0" indent="0" algn="r" defTabSz="914400" rtl="0" eaLnBrk="1" fontAlgn="auto" latinLnBrk="0" hangingPunct="1">
              <a:lnSpc>
                <a:spcPct val="107000"/>
              </a:lnSpc>
              <a:spcBef>
                <a:spcPts val="1073"/>
              </a:spcBef>
              <a:spcAft>
                <a:spcPts val="0"/>
              </a:spcAft>
              <a:buClr>
                <a:srgbClr val="000000"/>
              </a:buClr>
              <a:buSzPts val="2700"/>
              <a:buFont typeface="Arial"/>
              <a:buNone/>
              <a:tabLst/>
              <a:defRPr/>
            </a:pPr>
            <a:endParaRPr kumimoji="0" sz="2000" b="0" i="0" u="none" strike="noStrike" kern="0" cap="none" spc="0" normalizeH="0" baseline="0" noProof="0">
              <a:ln>
                <a:noFill/>
              </a:ln>
              <a:solidFill>
                <a:srgbClr val="FFFFFF"/>
              </a:solidFill>
              <a:effectLst/>
              <a:uLnTx/>
              <a:uFillTx/>
              <a:latin typeface="Poppins" panose="00000500000000000000" pitchFamily="2" charset="0"/>
              <a:ea typeface="Poppins Light"/>
              <a:cs typeface="Poppins" panose="00000500000000000000" pitchFamily="2" charset="0"/>
              <a:sym typeface="Poppins Light"/>
            </a:endParaRPr>
          </a:p>
        </p:txBody>
      </p:sp>
      <p:sp>
        <p:nvSpPr>
          <p:cNvPr id="11" name="Espaço Reservado para Texto 10">
            <a:extLst>
              <a:ext uri="{FF2B5EF4-FFF2-40B4-BE49-F238E27FC236}">
                <a16:creationId xmlns:a16="http://schemas.microsoft.com/office/drawing/2014/main" id="{AC82B528-8F3A-9122-2A3F-C527D0B8E053}"/>
              </a:ext>
            </a:extLst>
          </p:cNvPr>
          <p:cNvSpPr>
            <a:spLocks noGrp="1"/>
          </p:cNvSpPr>
          <p:nvPr>
            <p:ph type="body" sz="quarter" idx="10"/>
          </p:nvPr>
        </p:nvSpPr>
        <p:spPr>
          <a:xfrm>
            <a:off x="4539580" y="2728495"/>
            <a:ext cx="9711677" cy="997630"/>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r>
              <a:rPr lang="pt-BR" dirty="0"/>
              <a:t>Qual é o papel da documentação ao integrar uma API?</a:t>
            </a:r>
          </a:p>
        </p:txBody>
      </p:sp>
      <p:sp>
        <p:nvSpPr>
          <p:cNvPr id="3" name="CaixaDeTexto 2">
            <a:extLst>
              <a:ext uri="{FF2B5EF4-FFF2-40B4-BE49-F238E27FC236}">
                <a16:creationId xmlns:a16="http://schemas.microsoft.com/office/drawing/2014/main" id="{A32FF858-9E0C-A23F-8688-A1FC3F18A722}"/>
              </a:ext>
            </a:extLst>
          </p:cNvPr>
          <p:cNvSpPr txBox="1"/>
          <p:nvPr/>
        </p:nvSpPr>
        <p:spPr>
          <a:xfrm>
            <a:off x="10205596" y="6527980"/>
            <a:ext cx="4896673" cy="1193615"/>
          </a:xfrm>
          <a:prstGeom prst="rect">
            <a:avLst/>
          </a:prstGeom>
          <a:noFill/>
          <a:ln>
            <a:noFill/>
          </a:ln>
        </p:spPr>
        <p:txBody>
          <a:bodyPr spcFirstLastPara="1" wrap="none" lIns="91425" tIns="45700" rIns="91425" bIns="45700" rtlCol="0" anchor="t" anchorCtr="0">
            <a:normAutofit/>
          </a:bodyPr>
          <a:lstStyle/>
          <a:p>
            <a:pPr algn="ctr"/>
            <a:r>
              <a:rPr kumimoji="0" lang="pt-BR" sz="2200" b="1" i="0" u="none" strike="noStrike" kern="0" cap="none" spc="0" normalizeH="0" baseline="0" noProof="0" dirty="0">
                <a:ln>
                  <a:noFill/>
                </a:ln>
                <a:solidFill>
                  <a:schemeClr val="bg1"/>
                </a:solidFill>
                <a:effectLst/>
                <a:uLnTx/>
                <a:uFillTx/>
                <a:latin typeface="Poppins" panose="00000500000000000000" pitchFamily="2" charset="0"/>
                <a:ea typeface="Calibri"/>
                <a:cs typeface="Poppins" panose="00000500000000000000" pitchFamily="2" charset="0"/>
                <a:sym typeface="Calibri"/>
              </a:rPr>
              <a:t>Oferecer suporte para </a:t>
            </a:r>
          </a:p>
          <a:p>
            <a:pPr algn="ctr"/>
            <a:r>
              <a:rPr lang="pt-BR" sz="2200" b="1" dirty="0">
                <a:solidFill>
                  <a:schemeClr val="bg1"/>
                </a:solidFill>
                <a:latin typeface="Poppins" panose="00000500000000000000" pitchFamily="2" charset="0"/>
                <a:ea typeface="Calibri"/>
                <a:cs typeface="Poppins" panose="00000500000000000000" pitchFamily="2" charset="0"/>
                <a:sym typeface="Calibri"/>
              </a:rPr>
              <a:t>r</a:t>
            </a:r>
            <a:r>
              <a:rPr kumimoji="0" lang="pt-BR" sz="2200" b="1" i="0" u="none" strike="noStrike" kern="0" cap="none" spc="0" normalizeH="0" baseline="0" noProof="0" dirty="0" err="1">
                <a:ln>
                  <a:noFill/>
                </a:ln>
                <a:solidFill>
                  <a:schemeClr val="bg1"/>
                </a:solidFill>
                <a:effectLst/>
                <a:uLnTx/>
                <a:uFillTx/>
                <a:latin typeface="Poppins" panose="00000500000000000000" pitchFamily="2" charset="0"/>
                <a:ea typeface="Calibri"/>
                <a:cs typeface="Poppins" panose="00000500000000000000" pitchFamily="2" charset="0"/>
                <a:sym typeface="Calibri"/>
              </a:rPr>
              <a:t>esolver</a:t>
            </a:r>
            <a:r>
              <a:rPr kumimoji="0" lang="pt-BR" sz="2200" b="1" i="0" u="none" strike="noStrike" kern="0" cap="none" spc="0" normalizeH="0" baseline="0" noProof="0" dirty="0">
                <a:ln>
                  <a:noFill/>
                </a:ln>
                <a:solidFill>
                  <a:schemeClr val="bg1"/>
                </a:solidFill>
                <a:effectLst/>
                <a:uLnTx/>
                <a:uFillTx/>
                <a:latin typeface="Poppins" panose="00000500000000000000" pitchFamily="2" charset="0"/>
                <a:ea typeface="Calibri"/>
                <a:cs typeface="Poppins" panose="00000500000000000000" pitchFamily="2" charset="0"/>
                <a:sym typeface="Calibri"/>
              </a:rPr>
              <a:t> todos os problemas de</a:t>
            </a:r>
          </a:p>
          <a:p>
            <a:pPr algn="ctr"/>
            <a:r>
              <a:rPr kumimoji="0" lang="pt-BR" sz="2200" b="1" i="0" u="none" strike="noStrike" kern="0" cap="none" spc="0" normalizeH="0" baseline="0" noProof="0" dirty="0">
                <a:ln>
                  <a:noFill/>
                </a:ln>
                <a:solidFill>
                  <a:schemeClr val="bg1"/>
                </a:solidFill>
                <a:effectLst/>
                <a:uLnTx/>
                <a:uFillTx/>
                <a:latin typeface="Poppins" panose="00000500000000000000" pitchFamily="2" charset="0"/>
                <a:ea typeface="Calibri"/>
                <a:cs typeface="Poppins" panose="00000500000000000000" pitchFamily="2" charset="0"/>
                <a:sym typeface="Calibri"/>
              </a:rPr>
              <a:t> integração automaticamente.</a:t>
            </a:r>
            <a:endParaRPr lang="pt-BR" sz="2400" dirty="0"/>
          </a:p>
        </p:txBody>
      </p:sp>
    </p:spTree>
    <p:extLst>
      <p:ext uri="{BB962C8B-B14F-4D97-AF65-F5344CB8AC3E}">
        <p14:creationId xmlns:p14="http://schemas.microsoft.com/office/powerpoint/2010/main" val="1884808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Shape 867">
          <a:extLst>
            <a:ext uri="{FF2B5EF4-FFF2-40B4-BE49-F238E27FC236}">
              <a16:creationId xmlns:a16="http://schemas.microsoft.com/office/drawing/2014/main" id="{4AC6C34E-263C-A45A-7CA1-71199D9F26EC}"/>
            </a:ext>
          </a:extLst>
        </p:cNvPr>
        <p:cNvGrpSpPr/>
        <p:nvPr/>
      </p:nvGrpSpPr>
      <p:grpSpPr>
        <a:xfrm>
          <a:off x="0" y="0"/>
          <a:ext cx="0" cy="0"/>
          <a:chOff x="0" y="0"/>
          <a:chExt cx="0" cy="0"/>
        </a:xfrm>
      </p:grpSpPr>
      <p:sp>
        <p:nvSpPr>
          <p:cNvPr id="2" name="Google Shape;853;p64">
            <a:extLst>
              <a:ext uri="{FF2B5EF4-FFF2-40B4-BE49-F238E27FC236}">
                <a16:creationId xmlns:a16="http://schemas.microsoft.com/office/drawing/2014/main" id="{F7CDE36E-B883-656B-FE1D-DF2993BE30D2}"/>
              </a:ext>
            </a:extLst>
          </p:cNvPr>
          <p:cNvSpPr/>
          <p:nvPr/>
        </p:nvSpPr>
        <p:spPr>
          <a:xfrm>
            <a:off x="10091287" y="4842134"/>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2D050"/>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 name="Google Shape;849;p64">
            <a:extLst>
              <a:ext uri="{FF2B5EF4-FFF2-40B4-BE49-F238E27FC236}">
                <a16:creationId xmlns:a16="http://schemas.microsoft.com/office/drawing/2014/main" id="{2D36E176-4031-A4E6-B5F2-B3C990F6FD1A}"/>
              </a:ext>
            </a:extLst>
          </p:cNvPr>
          <p:cNvSpPr/>
          <p:nvPr/>
        </p:nvSpPr>
        <p:spPr>
          <a:xfrm>
            <a:off x="4539582" y="4831655"/>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 name="Google Shape;851;p64">
            <a:extLst>
              <a:ext uri="{FF2B5EF4-FFF2-40B4-BE49-F238E27FC236}">
                <a16:creationId xmlns:a16="http://schemas.microsoft.com/office/drawing/2014/main" id="{00C1A668-CA8E-83E5-1349-3F8BF4F8E80A}"/>
              </a:ext>
            </a:extLst>
          </p:cNvPr>
          <p:cNvSpPr/>
          <p:nvPr/>
        </p:nvSpPr>
        <p:spPr>
          <a:xfrm>
            <a:off x="4539582" y="6465598"/>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 name="Google Shape;852;p64">
            <a:extLst>
              <a:ext uri="{FF2B5EF4-FFF2-40B4-BE49-F238E27FC236}">
                <a16:creationId xmlns:a16="http://schemas.microsoft.com/office/drawing/2014/main" id="{8201729D-6132-EBA4-E5B1-D52486D810CC}"/>
              </a:ext>
            </a:extLst>
          </p:cNvPr>
          <p:cNvSpPr txBox="1"/>
          <p:nvPr/>
        </p:nvSpPr>
        <p:spPr>
          <a:xfrm>
            <a:off x="4539581" y="6754950"/>
            <a:ext cx="5092616" cy="677108"/>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2767"/>
              <a:buFont typeface="Arial"/>
              <a:buNone/>
              <a:tabLst/>
              <a:defRPr/>
            </a:pPr>
            <a:r>
              <a:rPr kumimoji="0" lang="pt-BR" sz="2200" b="1" i="0" u="none" strike="noStrike" kern="0" cap="none" spc="0" normalizeH="0" baseline="0" noProof="0" dirty="0">
                <a:ln>
                  <a:noFill/>
                </a:ln>
                <a:solidFill>
                  <a:srgbClr val="FFFFFF"/>
                </a:solidFill>
                <a:effectLst/>
                <a:uLnTx/>
                <a:uFillTx/>
                <a:latin typeface="Poppins"/>
                <a:cs typeface="Poppins"/>
                <a:sym typeface="Arial"/>
              </a:rPr>
              <a:t>Reduzir o tempo de expiração </a:t>
            </a:r>
          </a:p>
          <a:p>
            <a:pPr marL="0" marR="0" lvl="0" indent="0" algn="ctr" defTabSz="914400" rtl="0" eaLnBrk="1" fontAlgn="auto" latinLnBrk="0" hangingPunct="1">
              <a:lnSpc>
                <a:spcPct val="100000"/>
              </a:lnSpc>
              <a:spcBef>
                <a:spcPts val="0"/>
              </a:spcBef>
              <a:spcAft>
                <a:spcPts val="0"/>
              </a:spcAft>
              <a:buClr>
                <a:srgbClr val="000000"/>
              </a:buClr>
              <a:buSzPts val="2767"/>
              <a:buFont typeface="Arial"/>
              <a:buNone/>
              <a:tabLst/>
              <a:defRPr/>
            </a:pPr>
            <a:r>
              <a:rPr kumimoji="0" lang="pt-BR" sz="2200" b="1" i="0" u="none" strike="noStrike" kern="0" cap="none" spc="0" normalizeH="0" baseline="0" noProof="0" dirty="0">
                <a:ln>
                  <a:noFill/>
                </a:ln>
                <a:solidFill>
                  <a:srgbClr val="FFFFFF"/>
                </a:solidFill>
                <a:effectLst/>
                <a:uLnTx/>
                <a:uFillTx/>
                <a:latin typeface="Poppins"/>
                <a:cs typeface="Poppins"/>
                <a:sym typeface="Arial"/>
              </a:rPr>
              <a:t>dos tokens de autenticação.</a:t>
            </a:r>
          </a:p>
        </p:txBody>
      </p:sp>
      <p:sp>
        <p:nvSpPr>
          <p:cNvPr id="16" name="Google Shape;853;p64">
            <a:extLst>
              <a:ext uri="{FF2B5EF4-FFF2-40B4-BE49-F238E27FC236}">
                <a16:creationId xmlns:a16="http://schemas.microsoft.com/office/drawing/2014/main" id="{81BB6CED-C575-E1EB-36B8-5D5AFA5A4563}"/>
              </a:ext>
            </a:extLst>
          </p:cNvPr>
          <p:cNvSpPr/>
          <p:nvPr/>
        </p:nvSpPr>
        <p:spPr>
          <a:xfrm>
            <a:off x="10107625" y="6467461"/>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pt-BR" sz="2200" b="1" i="0" u="none" strike="noStrike" kern="0" cap="none" spc="0" normalizeH="0" baseline="0" noProof="0">
              <a:ln>
                <a:noFill/>
              </a:ln>
              <a:solidFill>
                <a:schemeClr val="bg1"/>
              </a:solidFill>
              <a:effectLst/>
              <a:uLnTx/>
              <a:uFillTx/>
              <a:latin typeface="Poppins" panose="00000500000000000000" pitchFamily="2" charset="0"/>
              <a:ea typeface="Calibri"/>
              <a:cs typeface="Poppins" panose="00000500000000000000" pitchFamily="2" charset="0"/>
              <a:sym typeface="Calibri"/>
            </a:endParaRPr>
          </a:p>
        </p:txBody>
      </p:sp>
      <p:sp>
        <p:nvSpPr>
          <p:cNvPr id="17" name="Google Shape;854;p64">
            <a:extLst>
              <a:ext uri="{FF2B5EF4-FFF2-40B4-BE49-F238E27FC236}">
                <a16:creationId xmlns:a16="http://schemas.microsoft.com/office/drawing/2014/main" id="{C2038731-97AA-C85F-39DC-74E337F2E27B}"/>
              </a:ext>
            </a:extLst>
          </p:cNvPr>
          <p:cNvSpPr txBox="1"/>
          <p:nvPr/>
        </p:nvSpPr>
        <p:spPr>
          <a:xfrm>
            <a:off x="10107623" y="6560875"/>
            <a:ext cx="5092616" cy="338554"/>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2767"/>
              <a:buFont typeface="Arial"/>
              <a:buNone/>
              <a:tabLst/>
              <a:defRPr/>
            </a:pPr>
            <a:r>
              <a:rPr kumimoji="0" lang="pt-BR" sz="2200" b="1" i="0" u="none" strike="noStrike" kern="0" cap="none" spc="0" normalizeH="0" baseline="0" noProof="0">
                <a:ln>
                  <a:noFill/>
                </a:ln>
                <a:solidFill>
                  <a:srgbClr val="FFFFFF"/>
                </a:solidFill>
                <a:effectLst/>
                <a:uLnTx/>
                <a:uFillTx/>
                <a:latin typeface="Poppins"/>
                <a:cs typeface="Poppins"/>
                <a:sym typeface="Arial"/>
              </a:rPr>
              <a:t>.</a:t>
            </a:r>
          </a:p>
        </p:txBody>
      </p:sp>
      <p:sp>
        <p:nvSpPr>
          <p:cNvPr id="18" name="Google Shape;855;p64">
            <a:extLst>
              <a:ext uri="{FF2B5EF4-FFF2-40B4-BE49-F238E27FC236}">
                <a16:creationId xmlns:a16="http://schemas.microsoft.com/office/drawing/2014/main" id="{DA756C47-C85C-5AB8-2B35-C4D399DD4F54}"/>
              </a:ext>
            </a:extLst>
          </p:cNvPr>
          <p:cNvSpPr txBox="1"/>
          <p:nvPr/>
        </p:nvSpPr>
        <p:spPr>
          <a:xfrm>
            <a:off x="10107623" y="5143500"/>
            <a:ext cx="5092616" cy="677108"/>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2767"/>
              <a:buFont typeface="Arial"/>
              <a:buNone/>
              <a:tabLst/>
              <a:defRPr/>
            </a:pPr>
            <a:r>
              <a:rPr kumimoji="0" lang="pt-BR" sz="2200" b="1" i="0" u="none" strike="noStrike" kern="0" cap="none" spc="0" normalizeH="0" baseline="0" noProof="0" dirty="0">
                <a:ln>
                  <a:noFill/>
                </a:ln>
                <a:solidFill>
                  <a:srgbClr val="FFFFFF"/>
                </a:solidFill>
                <a:effectLst/>
                <a:uLnTx/>
                <a:uFillTx/>
                <a:latin typeface="Poppins"/>
                <a:cs typeface="Poppins"/>
                <a:sym typeface="Arial"/>
              </a:rPr>
              <a:t>Facilitar o processo de</a:t>
            </a:r>
          </a:p>
          <a:p>
            <a:pPr marL="0" marR="0" lvl="0" indent="0" algn="ctr" defTabSz="914400" rtl="0" eaLnBrk="1" fontAlgn="auto" latinLnBrk="0" hangingPunct="1">
              <a:lnSpc>
                <a:spcPct val="100000"/>
              </a:lnSpc>
              <a:spcBef>
                <a:spcPts val="0"/>
              </a:spcBef>
              <a:spcAft>
                <a:spcPts val="0"/>
              </a:spcAft>
              <a:buClr>
                <a:srgbClr val="000000"/>
              </a:buClr>
              <a:buSzPts val="2767"/>
              <a:buFont typeface="Arial"/>
              <a:buNone/>
              <a:tabLst/>
              <a:defRPr/>
            </a:pPr>
            <a:r>
              <a:rPr kumimoji="0" lang="pt-BR" sz="2200" b="1" i="0" u="none" strike="noStrike" kern="0" cap="none" spc="0" normalizeH="0" baseline="0" noProof="0" dirty="0">
                <a:ln>
                  <a:noFill/>
                </a:ln>
                <a:solidFill>
                  <a:srgbClr val="FFFFFF"/>
                </a:solidFill>
                <a:effectLst/>
                <a:uLnTx/>
                <a:uFillTx/>
                <a:latin typeface="Poppins"/>
                <a:cs typeface="Poppins"/>
                <a:sym typeface="Arial"/>
              </a:rPr>
              <a:t> integração.</a:t>
            </a:r>
          </a:p>
        </p:txBody>
      </p:sp>
      <p:sp>
        <p:nvSpPr>
          <p:cNvPr id="19" name="Google Shape;856;p64">
            <a:extLst>
              <a:ext uri="{FF2B5EF4-FFF2-40B4-BE49-F238E27FC236}">
                <a16:creationId xmlns:a16="http://schemas.microsoft.com/office/drawing/2014/main" id="{9D40FA25-F3CD-E647-E03E-32F8BB544BF8}"/>
              </a:ext>
            </a:extLst>
          </p:cNvPr>
          <p:cNvSpPr txBox="1"/>
          <p:nvPr/>
        </p:nvSpPr>
        <p:spPr>
          <a:xfrm>
            <a:off x="4539580" y="5128731"/>
            <a:ext cx="5092617" cy="677108"/>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2767"/>
              <a:buFont typeface="Arial"/>
              <a:buNone/>
              <a:tabLst/>
              <a:defRPr/>
            </a:pPr>
            <a:r>
              <a:rPr kumimoji="0" lang="pt-BR" sz="2200" b="1" i="0" u="none" strike="noStrike" kern="0" cap="none" spc="0" normalizeH="0" baseline="0" noProof="0" dirty="0">
                <a:ln>
                  <a:noFill/>
                </a:ln>
                <a:solidFill>
                  <a:srgbClr val="FFFFFF"/>
                </a:solidFill>
                <a:effectLst/>
                <a:uLnTx/>
                <a:uFillTx/>
                <a:latin typeface="Poppins"/>
                <a:cs typeface="Poppins"/>
                <a:sym typeface="Poppins"/>
              </a:rPr>
              <a:t>Limitar o uso da API para certos usuários.</a:t>
            </a:r>
            <a:endParaRPr kumimoji="0" lang="pt-BR" sz="2200" b="1" i="0" u="none" strike="noStrike" kern="0" cap="none" spc="0" normalizeH="0" baseline="0" noProof="0" dirty="0">
              <a:ln>
                <a:noFill/>
              </a:ln>
              <a:solidFill>
                <a:srgbClr val="FFFFFF"/>
              </a:solidFill>
              <a:effectLst/>
              <a:uLnTx/>
              <a:uFillTx/>
              <a:latin typeface="Poppins"/>
              <a:cs typeface="Poppins"/>
              <a:sym typeface="Arial"/>
            </a:endParaRPr>
          </a:p>
        </p:txBody>
      </p:sp>
      <p:sp>
        <p:nvSpPr>
          <p:cNvPr id="4" name="Google Shape;812;p61">
            <a:extLst>
              <a:ext uri="{FF2B5EF4-FFF2-40B4-BE49-F238E27FC236}">
                <a16:creationId xmlns:a16="http://schemas.microsoft.com/office/drawing/2014/main" id="{B40AF390-51DF-CF63-5D59-8E77E3ECEB6D}"/>
              </a:ext>
            </a:extLst>
          </p:cNvPr>
          <p:cNvSpPr/>
          <p:nvPr/>
        </p:nvSpPr>
        <p:spPr>
          <a:xfrm flipH="1">
            <a:off x="17208696" y="0"/>
            <a:ext cx="1079303" cy="1077425"/>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6" name="Gráfico 5">
            <a:extLst>
              <a:ext uri="{FF2B5EF4-FFF2-40B4-BE49-F238E27FC236}">
                <a16:creationId xmlns:a16="http://schemas.microsoft.com/office/drawing/2014/main" id="{869462FA-0699-9B52-6353-8D2788ABAC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527659" y="368881"/>
            <a:ext cx="653903" cy="585071"/>
          </a:xfrm>
          <a:prstGeom prst="rect">
            <a:avLst/>
          </a:prstGeom>
        </p:spPr>
      </p:pic>
      <p:sp>
        <p:nvSpPr>
          <p:cNvPr id="7" name="Google Shape;833;p62">
            <a:extLst>
              <a:ext uri="{FF2B5EF4-FFF2-40B4-BE49-F238E27FC236}">
                <a16:creationId xmlns:a16="http://schemas.microsoft.com/office/drawing/2014/main" id="{C3416B97-6D2E-87D4-E18F-C85AEED51C00}"/>
              </a:ext>
            </a:extLst>
          </p:cNvPr>
          <p:cNvSpPr txBox="1"/>
          <p:nvPr/>
        </p:nvSpPr>
        <p:spPr>
          <a:xfrm>
            <a:off x="17204671" y="-1417"/>
            <a:ext cx="1082575" cy="298085"/>
          </a:xfrm>
          <a:prstGeom prst="rect">
            <a:avLst/>
          </a:prstGeom>
          <a:noFill/>
          <a:ln>
            <a:noFill/>
          </a:ln>
        </p:spPr>
        <p:txBody>
          <a:bodyPr spcFirstLastPara="1" wrap="square" lIns="91425" tIns="45700" rIns="91425" bIns="45700" anchor="t" anchorCtr="0">
            <a:noAutofit/>
          </a:bodyPr>
          <a:lstStyle/>
          <a:p>
            <a:pPr marL="0" marR="0" lvl="0" indent="0" algn="ctr" defTabSz="914400" rtl="0" eaLnBrk="1" fontAlgn="auto" latinLnBrk="0" hangingPunct="1">
              <a:lnSpc>
                <a:spcPct val="107000"/>
              </a:lnSpc>
              <a:spcBef>
                <a:spcPts val="0"/>
              </a:spcBef>
              <a:spcAft>
                <a:spcPts val="0"/>
              </a:spcAft>
              <a:buClr>
                <a:srgbClr val="000000"/>
              </a:buClr>
              <a:buSzPts val="2700"/>
              <a:buFont typeface="Arial"/>
              <a:buNone/>
              <a:tabLst/>
              <a:defRPr/>
            </a:pPr>
            <a:r>
              <a:rPr kumimoji="0" lang="pt-BR" sz="1400" b="1" i="0" u="none" strike="noStrike" kern="0" cap="none" spc="0" normalizeH="0" baseline="0" noProof="0">
                <a:ln>
                  <a:noFill/>
                </a:ln>
                <a:solidFill>
                  <a:srgbClr val="FFFFFF"/>
                </a:solidFill>
                <a:effectLst/>
                <a:uLnTx/>
                <a:uFillTx/>
                <a:latin typeface="Poppins" panose="00000500000000000000" pitchFamily="2" charset="0"/>
                <a:ea typeface="Poppins"/>
                <a:cs typeface="Poppins" panose="00000500000000000000" pitchFamily="2" charset="0"/>
                <a:sym typeface="Poppins"/>
              </a:rPr>
              <a:t>Registro</a:t>
            </a:r>
            <a:endParaRPr kumimoji="0" sz="1200" b="0" i="0" u="none" strike="noStrike" kern="0" cap="none" spc="0" normalizeH="0" baseline="0" noProof="0">
              <a:ln>
                <a:noFill/>
              </a:ln>
              <a:solidFill>
                <a:srgbClr val="000000"/>
              </a:solidFill>
              <a:effectLst/>
              <a:uLnTx/>
              <a:uFillTx/>
              <a:latin typeface="Poppins" panose="00000500000000000000" pitchFamily="2" charset="0"/>
              <a:cs typeface="Poppins" panose="00000500000000000000" pitchFamily="2" charset="0"/>
              <a:sym typeface="Arial"/>
            </a:endParaRPr>
          </a:p>
          <a:p>
            <a:pPr marL="0" marR="0" lvl="0" indent="0" algn="r" defTabSz="914400" rtl="0" eaLnBrk="1" fontAlgn="auto" latinLnBrk="0" hangingPunct="1">
              <a:lnSpc>
                <a:spcPct val="107000"/>
              </a:lnSpc>
              <a:spcBef>
                <a:spcPts val="1073"/>
              </a:spcBef>
              <a:spcAft>
                <a:spcPts val="0"/>
              </a:spcAft>
              <a:buClr>
                <a:srgbClr val="000000"/>
              </a:buClr>
              <a:buSzPts val="2700"/>
              <a:buFont typeface="Arial"/>
              <a:buNone/>
              <a:tabLst/>
              <a:defRPr/>
            </a:pPr>
            <a:endParaRPr kumimoji="0" sz="2000" b="0" i="0" u="none" strike="noStrike" kern="0" cap="none" spc="0" normalizeH="0" baseline="0" noProof="0">
              <a:ln>
                <a:noFill/>
              </a:ln>
              <a:solidFill>
                <a:srgbClr val="FFFFFF"/>
              </a:solidFill>
              <a:effectLst/>
              <a:uLnTx/>
              <a:uFillTx/>
              <a:latin typeface="Poppins" panose="00000500000000000000" pitchFamily="2" charset="0"/>
              <a:ea typeface="Poppins Light"/>
              <a:cs typeface="Poppins" panose="00000500000000000000" pitchFamily="2" charset="0"/>
              <a:sym typeface="Poppins Light"/>
            </a:endParaRPr>
          </a:p>
        </p:txBody>
      </p:sp>
      <p:sp>
        <p:nvSpPr>
          <p:cNvPr id="11" name="Espaço Reservado para Texto 10">
            <a:extLst>
              <a:ext uri="{FF2B5EF4-FFF2-40B4-BE49-F238E27FC236}">
                <a16:creationId xmlns:a16="http://schemas.microsoft.com/office/drawing/2014/main" id="{F0D11FAA-9025-B641-B3F9-6FA54DDB54F8}"/>
              </a:ext>
            </a:extLst>
          </p:cNvPr>
          <p:cNvSpPr>
            <a:spLocks noGrp="1"/>
          </p:cNvSpPr>
          <p:nvPr>
            <p:ph type="body" sz="quarter" idx="10"/>
          </p:nvPr>
        </p:nvSpPr>
        <p:spPr>
          <a:xfrm>
            <a:off x="4539580" y="2823771"/>
            <a:ext cx="9354837" cy="1216635"/>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r>
              <a:rPr lang="pt-BR" dirty="0"/>
              <a:t>Qual é o papel da documentação ao integrar uma API?</a:t>
            </a:r>
          </a:p>
        </p:txBody>
      </p:sp>
      <p:sp>
        <p:nvSpPr>
          <p:cNvPr id="3" name="CaixaDeTexto 2">
            <a:extLst>
              <a:ext uri="{FF2B5EF4-FFF2-40B4-BE49-F238E27FC236}">
                <a16:creationId xmlns:a16="http://schemas.microsoft.com/office/drawing/2014/main" id="{935A4DD3-825B-3925-4D96-6CEBADA952EB}"/>
              </a:ext>
            </a:extLst>
          </p:cNvPr>
          <p:cNvSpPr txBox="1"/>
          <p:nvPr/>
        </p:nvSpPr>
        <p:spPr>
          <a:xfrm>
            <a:off x="10189258" y="6485637"/>
            <a:ext cx="4896673" cy="1193615"/>
          </a:xfrm>
          <a:prstGeom prst="rect">
            <a:avLst/>
          </a:prstGeom>
          <a:noFill/>
          <a:ln>
            <a:noFill/>
          </a:ln>
        </p:spPr>
        <p:txBody>
          <a:bodyPr spcFirstLastPara="1" wrap="none" lIns="91425" tIns="45700" rIns="91425" bIns="45700" rtlCol="0" anchor="t" anchorCtr="0">
            <a:normAutofit/>
          </a:bodyPr>
          <a:lstStyle/>
          <a:p>
            <a:pPr algn="ctr"/>
            <a:r>
              <a:rPr kumimoji="0" lang="pt-BR" sz="2200" b="1" i="0" u="none" strike="noStrike" kern="0" cap="none" spc="0" normalizeH="0" baseline="0" noProof="0" dirty="0">
                <a:ln>
                  <a:noFill/>
                </a:ln>
                <a:solidFill>
                  <a:schemeClr val="bg1"/>
                </a:solidFill>
                <a:effectLst/>
                <a:uLnTx/>
                <a:uFillTx/>
                <a:latin typeface="Poppins" panose="00000500000000000000" pitchFamily="2" charset="0"/>
                <a:ea typeface="Calibri"/>
                <a:cs typeface="Poppins" panose="00000500000000000000" pitchFamily="2" charset="0"/>
                <a:sym typeface="Calibri"/>
              </a:rPr>
              <a:t>Oferecer suporte para </a:t>
            </a:r>
          </a:p>
          <a:p>
            <a:pPr algn="ctr"/>
            <a:r>
              <a:rPr lang="pt-BR" sz="2200" b="1" dirty="0">
                <a:solidFill>
                  <a:schemeClr val="bg1"/>
                </a:solidFill>
                <a:latin typeface="Poppins" panose="00000500000000000000" pitchFamily="2" charset="0"/>
                <a:ea typeface="Calibri"/>
                <a:cs typeface="Poppins" panose="00000500000000000000" pitchFamily="2" charset="0"/>
                <a:sym typeface="Calibri"/>
              </a:rPr>
              <a:t>r</a:t>
            </a:r>
            <a:r>
              <a:rPr kumimoji="0" lang="pt-BR" sz="2200" b="1" i="0" u="none" strike="noStrike" kern="0" cap="none" spc="0" normalizeH="0" baseline="0" noProof="0" dirty="0" err="1">
                <a:ln>
                  <a:noFill/>
                </a:ln>
                <a:solidFill>
                  <a:schemeClr val="bg1"/>
                </a:solidFill>
                <a:effectLst/>
                <a:uLnTx/>
                <a:uFillTx/>
                <a:latin typeface="Poppins" panose="00000500000000000000" pitchFamily="2" charset="0"/>
                <a:ea typeface="Calibri"/>
                <a:cs typeface="Poppins" panose="00000500000000000000" pitchFamily="2" charset="0"/>
                <a:sym typeface="Calibri"/>
              </a:rPr>
              <a:t>esolver</a:t>
            </a:r>
            <a:r>
              <a:rPr kumimoji="0" lang="pt-BR" sz="2200" b="1" i="0" u="none" strike="noStrike" kern="0" cap="none" spc="0" normalizeH="0" baseline="0" noProof="0" dirty="0">
                <a:ln>
                  <a:noFill/>
                </a:ln>
                <a:solidFill>
                  <a:schemeClr val="bg1"/>
                </a:solidFill>
                <a:effectLst/>
                <a:uLnTx/>
                <a:uFillTx/>
                <a:latin typeface="Poppins" panose="00000500000000000000" pitchFamily="2" charset="0"/>
                <a:ea typeface="Calibri"/>
                <a:cs typeface="Poppins" panose="00000500000000000000" pitchFamily="2" charset="0"/>
                <a:sym typeface="Calibri"/>
              </a:rPr>
              <a:t> todos os problemas de</a:t>
            </a:r>
          </a:p>
          <a:p>
            <a:pPr algn="ctr"/>
            <a:r>
              <a:rPr kumimoji="0" lang="pt-BR" sz="2200" b="1" i="0" u="none" strike="noStrike" kern="0" cap="none" spc="0" normalizeH="0" baseline="0" noProof="0" dirty="0">
                <a:ln>
                  <a:noFill/>
                </a:ln>
                <a:solidFill>
                  <a:schemeClr val="bg1"/>
                </a:solidFill>
                <a:effectLst/>
                <a:uLnTx/>
                <a:uFillTx/>
                <a:latin typeface="Poppins" panose="00000500000000000000" pitchFamily="2" charset="0"/>
                <a:ea typeface="Calibri"/>
                <a:cs typeface="Poppins" panose="00000500000000000000" pitchFamily="2" charset="0"/>
                <a:sym typeface="Calibri"/>
              </a:rPr>
              <a:t> integração automaticamente.</a:t>
            </a:r>
            <a:endParaRPr lang="pt-BR" sz="2400" dirty="0"/>
          </a:p>
        </p:txBody>
      </p:sp>
      <p:sp>
        <p:nvSpPr>
          <p:cNvPr id="5" name="Google Shape;1437;p98">
            <a:extLst>
              <a:ext uri="{FF2B5EF4-FFF2-40B4-BE49-F238E27FC236}">
                <a16:creationId xmlns:a16="http://schemas.microsoft.com/office/drawing/2014/main" id="{3E854EA4-CE9B-1068-5EB4-13800DEC68EB}"/>
              </a:ext>
            </a:extLst>
          </p:cNvPr>
          <p:cNvSpPr/>
          <p:nvPr/>
        </p:nvSpPr>
        <p:spPr>
          <a:xfrm rot="-3043640">
            <a:off x="15377828" y="5239892"/>
            <a:ext cx="578188" cy="398876"/>
          </a:xfrm>
          <a:prstGeom prst="corner">
            <a:avLst>
              <a:gd name="adj1" fmla="val 36796"/>
              <a:gd name="adj2" fmla="val 29665"/>
            </a:avLst>
          </a:prstGeom>
          <a:solidFill>
            <a:srgbClr val="92D050"/>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 name="Google Shape;1434;p98">
            <a:extLst>
              <a:ext uri="{FF2B5EF4-FFF2-40B4-BE49-F238E27FC236}">
                <a16:creationId xmlns:a16="http://schemas.microsoft.com/office/drawing/2014/main" id="{CD60C3A3-57DD-CABB-9779-0C3B8A8B4A6E}"/>
              </a:ext>
            </a:extLst>
          </p:cNvPr>
          <p:cNvSpPr/>
          <p:nvPr/>
        </p:nvSpPr>
        <p:spPr>
          <a:xfrm>
            <a:off x="3672644" y="6724677"/>
            <a:ext cx="771900" cy="845400"/>
          </a:xfrm>
          <a:prstGeom prst="mathMultiply">
            <a:avLst>
              <a:gd name="adj1" fmla="val 23520"/>
            </a:avLst>
          </a:prstGeom>
          <a:solidFill>
            <a:srgbClr val="FF0000"/>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 name="Google Shape;1434;p98">
            <a:extLst>
              <a:ext uri="{FF2B5EF4-FFF2-40B4-BE49-F238E27FC236}">
                <a16:creationId xmlns:a16="http://schemas.microsoft.com/office/drawing/2014/main" id="{3FAB3FA1-9672-F7D7-DEA8-749FB470DF00}"/>
              </a:ext>
            </a:extLst>
          </p:cNvPr>
          <p:cNvSpPr/>
          <p:nvPr/>
        </p:nvSpPr>
        <p:spPr>
          <a:xfrm>
            <a:off x="3672647" y="5026509"/>
            <a:ext cx="771900" cy="845400"/>
          </a:xfrm>
          <a:prstGeom prst="mathMultiply">
            <a:avLst>
              <a:gd name="adj1" fmla="val 23520"/>
            </a:avLst>
          </a:prstGeom>
          <a:solidFill>
            <a:srgbClr val="FF0000"/>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 name="Google Shape;1434;p98">
            <a:extLst>
              <a:ext uri="{FF2B5EF4-FFF2-40B4-BE49-F238E27FC236}">
                <a16:creationId xmlns:a16="http://schemas.microsoft.com/office/drawing/2014/main" id="{9549A32B-B591-A602-E868-938123C24BF3}"/>
              </a:ext>
            </a:extLst>
          </p:cNvPr>
          <p:cNvSpPr/>
          <p:nvPr/>
        </p:nvSpPr>
        <p:spPr>
          <a:xfrm>
            <a:off x="15298573" y="6702909"/>
            <a:ext cx="771900" cy="845400"/>
          </a:xfrm>
          <a:prstGeom prst="mathMultiply">
            <a:avLst>
              <a:gd name="adj1" fmla="val 23520"/>
            </a:avLst>
          </a:prstGeom>
          <a:solidFill>
            <a:srgbClr val="FF0000"/>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6566856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67">
          <a:extLst>
            <a:ext uri="{FF2B5EF4-FFF2-40B4-BE49-F238E27FC236}">
              <a16:creationId xmlns:a16="http://schemas.microsoft.com/office/drawing/2014/main" id="{37B62D1D-62A9-F158-00C2-2BDEDE05F7F7}"/>
            </a:ext>
          </a:extLst>
        </p:cNvPr>
        <p:cNvGrpSpPr/>
        <p:nvPr/>
      </p:nvGrpSpPr>
      <p:grpSpPr>
        <a:xfrm>
          <a:off x="0" y="0"/>
          <a:ext cx="0" cy="0"/>
          <a:chOff x="0" y="0"/>
          <a:chExt cx="0" cy="0"/>
        </a:xfrm>
      </p:grpSpPr>
      <p:sp>
        <p:nvSpPr>
          <p:cNvPr id="12" name="Google Shape;849;p64">
            <a:extLst>
              <a:ext uri="{FF2B5EF4-FFF2-40B4-BE49-F238E27FC236}">
                <a16:creationId xmlns:a16="http://schemas.microsoft.com/office/drawing/2014/main" id="{3E731B8E-FBDF-E8D8-43DE-2FFA4AF6B976}"/>
              </a:ext>
            </a:extLst>
          </p:cNvPr>
          <p:cNvSpPr/>
          <p:nvPr/>
        </p:nvSpPr>
        <p:spPr>
          <a:xfrm>
            <a:off x="4539582" y="4831655"/>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 name="Google Shape;850;p64">
            <a:extLst>
              <a:ext uri="{FF2B5EF4-FFF2-40B4-BE49-F238E27FC236}">
                <a16:creationId xmlns:a16="http://schemas.microsoft.com/office/drawing/2014/main" id="{140A21FD-69A7-C4C4-749F-33E47C3216E9}"/>
              </a:ext>
            </a:extLst>
          </p:cNvPr>
          <p:cNvSpPr/>
          <p:nvPr/>
        </p:nvSpPr>
        <p:spPr>
          <a:xfrm>
            <a:off x="10107625" y="4833518"/>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4" name="Google Shape;851;p64">
            <a:extLst>
              <a:ext uri="{FF2B5EF4-FFF2-40B4-BE49-F238E27FC236}">
                <a16:creationId xmlns:a16="http://schemas.microsoft.com/office/drawing/2014/main" id="{DE7F0D5C-CA3C-2444-1999-C672159B4BD3}"/>
              </a:ext>
            </a:extLst>
          </p:cNvPr>
          <p:cNvSpPr/>
          <p:nvPr/>
        </p:nvSpPr>
        <p:spPr>
          <a:xfrm>
            <a:off x="4539582" y="6465598"/>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6" name="Google Shape;853;p64">
            <a:extLst>
              <a:ext uri="{FF2B5EF4-FFF2-40B4-BE49-F238E27FC236}">
                <a16:creationId xmlns:a16="http://schemas.microsoft.com/office/drawing/2014/main" id="{0346BBA3-A6C0-527A-5D3A-BC7588063C28}"/>
              </a:ext>
            </a:extLst>
          </p:cNvPr>
          <p:cNvSpPr/>
          <p:nvPr/>
        </p:nvSpPr>
        <p:spPr>
          <a:xfrm>
            <a:off x="10107625" y="6467461"/>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pt-BR" sz="2200" b="1" i="0" u="none" strike="noStrike" kern="0" cap="none" spc="0" normalizeH="0" baseline="0" noProof="0">
              <a:ln>
                <a:noFill/>
              </a:ln>
              <a:solidFill>
                <a:srgbClr val="FFFFFF"/>
              </a:solidFill>
              <a:effectLst/>
              <a:uLnTx/>
              <a:uFillTx/>
              <a:latin typeface="Poppins" panose="00000500000000000000" pitchFamily="2" charset="0"/>
              <a:ea typeface="Calibri"/>
              <a:cs typeface="Poppins" panose="00000500000000000000" pitchFamily="2" charset="0"/>
              <a:sym typeface="Calibri"/>
            </a:endParaRPr>
          </a:p>
        </p:txBody>
      </p:sp>
      <p:sp>
        <p:nvSpPr>
          <p:cNvPr id="18" name="Google Shape;855;p64">
            <a:extLst>
              <a:ext uri="{FF2B5EF4-FFF2-40B4-BE49-F238E27FC236}">
                <a16:creationId xmlns:a16="http://schemas.microsoft.com/office/drawing/2014/main" id="{9EF1C70F-A9AD-6D82-F3C5-0BF8C2669DEF}"/>
              </a:ext>
            </a:extLst>
          </p:cNvPr>
          <p:cNvSpPr txBox="1"/>
          <p:nvPr/>
        </p:nvSpPr>
        <p:spPr>
          <a:xfrm>
            <a:off x="10176096" y="5143500"/>
            <a:ext cx="5092616" cy="677108"/>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2767"/>
              <a:buFont typeface="Arial"/>
              <a:buNone/>
              <a:tabLst/>
              <a:defRPr/>
            </a:pPr>
            <a:r>
              <a:rPr kumimoji="0" lang="pt-BR" sz="2200" b="1" i="0" u="none" strike="noStrike" kern="0" cap="none" spc="0" normalizeH="0" baseline="0" noProof="0" dirty="0">
                <a:ln>
                  <a:noFill/>
                </a:ln>
                <a:solidFill>
                  <a:srgbClr val="FFFFFF"/>
                </a:solidFill>
                <a:effectLst/>
                <a:uLnTx/>
                <a:uFillTx/>
                <a:latin typeface="Poppins"/>
                <a:cs typeface="Poppins"/>
                <a:sym typeface="Arial"/>
              </a:rPr>
              <a:t>Proporciona segurança máxima para o sistema.</a:t>
            </a:r>
          </a:p>
        </p:txBody>
      </p:sp>
      <p:sp>
        <p:nvSpPr>
          <p:cNvPr id="19" name="Google Shape;856;p64">
            <a:extLst>
              <a:ext uri="{FF2B5EF4-FFF2-40B4-BE49-F238E27FC236}">
                <a16:creationId xmlns:a16="http://schemas.microsoft.com/office/drawing/2014/main" id="{D4E51B2B-0A2C-D300-8C7B-DF4C342BCA18}"/>
              </a:ext>
            </a:extLst>
          </p:cNvPr>
          <p:cNvSpPr txBox="1"/>
          <p:nvPr/>
        </p:nvSpPr>
        <p:spPr>
          <a:xfrm>
            <a:off x="4539580" y="5259358"/>
            <a:ext cx="5092617" cy="338554"/>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2767"/>
              <a:buFont typeface="Arial"/>
              <a:buNone/>
              <a:tabLst/>
              <a:defRPr/>
            </a:pPr>
            <a:r>
              <a:rPr kumimoji="0" lang="pt-BR" sz="2200" b="1" i="0" u="none" strike="noStrike" kern="0" cap="none" spc="0" normalizeH="0" baseline="0" noProof="0" dirty="0">
                <a:ln>
                  <a:noFill/>
                </a:ln>
                <a:solidFill>
                  <a:srgbClr val="FFFFFF"/>
                </a:solidFill>
                <a:effectLst/>
                <a:uLnTx/>
                <a:uFillTx/>
                <a:latin typeface="Poppins"/>
                <a:cs typeface="Poppins"/>
                <a:sym typeface="Poppins"/>
              </a:rPr>
              <a:t>Não exige a criação de tokens.</a:t>
            </a:r>
            <a:endParaRPr kumimoji="0" lang="pt-BR" sz="2200" b="1" i="0" u="none" strike="noStrike" kern="0" cap="none" spc="0" normalizeH="0" baseline="0" noProof="0" dirty="0">
              <a:ln>
                <a:noFill/>
              </a:ln>
              <a:solidFill>
                <a:srgbClr val="FFFFFF"/>
              </a:solidFill>
              <a:effectLst/>
              <a:uLnTx/>
              <a:uFillTx/>
              <a:latin typeface="Poppins"/>
              <a:cs typeface="Poppins"/>
              <a:sym typeface="Arial"/>
            </a:endParaRPr>
          </a:p>
        </p:txBody>
      </p:sp>
      <p:sp>
        <p:nvSpPr>
          <p:cNvPr id="4" name="Google Shape;812;p61">
            <a:extLst>
              <a:ext uri="{FF2B5EF4-FFF2-40B4-BE49-F238E27FC236}">
                <a16:creationId xmlns:a16="http://schemas.microsoft.com/office/drawing/2014/main" id="{16E965C2-3759-4402-0EBF-06EC23031DD3}"/>
              </a:ext>
            </a:extLst>
          </p:cNvPr>
          <p:cNvSpPr/>
          <p:nvPr/>
        </p:nvSpPr>
        <p:spPr>
          <a:xfrm flipH="1">
            <a:off x="17208696" y="0"/>
            <a:ext cx="1079303" cy="1077425"/>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6" name="Gráfico 5">
            <a:extLst>
              <a:ext uri="{FF2B5EF4-FFF2-40B4-BE49-F238E27FC236}">
                <a16:creationId xmlns:a16="http://schemas.microsoft.com/office/drawing/2014/main" id="{81F76507-E3A7-5194-01CA-6609D07E97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527659" y="368881"/>
            <a:ext cx="653903" cy="585071"/>
          </a:xfrm>
          <a:prstGeom prst="rect">
            <a:avLst/>
          </a:prstGeom>
        </p:spPr>
      </p:pic>
      <p:sp>
        <p:nvSpPr>
          <p:cNvPr id="7" name="Google Shape;833;p62">
            <a:extLst>
              <a:ext uri="{FF2B5EF4-FFF2-40B4-BE49-F238E27FC236}">
                <a16:creationId xmlns:a16="http://schemas.microsoft.com/office/drawing/2014/main" id="{CD29E86F-247E-C9A6-9D79-CD2181698FD9}"/>
              </a:ext>
            </a:extLst>
          </p:cNvPr>
          <p:cNvSpPr txBox="1"/>
          <p:nvPr/>
        </p:nvSpPr>
        <p:spPr>
          <a:xfrm>
            <a:off x="17204671" y="-1417"/>
            <a:ext cx="1082575" cy="298085"/>
          </a:xfrm>
          <a:prstGeom prst="rect">
            <a:avLst/>
          </a:prstGeom>
          <a:noFill/>
          <a:ln>
            <a:noFill/>
          </a:ln>
        </p:spPr>
        <p:txBody>
          <a:bodyPr spcFirstLastPara="1" wrap="square" lIns="91425" tIns="45700" rIns="91425" bIns="45700" anchor="t" anchorCtr="0">
            <a:noAutofit/>
          </a:bodyPr>
          <a:lstStyle/>
          <a:p>
            <a:pPr marL="0" marR="0" lvl="0" indent="0" algn="ctr" defTabSz="914400" rtl="0" eaLnBrk="1" fontAlgn="auto" latinLnBrk="0" hangingPunct="1">
              <a:lnSpc>
                <a:spcPct val="107000"/>
              </a:lnSpc>
              <a:spcBef>
                <a:spcPts val="0"/>
              </a:spcBef>
              <a:spcAft>
                <a:spcPts val="0"/>
              </a:spcAft>
              <a:buClr>
                <a:srgbClr val="000000"/>
              </a:buClr>
              <a:buSzPts val="2700"/>
              <a:buFont typeface="Arial"/>
              <a:buNone/>
              <a:tabLst/>
              <a:defRPr/>
            </a:pPr>
            <a:r>
              <a:rPr kumimoji="0" lang="pt-BR" sz="1400" b="1" i="0" u="none" strike="noStrike" kern="0" cap="none" spc="0" normalizeH="0" baseline="0" noProof="0">
                <a:ln>
                  <a:noFill/>
                </a:ln>
                <a:solidFill>
                  <a:srgbClr val="FFFFFF"/>
                </a:solidFill>
                <a:effectLst/>
                <a:uLnTx/>
                <a:uFillTx/>
                <a:latin typeface="Poppins" panose="00000500000000000000" pitchFamily="2" charset="0"/>
                <a:ea typeface="Poppins"/>
                <a:cs typeface="Poppins" panose="00000500000000000000" pitchFamily="2" charset="0"/>
                <a:sym typeface="Poppins"/>
              </a:rPr>
              <a:t>Registro</a:t>
            </a:r>
            <a:endParaRPr kumimoji="0" sz="1200" b="0" i="0" u="none" strike="noStrike" kern="0" cap="none" spc="0" normalizeH="0" baseline="0" noProof="0">
              <a:ln>
                <a:noFill/>
              </a:ln>
              <a:solidFill>
                <a:srgbClr val="000000"/>
              </a:solidFill>
              <a:effectLst/>
              <a:uLnTx/>
              <a:uFillTx/>
              <a:latin typeface="Poppins" panose="00000500000000000000" pitchFamily="2" charset="0"/>
              <a:cs typeface="Poppins" panose="00000500000000000000" pitchFamily="2" charset="0"/>
              <a:sym typeface="Arial"/>
            </a:endParaRPr>
          </a:p>
          <a:p>
            <a:pPr marL="0" marR="0" lvl="0" indent="0" algn="r" defTabSz="914400" rtl="0" eaLnBrk="1" fontAlgn="auto" latinLnBrk="0" hangingPunct="1">
              <a:lnSpc>
                <a:spcPct val="107000"/>
              </a:lnSpc>
              <a:spcBef>
                <a:spcPts val="1073"/>
              </a:spcBef>
              <a:spcAft>
                <a:spcPts val="0"/>
              </a:spcAft>
              <a:buClr>
                <a:srgbClr val="000000"/>
              </a:buClr>
              <a:buSzPts val="2700"/>
              <a:buFont typeface="Arial"/>
              <a:buNone/>
              <a:tabLst/>
              <a:defRPr/>
            </a:pPr>
            <a:endParaRPr kumimoji="0" sz="2000" b="0" i="0" u="none" strike="noStrike" kern="0" cap="none" spc="0" normalizeH="0" baseline="0" noProof="0">
              <a:ln>
                <a:noFill/>
              </a:ln>
              <a:solidFill>
                <a:srgbClr val="FFFFFF"/>
              </a:solidFill>
              <a:effectLst/>
              <a:uLnTx/>
              <a:uFillTx/>
              <a:latin typeface="Poppins" panose="00000500000000000000" pitchFamily="2" charset="0"/>
              <a:ea typeface="Poppins Light"/>
              <a:cs typeface="Poppins" panose="00000500000000000000" pitchFamily="2" charset="0"/>
              <a:sym typeface="Poppins Light"/>
            </a:endParaRPr>
          </a:p>
        </p:txBody>
      </p:sp>
      <p:sp>
        <p:nvSpPr>
          <p:cNvPr id="11" name="Espaço Reservado para Texto 10">
            <a:extLst>
              <a:ext uri="{FF2B5EF4-FFF2-40B4-BE49-F238E27FC236}">
                <a16:creationId xmlns:a16="http://schemas.microsoft.com/office/drawing/2014/main" id="{FC800B0E-6826-85BF-D6A7-359103E95D1F}"/>
              </a:ext>
            </a:extLst>
          </p:cNvPr>
          <p:cNvSpPr>
            <a:spLocks noGrp="1"/>
          </p:cNvSpPr>
          <p:nvPr>
            <p:ph type="body" sz="quarter" idx="10"/>
          </p:nvPr>
        </p:nvSpPr>
        <p:spPr>
          <a:xfrm>
            <a:off x="4537995" y="2559217"/>
            <a:ext cx="10068516" cy="1872189"/>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r>
              <a:rPr lang="pt-BR" dirty="0"/>
              <a:t>Qual é a principal vantagem de utilizar a autenticação via chave de API em uma integração?</a:t>
            </a:r>
          </a:p>
        </p:txBody>
      </p:sp>
      <p:sp>
        <p:nvSpPr>
          <p:cNvPr id="3" name="CaixaDeTexto 2">
            <a:extLst>
              <a:ext uri="{FF2B5EF4-FFF2-40B4-BE49-F238E27FC236}">
                <a16:creationId xmlns:a16="http://schemas.microsoft.com/office/drawing/2014/main" id="{7F315740-6AFD-50EB-585F-38587D8C5029}"/>
              </a:ext>
            </a:extLst>
          </p:cNvPr>
          <p:cNvSpPr txBox="1"/>
          <p:nvPr/>
        </p:nvSpPr>
        <p:spPr>
          <a:xfrm>
            <a:off x="10129925" y="6699455"/>
            <a:ext cx="5027300" cy="765980"/>
          </a:xfrm>
          <a:prstGeom prst="rect">
            <a:avLst/>
          </a:prstGeom>
          <a:noFill/>
          <a:ln>
            <a:noFill/>
          </a:ln>
        </p:spPr>
        <p:txBody>
          <a:bodyPr spcFirstLastPara="1" wrap="none" lIns="91425" tIns="45700" rIns="91425" bIns="45700" rtlCol="0" anchor="t" anchorCtr="0">
            <a:norm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2200" b="1" i="0" u="none" strike="noStrike" kern="0" cap="none" spc="0" normalizeH="0" baseline="0" noProof="0" dirty="0">
                <a:ln>
                  <a:noFill/>
                </a:ln>
                <a:solidFill>
                  <a:srgbClr val="FFFFFF"/>
                </a:solidFill>
                <a:effectLst/>
                <a:uLnTx/>
                <a:uFillTx/>
                <a:latin typeface="Poppins" panose="00000500000000000000" pitchFamily="2" charset="0"/>
                <a:ea typeface="Calibri"/>
                <a:cs typeface="Poppins" panose="00000500000000000000" pitchFamily="2" charset="0"/>
                <a:sym typeface="Calibri"/>
              </a:rPr>
              <a:t>Permite acesso sem qualquer</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2200" b="1" i="0" u="none" strike="noStrike" kern="0" cap="none" spc="0" normalizeH="0" baseline="0" noProof="0" dirty="0">
                <a:ln>
                  <a:noFill/>
                </a:ln>
                <a:solidFill>
                  <a:srgbClr val="FFFFFF"/>
                </a:solidFill>
                <a:effectLst/>
                <a:uLnTx/>
                <a:uFillTx/>
                <a:latin typeface="Poppins" panose="00000500000000000000" pitchFamily="2" charset="0"/>
                <a:ea typeface="Calibri"/>
                <a:cs typeface="Poppins" panose="00000500000000000000" pitchFamily="2" charset="0"/>
                <a:sym typeface="Calibri"/>
              </a:rPr>
              <a:t> tipo de autenticação.</a:t>
            </a:r>
            <a:endParaRPr kumimoji="0" lang="pt-BR" sz="2400" b="0" i="0" u="none" strike="noStrike" kern="0" cap="none" spc="0" normalizeH="0" baseline="0" noProof="0" dirty="0">
              <a:ln>
                <a:noFill/>
              </a:ln>
              <a:solidFill>
                <a:srgbClr val="000000"/>
              </a:solidFill>
              <a:effectLst/>
              <a:uLnTx/>
              <a:uFillTx/>
              <a:latin typeface="Arial"/>
              <a:cs typeface="Arial"/>
              <a:sym typeface="Arial"/>
            </a:endParaRPr>
          </a:p>
        </p:txBody>
      </p:sp>
      <p:sp>
        <p:nvSpPr>
          <p:cNvPr id="2" name="Google Shape;852;p64">
            <a:extLst>
              <a:ext uri="{FF2B5EF4-FFF2-40B4-BE49-F238E27FC236}">
                <a16:creationId xmlns:a16="http://schemas.microsoft.com/office/drawing/2014/main" id="{BB505BD5-8B84-F33B-281A-C1BDA3ABE4AC}"/>
              </a:ext>
            </a:extLst>
          </p:cNvPr>
          <p:cNvSpPr txBox="1"/>
          <p:nvPr/>
        </p:nvSpPr>
        <p:spPr>
          <a:xfrm>
            <a:off x="4561883" y="6587627"/>
            <a:ext cx="5092616" cy="1015663"/>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2767"/>
              <a:buFont typeface="Arial"/>
              <a:buNone/>
              <a:tabLst/>
              <a:defRPr/>
            </a:pPr>
            <a:r>
              <a:rPr kumimoji="0" lang="pt-BR" sz="2200" b="1" i="0" u="none" strike="noStrike" kern="0" cap="none" spc="0" normalizeH="0" baseline="0" noProof="0" dirty="0">
                <a:ln>
                  <a:noFill/>
                </a:ln>
                <a:solidFill>
                  <a:srgbClr val="FFFFFF"/>
                </a:solidFill>
                <a:effectLst/>
                <a:uLnTx/>
                <a:uFillTx/>
                <a:latin typeface="Poppins"/>
                <a:cs typeface="Poppins"/>
                <a:sym typeface="Arial"/>
              </a:rPr>
              <a:t>É mais simples e prática para aplicações de menor complexidade.</a:t>
            </a:r>
          </a:p>
        </p:txBody>
      </p:sp>
    </p:spTree>
    <p:extLst>
      <p:ext uri="{BB962C8B-B14F-4D97-AF65-F5344CB8AC3E}">
        <p14:creationId xmlns:p14="http://schemas.microsoft.com/office/powerpoint/2010/main" val="9425311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Shape 867">
          <a:extLst>
            <a:ext uri="{FF2B5EF4-FFF2-40B4-BE49-F238E27FC236}">
              <a16:creationId xmlns:a16="http://schemas.microsoft.com/office/drawing/2014/main" id="{34B28588-4DC6-80EF-7946-B4E946032D03}"/>
            </a:ext>
          </a:extLst>
        </p:cNvPr>
        <p:cNvGrpSpPr/>
        <p:nvPr/>
      </p:nvGrpSpPr>
      <p:grpSpPr>
        <a:xfrm>
          <a:off x="0" y="0"/>
          <a:ext cx="0" cy="0"/>
          <a:chOff x="0" y="0"/>
          <a:chExt cx="0" cy="0"/>
        </a:xfrm>
      </p:grpSpPr>
      <p:sp>
        <p:nvSpPr>
          <p:cNvPr id="2" name="Google Shape;853;p64">
            <a:extLst>
              <a:ext uri="{FF2B5EF4-FFF2-40B4-BE49-F238E27FC236}">
                <a16:creationId xmlns:a16="http://schemas.microsoft.com/office/drawing/2014/main" id="{8D694395-4934-458D-E55F-8641920A9999}"/>
              </a:ext>
            </a:extLst>
          </p:cNvPr>
          <p:cNvSpPr/>
          <p:nvPr/>
        </p:nvSpPr>
        <p:spPr>
          <a:xfrm>
            <a:off x="4559620" y="6476006"/>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92D050"/>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2" name="Google Shape;849;p64">
            <a:extLst>
              <a:ext uri="{FF2B5EF4-FFF2-40B4-BE49-F238E27FC236}">
                <a16:creationId xmlns:a16="http://schemas.microsoft.com/office/drawing/2014/main" id="{2BCEEDA8-92B1-DE56-9D55-34F25222857F}"/>
              </a:ext>
            </a:extLst>
          </p:cNvPr>
          <p:cNvSpPr/>
          <p:nvPr/>
        </p:nvSpPr>
        <p:spPr>
          <a:xfrm>
            <a:off x="4539582" y="4831655"/>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3" name="Google Shape;850;p64">
            <a:extLst>
              <a:ext uri="{FF2B5EF4-FFF2-40B4-BE49-F238E27FC236}">
                <a16:creationId xmlns:a16="http://schemas.microsoft.com/office/drawing/2014/main" id="{F2D1D417-B366-40FB-FB72-CD00AF63F6A1}"/>
              </a:ext>
            </a:extLst>
          </p:cNvPr>
          <p:cNvSpPr/>
          <p:nvPr/>
        </p:nvSpPr>
        <p:spPr>
          <a:xfrm>
            <a:off x="10107625" y="4833518"/>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5" name="Google Shape;852;p64">
            <a:extLst>
              <a:ext uri="{FF2B5EF4-FFF2-40B4-BE49-F238E27FC236}">
                <a16:creationId xmlns:a16="http://schemas.microsoft.com/office/drawing/2014/main" id="{0FC07C68-636F-61EE-3573-C6501171EA1A}"/>
              </a:ext>
            </a:extLst>
          </p:cNvPr>
          <p:cNvSpPr txBox="1"/>
          <p:nvPr/>
        </p:nvSpPr>
        <p:spPr>
          <a:xfrm>
            <a:off x="4539581" y="6624324"/>
            <a:ext cx="5092616" cy="1015663"/>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2767"/>
              <a:buFont typeface="Arial"/>
              <a:buNone/>
              <a:tabLst/>
              <a:defRPr/>
            </a:pPr>
            <a:r>
              <a:rPr kumimoji="0" lang="pt-BR" sz="2200" b="1" i="0" u="none" strike="noStrike" kern="0" cap="none" spc="0" normalizeH="0" baseline="0" noProof="0" dirty="0">
                <a:ln>
                  <a:noFill/>
                </a:ln>
                <a:solidFill>
                  <a:srgbClr val="FFFFFF"/>
                </a:solidFill>
                <a:effectLst/>
                <a:uLnTx/>
                <a:uFillTx/>
                <a:latin typeface="Poppins"/>
                <a:cs typeface="Poppins"/>
                <a:sym typeface="Arial"/>
              </a:rPr>
              <a:t>É mais simples e prática para aplicações de menor complexidade.</a:t>
            </a:r>
          </a:p>
        </p:txBody>
      </p:sp>
      <p:sp>
        <p:nvSpPr>
          <p:cNvPr id="16" name="Google Shape;853;p64">
            <a:extLst>
              <a:ext uri="{FF2B5EF4-FFF2-40B4-BE49-F238E27FC236}">
                <a16:creationId xmlns:a16="http://schemas.microsoft.com/office/drawing/2014/main" id="{2BC7D9A2-47E3-E572-A983-D378109A6A9E}"/>
              </a:ext>
            </a:extLst>
          </p:cNvPr>
          <p:cNvSpPr/>
          <p:nvPr/>
        </p:nvSpPr>
        <p:spPr>
          <a:xfrm>
            <a:off x="10107625" y="6467461"/>
            <a:ext cx="5092617" cy="1233695"/>
          </a:xfrm>
          <a:custGeom>
            <a:avLst/>
            <a:gdLst/>
            <a:ahLst/>
            <a:cxnLst/>
            <a:rect l="l" t="t" r="r" b="b"/>
            <a:pathLst>
              <a:path w="3772309" h="1054440" extrusionOk="0">
                <a:moveTo>
                  <a:pt x="3679599" y="1054440"/>
                </a:moveTo>
                <a:lnTo>
                  <a:pt x="92710" y="1054440"/>
                </a:lnTo>
                <a:cubicBezTo>
                  <a:pt x="41910" y="1054440"/>
                  <a:pt x="0" y="1012530"/>
                  <a:pt x="0" y="961730"/>
                </a:cubicBezTo>
                <a:lnTo>
                  <a:pt x="0" y="92710"/>
                </a:lnTo>
                <a:cubicBezTo>
                  <a:pt x="0" y="41910"/>
                  <a:pt x="41910" y="0"/>
                  <a:pt x="92710" y="0"/>
                </a:cubicBezTo>
                <a:lnTo>
                  <a:pt x="3678329" y="0"/>
                </a:lnTo>
                <a:cubicBezTo>
                  <a:pt x="3729129" y="0"/>
                  <a:pt x="3771038" y="41910"/>
                  <a:pt x="3771038" y="92710"/>
                </a:cubicBezTo>
                <a:lnTo>
                  <a:pt x="3771038" y="960460"/>
                </a:lnTo>
                <a:cubicBezTo>
                  <a:pt x="3772309" y="1012530"/>
                  <a:pt x="3730399" y="1054440"/>
                  <a:pt x="3679599" y="1054440"/>
                </a:cubicBezTo>
                <a:close/>
              </a:path>
            </a:pathLst>
          </a:custGeom>
          <a:solidFill>
            <a:srgbClr val="529AC2"/>
          </a:solidFill>
          <a:ln w="76200" cap="flat" cmpd="sng">
            <a:solidFill>
              <a:srgbClr val="FFFFFF"/>
            </a:solidFill>
            <a:prstDash val="solid"/>
            <a:round/>
            <a:headEnd type="none" w="sm" len="sm"/>
            <a:tailEnd type="none" w="sm" len="sm"/>
          </a:ln>
        </p:spPr>
        <p:txBody>
          <a:bodyPr spcFirstLastPara="1" wrap="square" lIns="91425" tIns="45700" rIns="91425" bIns="45700"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lang="pt-BR" sz="2200" b="1" i="0" u="none" strike="noStrike" kern="0" cap="none" spc="0" normalizeH="0" baseline="0" noProof="0">
              <a:ln>
                <a:noFill/>
              </a:ln>
              <a:solidFill>
                <a:srgbClr val="FFFFFF"/>
              </a:solidFill>
              <a:effectLst/>
              <a:uLnTx/>
              <a:uFillTx/>
              <a:latin typeface="Poppins" panose="00000500000000000000" pitchFamily="2" charset="0"/>
              <a:ea typeface="Calibri"/>
              <a:cs typeface="Poppins" panose="00000500000000000000" pitchFamily="2" charset="0"/>
              <a:sym typeface="Calibri"/>
            </a:endParaRPr>
          </a:p>
        </p:txBody>
      </p:sp>
      <p:sp>
        <p:nvSpPr>
          <p:cNvPr id="18" name="Google Shape;855;p64">
            <a:extLst>
              <a:ext uri="{FF2B5EF4-FFF2-40B4-BE49-F238E27FC236}">
                <a16:creationId xmlns:a16="http://schemas.microsoft.com/office/drawing/2014/main" id="{7882371A-0E6B-71C1-EE56-083F7B85B0B3}"/>
              </a:ext>
            </a:extLst>
          </p:cNvPr>
          <p:cNvSpPr txBox="1"/>
          <p:nvPr/>
        </p:nvSpPr>
        <p:spPr>
          <a:xfrm>
            <a:off x="10205593" y="5143500"/>
            <a:ext cx="5092616" cy="677108"/>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2767"/>
              <a:buFont typeface="Arial"/>
              <a:buNone/>
              <a:tabLst/>
              <a:defRPr/>
            </a:pPr>
            <a:r>
              <a:rPr kumimoji="0" lang="pt-BR" sz="2200" b="1" i="0" u="none" strike="noStrike" kern="0" cap="none" spc="0" normalizeH="0" baseline="0" noProof="0" dirty="0">
                <a:ln>
                  <a:noFill/>
                </a:ln>
                <a:solidFill>
                  <a:srgbClr val="FFFFFF"/>
                </a:solidFill>
                <a:effectLst/>
                <a:uLnTx/>
                <a:uFillTx/>
                <a:latin typeface="Poppins"/>
                <a:cs typeface="Poppins"/>
                <a:sym typeface="Arial"/>
              </a:rPr>
              <a:t>Proporciona segurança máxima para o sistema.</a:t>
            </a:r>
          </a:p>
        </p:txBody>
      </p:sp>
      <p:sp>
        <p:nvSpPr>
          <p:cNvPr id="19" name="Google Shape;856;p64">
            <a:extLst>
              <a:ext uri="{FF2B5EF4-FFF2-40B4-BE49-F238E27FC236}">
                <a16:creationId xmlns:a16="http://schemas.microsoft.com/office/drawing/2014/main" id="{81A8FD64-6AAA-089D-768A-7C6ACB9E5484}"/>
              </a:ext>
            </a:extLst>
          </p:cNvPr>
          <p:cNvSpPr txBox="1"/>
          <p:nvPr/>
        </p:nvSpPr>
        <p:spPr>
          <a:xfrm>
            <a:off x="4539580" y="5259358"/>
            <a:ext cx="5092617" cy="338554"/>
          </a:xfrm>
          <a:prstGeom prst="rect">
            <a:avLst/>
          </a:prstGeom>
          <a:noFill/>
          <a:ln>
            <a:noFill/>
          </a:ln>
        </p:spPr>
        <p:txBody>
          <a:bodyPr spcFirstLastPara="1" wrap="square" lIns="0" tIns="0" rIns="0" bIns="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2767"/>
              <a:buFont typeface="Arial"/>
              <a:buNone/>
              <a:tabLst/>
              <a:defRPr/>
            </a:pPr>
            <a:r>
              <a:rPr kumimoji="0" lang="pt-BR" sz="2200" b="1" i="0" u="none" strike="noStrike" kern="0" cap="none" spc="0" normalizeH="0" baseline="0" noProof="0" dirty="0">
                <a:ln>
                  <a:noFill/>
                </a:ln>
                <a:solidFill>
                  <a:srgbClr val="FFFFFF"/>
                </a:solidFill>
                <a:effectLst/>
                <a:uLnTx/>
                <a:uFillTx/>
                <a:latin typeface="Poppins"/>
                <a:cs typeface="Poppins"/>
                <a:sym typeface="Poppins"/>
              </a:rPr>
              <a:t>Não exige a criação de tokens.</a:t>
            </a:r>
            <a:endParaRPr kumimoji="0" lang="pt-BR" sz="2200" b="1" i="0" u="none" strike="noStrike" kern="0" cap="none" spc="0" normalizeH="0" baseline="0" noProof="0" dirty="0">
              <a:ln>
                <a:noFill/>
              </a:ln>
              <a:solidFill>
                <a:srgbClr val="FFFFFF"/>
              </a:solidFill>
              <a:effectLst/>
              <a:uLnTx/>
              <a:uFillTx/>
              <a:latin typeface="Poppins"/>
              <a:cs typeface="Poppins"/>
              <a:sym typeface="Arial"/>
            </a:endParaRPr>
          </a:p>
        </p:txBody>
      </p:sp>
      <p:sp>
        <p:nvSpPr>
          <p:cNvPr id="4" name="Google Shape;812;p61">
            <a:extLst>
              <a:ext uri="{FF2B5EF4-FFF2-40B4-BE49-F238E27FC236}">
                <a16:creationId xmlns:a16="http://schemas.microsoft.com/office/drawing/2014/main" id="{625E40AF-FE3D-A01D-E069-7E8A4B9F215F}"/>
              </a:ext>
            </a:extLst>
          </p:cNvPr>
          <p:cNvSpPr/>
          <p:nvPr/>
        </p:nvSpPr>
        <p:spPr>
          <a:xfrm flipH="1">
            <a:off x="17208696" y="0"/>
            <a:ext cx="1079303" cy="1077425"/>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6" name="Gráfico 5">
            <a:extLst>
              <a:ext uri="{FF2B5EF4-FFF2-40B4-BE49-F238E27FC236}">
                <a16:creationId xmlns:a16="http://schemas.microsoft.com/office/drawing/2014/main" id="{5291EA0E-C83A-6A2D-2C16-1F2BF8E6E2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527659" y="368881"/>
            <a:ext cx="653903" cy="585071"/>
          </a:xfrm>
          <a:prstGeom prst="rect">
            <a:avLst/>
          </a:prstGeom>
        </p:spPr>
      </p:pic>
      <p:sp>
        <p:nvSpPr>
          <p:cNvPr id="7" name="Google Shape;833;p62">
            <a:extLst>
              <a:ext uri="{FF2B5EF4-FFF2-40B4-BE49-F238E27FC236}">
                <a16:creationId xmlns:a16="http://schemas.microsoft.com/office/drawing/2014/main" id="{400C4F15-7FD8-1DBA-4A92-45B3ED952DB1}"/>
              </a:ext>
            </a:extLst>
          </p:cNvPr>
          <p:cNvSpPr txBox="1"/>
          <p:nvPr/>
        </p:nvSpPr>
        <p:spPr>
          <a:xfrm>
            <a:off x="17204671" y="-1417"/>
            <a:ext cx="1082575" cy="298085"/>
          </a:xfrm>
          <a:prstGeom prst="rect">
            <a:avLst/>
          </a:prstGeom>
          <a:noFill/>
          <a:ln>
            <a:noFill/>
          </a:ln>
        </p:spPr>
        <p:txBody>
          <a:bodyPr spcFirstLastPara="1" wrap="square" lIns="91425" tIns="45700" rIns="91425" bIns="45700" anchor="t" anchorCtr="0">
            <a:noAutofit/>
          </a:bodyPr>
          <a:lstStyle/>
          <a:p>
            <a:pPr marL="0" marR="0" lvl="0" indent="0" algn="ctr" defTabSz="914400" rtl="0" eaLnBrk="1" fontAlgn="auto" latinLnBrk="0" hangingPunct="1">
              <a:lnSpc>
                <a:spcPct val="107000"/>
              </a:lnSpc>
              <a:spcBef>
                <a:spcPts val="0"/>
              </a:spcBef>
              <a:spcAft>
                <a:spcPts val="0"/>
              </a:spcAft>
              <a:buClr>
                <a:srgbClr val="000000"/>
              </a:buClr>
              <a:buSzPts val="2700"/>
              <a:buFont typeface="Arial"/>
              <a:buNone/>
              <a:tabLst/>
              <a:defRPr/>
            </a:pPr>
            <a:r>
              <a:rPr kumimoji="0" lang="pt-BR" sz="1400" b="1" i="0" u="none" strike="noStrike" kern="0" cap="none" spc="0" normalizeH="0" baseline="0" noProof="0">
                <a:ln>
                  <a:noFill/>
                </a:ln>
                <a:solidFill>
                  <a:srgbClr val="FFFFFF"/>
                </a:solidFill>
                <a:effectLst/>
                <a:uLnTx/>
                <a:uFillTx/>
                <a:latin typeface="Poppins" panose="00000500000000000000" pitchFamily="2" charset="0"/>
                <a:ea typeface="Poppins"/>
                <a:cs typeface="Poppins" panose="00000500000000000000" pitchFamily="2" charset="0"/>
                <a:sym typeface="Poppins"/>
              </a:rPr>
              <a:t>Registro</a:t>
            </a:r>
            <a:endParaRPr kumimoji="0" sz="1200" b="0" i="0" u="none" strike="noStrike" kern="0" cap="none" spc="0" normalizeH="0" baseline="0" noProof="0">
              <a:ln>
                <a:noFill/>
              </a:ln>
              <a:solidFill>
                <a:srgbClr val="000000"/>
              </a:solidFill>
              <a:effectLst/>
              <a:uLnTx/>
              <a:uFillTx/>
              <a:latin typeface="Poppins" panose="00000500000000000000" pitchFamily="2" charset="0"/>
              <a:cs typeface="Poppins" panose="00000500000000000000" pitchFamily="2" charset="0"/>
              <a:sym typeface="Arial"/>
            </a:endParaRPr>
          </a:p>
          <a:p>
            <a:pPr marL="0" marR="0" lvl="0" indent="0" algn="r" defTabSz="914400" rtl="0" eaLnBrk="1" fontAlgn="auto" latinLnBrk="0" hangingPunct="1">
              <a:lnSpc>
                <a:spcPct val="107000"/>
              </a:lnSpc>
              <a:spcBef>
                <a:spcPts val="1073"/>
              </a:spcBef>
              <a:spcAft>
                <a:spcPts val="0"/>
              </a:spcAft>
              <a:buClr>
                <a:srgbClr val="000000"/>
              </a:buClr>
              <a:buSzPts val="2700"/>
              <a:buFont typeface="Arial"/>
              <a:buNone/>
              <a:tabLst/>
              <a:defRPr/>
            </a:pPr>
            <a:endParaRPr kumimoji="0" sz="2000" b="0" i="0" u="none" strike="noStrike" kern="0" cap="none" spc="0" normalizeH="0" baseline="0" noProof="0">
              <a:ln>
                <a:noFill/>
              </a:ln>
              <a:solidFill>
                <a:srgbClr val="FFFFFF"/>
              </a:solidFill>
              <a:effectLst/>
              <a:uLnTx/>
              <a:uFillTx/>
              <a:latin typeface="Poppins" panose="00000500000000000000" pitchFamily="2" charset="0"/>
              <a:ea typeface="Poppins Light"/>
              <a:cs typeface="Poppins" panose="00000500000000000000" pitchFamily="2" charset="0"/>
              <a:sym typeface="Poppins Light"/>
            </a:endParaRPr>
          </a:p>
        </p:txBody>
      </p:sp>
      <p:sp>
        <p:nvSpPr>
          <p:cNvPr id="11" name="Espaço Reservado para Texto 10">
            <a:extLst>
              <a:ext uri="{FF2B5EF4-FFF2-40B4-BE49-F238E27FC236}">
                <a16:creationId xmlns:a16="http://schemas.microsoft.com/office/drawing/2014/main" id="{7F1BB80A-B68F-4CFC-931B-056E25FDBCD8}"/>
              </a:ext>
            </a:extLst>
          </p:cNvPr>
          <p:cNvSpPr>
            <a:spLocks noGrp="1"/>
          </p:cNvSpPr>
          <p:nvPr>
            <p:ph type="body" sz="quarter" idx="10"/>
          </p:nvPr>
        </p:nvSpPr>
        <p:spPr>
          <a:xfrm>
            <a:off x="4539580" y="2406147"/>
            <a:ext cx="10135423" cy="997630"/>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r>
              <a:rPr lang="pt-BR" dirty="0"/>
              <a:t>Qual é a principal vantagem de utilizar a autenticação via chave de API em uma integração?</a:t>
            </a:r>
          </a:p>
        </p:txBody>
      </p:sp>
      <p:sp>
        <p:nvSpPr>
          <p:cNvPr id="3" name="CaixaDeTexto 2">
            <a:extLst>
              <a:ext uri="{FF2B5EF4-FFF2-40B4-BE49-F238E27FC236}">
                <a16:creationId xmlns:a16="http://schemas.microsoft.com/office/drawing/2014/main" id="{1315F7E9-261E-9982-FF7A-D2F285DDC2C5}"/>
              </a:ext>
            </a:extLst>
          </p:cNvPr>
          <p:cNvSpPr txBox="1"/>
          <p:nvPr/>
        </p:nvSpPr>
        <p:spPr>
          <a:xfrm>
            <a:off x="10172939" y="6701617"/>
            <a:ext cx="5027300" cy="765980"/>
          </a:xfrm>
          <a:prstGeom prst="rect">
            <a:avLst/>
          </a:prstGeom>
          <a:noFill/>
          <a:ln>
            <a:noFill/>
          </a:ln>
        </p:spPr>
        <p:txBody>
          <a:bodyPr spcFirstLastPara="1" wrap="none" lIns="91425" tIns="45700" rIns="91425" bIns="45700" rtlCol="0" anchor="t" anchorCtr="0">
            <a:norm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2200" b="1" i="0" u="none" strike="noStrike" kern="0" cap="none" spc="0" normalizeH="0" baseline="0" noProof="0" dirty="0">
                <a:ln>
                  <a:noFill/>
                </a:ln>
                <a:solidFill>
                  <a:srgbClr val="FFFFFF"/>
                </a:solidFill>
                <a:effectLst/>
                <a:uLnTx/>
                <a:uFillTx/>
                <a:latin typeface="Poppins" panose="00000500000000000000" pitchFamily="2" charset="0"/>
                <a:ea typeface="Calibri"/>
                <a:cs typeface="Poppins" panose="00000500000000000000" pitchFamily="2" charset="0"/>
                <a:sym typeface="Calibri"/>
              </a:rPr>
              <a:t>Permite acesso sem qualquer</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2200" b="1" i="0" u="none" strike="noStrike" kern="0" cap="none" spc="0" normalizeH="0" baseline="0" noProof="0" dirty="0">
                <a:ln>
                  <a:noFill/>
                </a:ln>
                <a:solidFill>
                  <a:srgbClr val="FFFFFF"/>
                </a:solidFill>
                <a:effectLst/>
                <a:uLnTx/>
                <a:uFillTx/>
                <a:latin typeface="Poppins" panose="00000500000000000000" pitchFamily="2" charset="0"/>
                <a:ea typeface="Calibri"/>
                <a:cs typeface="Poppins" panose="00000500000000000000" pitchFamily="2" charset="0"/>
                <a:sym typeface="Calibri"/>
              </a:rPr>
              <a:t> tipo de autenticação.</a:t>
            </a:r>
            <a:endParaRPr kumimoji="0" lang="pt-BR" sz="2400" b="0" i="0" u="none" strike="noStrike" kern="0" cap="none" spc="0" normalizeH="0" baseline="0" noProof="0" dirty="0">
              <a:ln>
                <a:noFill/>
              </a:ln>
              <a:solidFill>
                <a:srgbClr val="000000"/>
              </a:solidFill>
              <a:effectLst/>
              <a:uLnTx/>
              <a:uFillTx/>
              <a:latin typeface="Arial"/>
              <a:cs typeface="Arial"/>
              <a:sym typeface="Arial"/>
            </a:endParaRPr>
          </a:p>
        </p:txBody>
      </p:sp>
      <p:sp>
        <p:nvSpPr>
          <p:cNvPr id="5" name="Google Shape;1437;p98">
            <a:extLst>
              <a:ext uri="{FF2B5EF4-FFF2-40B4-BE49-F238E27FC236}">
                <a16:creationId xmlns:a16="http://schemas.microsoft.com/office/drawing/2014/main" id="{DD7D6846-3A8C-4FDC-924E-CD5CE1E9880F}"/>
              </a:ext>
            </a:extLst>
          </p:cNvPr>
          <p:cNvSpPr/>
          <p:nvPr/>
        </p:nvSpPr>
        <p:spPr>
          <a:xfrm rot="-3043640">
            <a:off x="3795443" y="6938066"/>
            <a:ext cx="578188" cy="398876"/>
          </a:xfrm>
          <a:prstGeom prst="corner">
            <a:avLst>
              <a:gd name="adj1" fmla="val 36796"/>
              <a:gd name="adj2" fmla="val 29665"/>
            </a:avLst>
          </a:prstGeom>
          <a:solidFill>
            <a:srgbClr val="92D050"/>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8" name="Google Shape;1436;p98">
            <a:extLst>
              <a:ext uri="{FF2B5EF4-FFF2-40B4-BE49-F238E27FC236}">
                <a16:creationId xmlns:a16="http://schemas.microsoft.com/office/drawing/2014/main" id="{4BEEA122-3735-8D7F-6B5A-10EFF6113CC7}"/>
              </a:ext>
            </a:extLst>
          </p:cNvPr>
          <p:cNvSpPr/>
          <p:nvPr/>
        </p:nvSpPr>
        <p:spPr>
          <a:xfrm>
            <a:off x="15363042" y="5045639"/>
            <a:ext cx="771900" cy="845400"/>
          </a:xfrm>
          <a:prstGeom prst="mathMultiply">
            <a:avLst>
              <a:gd name="adj1" fmla="val 23520"/>
            </a:avLst>
          </a:prstGeom>
          <a:solidFill>
            <a:srgbClr val="FF0000"/>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9" name="Google Shape;1436;p98">
            <a:extLst>
              <a:ext uri="{FF2B5EF4-FFF2-40B4-BE49-F238E27FC236}">
                <a16:creationId xmlns:a16="http://schemas.microsoft.com/office/drawing/2014/main" id="{11FDD419-CAC6-8E2A-7F3D-60057CBB88F4}"/>
              </a:ext>
            </a:extLst>
          </p:cNvPr>
          <p:cNvSpPr/>
          <p:nvPr/>
        </p:nvSpPr>
        <p:spPr>
          <a:xfrm>
            <a:off x="15363045" y="6634953"/>
            <a:ext cx="771900" cy="845400"/>
          </a:xfrm>
          <a:prstGeom prst="mathMultiply">
            <a:avLst>
              <a:gd name="adj1" fmla="val 23520"/>
            </a:avLst>
          </a:prstGeom>
          <a:solidFill>
            <a:srgbClr val="FF0000"/>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
        <p:nvSpPr>
          <p:cNvPr id="10" name="Google Shape;1436;p98">
            <a:extLst>
              <a:ext uri="{FF2B5EF4-FFF2-40B4-BE49-F238E27FC236}">
                <a16:creationId xmlns:a16="http://schemas.microsoft.com/office/drawing/2014/main" id="{9652FF27-7D8D-D944-CA94-FBF3A6C56A79}"/>
              </a:ext>
            </a:extLst>
          </p:cNvPr>
          <p:cNvSpPr/>
          <p:nvPr/>
        </p:nvSpPr>
        <p:spPr>
          <a:xfrm>
            <a:off x="3671804" y="5045642"/>
            <a:ext cx="771900" cy="845400"/>
          </a:xfrm>
          <a:prstGeom prst="mathMultiply">
            <a:avLst>
              <a:gd name="adj1" fmla="val 23520"/>
            </a:avLst>
          </a:prstGeom>
          <a:solidFill>
            <a:srgbClr val="FF0000"/>
          </a:solid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200"/>
              <a:buFont typeface="Arial"/>
              <a:buNone/>
              <a:tabLst/>
              <a:defRPr/>
            </a:pPr>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26282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18EA3-028A-3523-A387-FADC8AC77316}"/>
            </a:ext>
          </a:extLst>
        </p:cNvPr>
        <p:cNvGrpSpPr/>
        <p:nvPr/>
      </p:nvGrpSpPr>
      <p:grpSpPr>
        <a:xfrm>
          <a:off x="0" y="0"/>
          <a:ext cx="0" cy="0"/>
          <a:chOff x="0" y="0"/>
          <a:chExt cx="0" cy="0"/>
        </a:xfrm>
      </p:grpSpPr>
      <p:sp>
        <p:nvSpPr>
          <p:cNvPr id="2" name="Espaço Reservado para Texto 1">
            <a:extLst>
              <a:ext uri="{FF2B5EF4-FFF2-40B4-BE49-F238E27FC236}">
                <a16:creationId xmlns:a16="http://schemas.microsoft.com/office/drawing/2014/main" id="{7B3131E2-7F8D-4544-9420-C8BECE38C4DE}"/>
              </a:ext>
            </a:extLst>
          </p:cNvPr>
          <p:cNvSpPr>
            <a:spLocks noGrp="1"/>
          </p:cNvSpPr>
          <p:nvPr>
            <p:ph type="body" idx="4294967295"/>
          </p:nvPr>
        </p:nvSpPr>
        <p:spPr>
          <a:xfrm>
            <a:off x="5445586" y="237806"/>
            <a:ext cx="3698414" cy="783049"/>
          </a:xfrm>
          <a:prstGeom prst="rect">
            <a:avLst/>
          </a:prstGeom>
        </p:spPr>
        <p:txBody>
          <a:bodyPr>
            <a:normAutofit/>
          </a:bodyPr>
          <a:lstStyle/>
          <a:p>
            <a:r>
              <a:rPr lang="pt-BR" sz="4500" b="1" dirty="0">
                <a:solidFill>
                  <a:srgbClr val="FF161F"/>
                </a:solidFill>
                <a:latin typeface="Poppins" pitchFamily="2" charset="77"/>
                <a:cs typeface="Poppins" pitchFamily="2" charset="77"/>
              </a:rPr>
              <a:t>Situação</a:t>
            </a:r>
          </a:p>
        </p:txBody>
      </p:sp>
      <p:sp>
        <p:nvSpPr>
          <p:cNvPr id="3" name="Espaço Reservado para Texto 2">
            <a:extLst>
              <a:ext uri="{FF2B5EF4-FFF2-40B4-BE49-F238E27FC236}">
                <a16:creationId xmlns:a16="http://schemas.microsoft.com/office/drawing/2014/main" id="{D4375248-8A55-7FBA-5348-7B000AAFA36B}"/>
              </a:ext>
            </a:extLst>
          </p:cNvPr>
          <p:cNvSpPr>
            <a:spLocks noGrp="1"/>
          </p:cNvSpPr>
          <p:nvPr>
            <p:ph type="body" idx="4294967295"/>
          </p:nvPr>
        </p:nvSpPr>
        <p:spPr>
          <a:xfrm>
            <a:off x="5445586" y="1230889"/>
            <a:ext cx="11666756" cy="783049"/>
          </a:xfrm>
          <a:prstGeom prst="rect">
            <a:avLst/>
          </a:prstGeom>
        </p:spPr>
        <p:txBody>
          <a:bodyPr>
            <a:normAutofit/>
          </a:bodyPr>
          <a:lstStyle/>
          <a:p>
            <a:pPr>
              <a:spcAft>
                <a:spcPts val="1200"/>
              </a:spcAft>
            </a:pPr>
            <a:r>
              <a:rPr lang="pt-BR" sz="2400" b="1" dirty="0">
                <a:latin typeface="Poppins" pitchFamily="2" charset="77"/>
                <a:cs typeface="Poppins" pitchFamily="2" charset="77"/>
              </a:rPr>
              <a:t>Implementação de uma aplicação crítica</a:t>
            </a:r>
          </a:p>
        </p:txBody>
      </p:sp>
      <p:sp>
        <p:nvSpPr>
          <p:cNvPr id="12" name="Google Shape;675;p19">
            <a:extLst>
              <a:ext uri="{FF2B5EF4-FFF2-40B4-BE49-F238E27FC236}">
                <a16:creationId xmlns:a16="http://schemas.microsoft.com/office/drawing/2014/main" id="{477F85F4-BA96-B87A-9B32-15DC6DC1425C}"/>
              </a:ext>
            </a:extLst>
          </p:cNvPr>
          <p:cNvSpPr txBox="1"/>
          <p:nvPr/>
        </p:nvSpPr>
        <p:spPr>
          <a:xfrm>
            <a:off x="931490" y="995315"/>
            <a:ext cx="2613797" cy="13849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400"/>
              <a:buFont typeface="Arial"/>
              <a:buNone/>
            </a:pPr>
            <a:r>
              <a:rPr lang="pt-BR" sz="3500" u="none" strike="noStrike" cap="none">
                <a:solidFill>
                  <a:schemeClr val="lt1"/>
                </a:solidFill>
                <a:latin typeface="Poppins Light" pitchFamily="2" charset="77"/>
                <a:ea typeface="Poppins"/>
                <a:cs typeface="Poppins Light" pitchFamily="2" charset="77"/>
                <a:sym typeface="Poppins"/>
              </a:rPr>
              <a:t>Ser </a:t>
            </a:r>
            <a:endParaRPr sz="3500" u="none" strike="noStrike" cap="none">
              <a:solidFill>
                <a:srgbClr val="000000"/>
              </a:solidFill>
              <a:latin typeface="Poppins Light" pitchFamily="2" charset="77"/>
              <a:cs typeface="Poppins Light" pitchFamily="2" charset="77"/>
              <a:sym typeface="Arial"/>
            </a:endParaRPr>
          </a:p>
          <a:p>
            <a:pPr marL="0" marR="0" lvl="0" indent="0" algn="l" rtl="0">
              <a:lnSpc>
                <a:spcPct val="100000"/>
              </a:lnSpc>
              <a:spcBef>
                <a:spcPts val="0"/>
              </a:spcBef>
              <a:spcAft>
                <a:spcPts val="0"/>
              </a:spcAft>
              <a:buClr>
                <a:srgbClr val="000000"/>
              </a:buClr>
              <a:buSzPts val="4400"/>
              <a:buFont typeface="Arial"/>
              <a:buNone/>
            </a:pPr>
            <a:r>
              <a:rPr lang="pt-BR" sz="3500" b="1" i="0" u="none" strike="noStrike" cap="none">
                <a:solidFill>
                  <a:schemeClr val="lt1"/>
                </a:solidFill>
                <a:latin typeface="Poppins"/>
                <a:ea typeface="Poppins"/>
                <a:cs typeface="Poppins"/>
                <a:sym typeface="Poppins"/>
              </a:rPr>
              <a:t>sempre +</a:t>
            </a:r>
            <a:endParaRPr sz="35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 name="Espaço Reservado para Texto 18">
            <a:extLst>
              <a:ext uri="{FF2B5EF4-FFF2-40B4-BE49-F238E27FC236}">
                <a16:creationId xmlns:a16="http://schemas.microsoft.com/office/drawing/2014/main" id="{ED460CE9-DBB3-7029-BD10-667BE425312F}"/>
              </a:ext>
            </a:extLst>
          </p:cNvPr>
          <p:cNvSpPr>
            <a:spLocks noGrp="1"/>
          </p:cNvSpPr>
          <p:nvPr>
            <p:ph type="body" sz="quarter" idx="4294967295"/>
          </p:nvPr>
        </p:nvSpPr>
        <p:spPr>
          <a:xfrm>
            <a:off x="5445585" y="1843617"/>
            <a:ext cx="12284853" cy="6123440"/>
          </a:xfrm>
          <a:prstGeom prst="rect">
            <a:avLst/>
          </a:prstGeom>
        </p:spPr>
        <p:txBody>
          <a:bodyPr/>
          <a:lstStyle>
            <a:lvl1pPr>
              <a:defRPr sz="2400">
                <a:latin typeface="Poppins" pitchFamily="2" charset="77"/>
                <a:cs typeface="Poppins" pitchFamily="2" charset="77"/>
              </a:defRPr>
            </a:lvl1pPr>
          </a:lstStyle>
          <a:p>
            <a:pPr fontAlgn="base">
              <a:spcAft>
                <a:spcPts val="1800"/>
              </a:spcAft>
              <a:buNone/>
            </a:pPr>
            <a:r>
              <a:rPr lang="pt-BR" i="0" dirty="0">
                <a:solidFill>
                  <a:schemeClr val="tx1"/>
                </a:solidFill>
                <a:effectLst/>
                <a:latin typeface="Poppins" panose="00000500000000000000" pitchFamily="2" charset="0"/>
                <a:cs typeface="Poppins" panose="00000500000000000000" pitchFamily="2" charset="0"/>
              </a:rPr>
              <a:t>Você trabalha como desenvolvedor(a) em uma equipe de TI que está criando uma nova aplicação para um cliente importante: um aplicativo de navegação e informações de trânsito em tempo real. O prazo de entrega é apertado, e as demandas do cliente mudam com frequência, </a:t>
            </a:r>
            <a:r>
              <a:rPr lang="pt-BR" dirty="0"/>
              <a:t>exigindo do time agilidade para reorganizar tarefas e encontrar novas soluções.</a:t>
            </a:r>
            <a:endParaRPr lang="pt-BR" b="0" i="0" dirty="0">
              <a:solidFill>
                <a:schemeClr val="tx1"/>
              </a:solidFill>
              <a:effectLst/>
              <a:latin typeface="Poppins" panose="00000500000000000000" pitchFamily="2" charset="0"/>
              <a:cs typeface="Poppins" panose="00000500000000000000" pitchFamily="2" charset="0"/>
            </a:endParaRPr>
          </a:p>
          <a:p>
            <a:pPr fontAlgn="base">
              <a:spcAft>
                <a:spcPts val="1800"/>
              </a:spcAft>
              <a:buNone/>
            </a:pPr>
            <a:r>
              <a:rPr lang="pt-BR" b="0" i="0" dirty="0">
                <a:solidFill>
                  <a:schemeClr val="tx1"/>
                </a:solidFill>
                <a:effectLst/>
                <a:latin typeface="Poppins" panose="00000500000000000000" pitchFamily="2" charset="0"/>
                <a:cs typeface="Poppins" panose="00000500000000000000" pitchFamily="2" charset="0"/>
              </a:rPr>
              <a:t>O cliente solicitou uma funcionalidade de última hora: integrar a aplicação com um serviço externo que fornece informações detalhadas sobre o trânsito, como congestionamentos, acidentes e obras. Essa integração precisa ser feita de forma rápida e eficiente, utilizando uma API </a:t>
            </a:r>
            <a:r>
              <a:rPr lang="pt-BR" b="0" i="0" dirty="0" err="1">
                <a:solidFill>
                  <a:schemeClr val="tx1"/>
                </a:solidFill>
                <a:effectLst/>
                <a:latin typeface="Poppins" panose="00000500000000000000" pitchFamily="2" charset="0"/>
                <a:cs typeface="Poppins" panose="00000500000000000000" pitchFamily="2" charset="0"/>
              </a:rPr>
              <a:t>RESTful</a:t>
            </a:r>
            <a:r>
              <a:rPr lang="pt-BR" b="0" i="0" dirty="0">
                <a:solidFill>
                  <a:schemeClr val="tx1"/>
                </a:solidFill>
                <a:effectLst/>
                <a:latin typeface="Poppins" panose="00000500000000000000" pitchFamily="2" charset="0"/>
                <a:cs typeface="Poppins" panose="00000500000000000000" pitchFamily="2" charset="0"/>
              </a:rPr>
              <a:t>.</a:t>
            </a:r>
          </a:p>
          <a:p>
            <a:pPr fontAlgn="base">
              <a:spcAft>
                <a:spcPts val="1800"/>
              </a:spcAft>
              <a:buNone/>
            </a:pPr>
            <a:r>
              <a:rPr lang="pt-BR" b="0" i="0" dirty="0">
                <a:solidFill>
                  <a:schemeClr val="tx1"/>
                </a:solidFill>
                <a:effectLst/>
                <a:latin typeface="Poppins" panose="00000500000000000000" pitchFamily="2" charset="0"/>
                <a:cs typeface="Poppins" panose="00000500000000000000" pitchFamily="2" charset="0"/>
              </a:rPr>
              <a:t>Você percebe que seu colega está sobrecarregado e não </a:t>
            </a:r>
            <a:r>
              <a:rPr lang="pt-BR" dirty="0">
                <a:solidFill>
                  <a:schemeClr val="tx1"/>
                </a:solidFill>
                <a:latin typeface="Poppins" panose="00000500000000000000" pitchFamily="2" charset="0"/>
                <a:cs typeface="Poppins" panose="00000500000000000000" pitchFamily="2" charset="0"/>
              </a:rPr>
              <a:t>tem</a:t>
            </a:r>
            <a:r>
              <a:rPr lang="pt-BR" b="0" i="0" dirty="0">
                <a:solidFill>
                  <a:schemeClr val="tx1"/>
                </a:solidFill>
                <a:effectLst/>
                <a:latin typeface="Poppins" panose="00000500000000000000" pitchFamily="2" charset="0"/>
                <a:cs typeface="Poppins" panose="00000500000000000000" pitchFamily="2" charset="0"/>
              </a:rPr>
              <a:t> conseguido colaborar efetivamente. Além disso, a documentação da API de trânsito é extensa e complexa, o que torna a tarefa ainda mais desafiadora. Isso tem causado atrasos e deixou o ambiente mais tenso. Ainda assim, você sente que é possível encontrar caminhos criativos para lidar com as dificuldades.</a:t>
            </a:r>
          </a:p>
          <a:p>
            <a:pPr fontAlgn="base">
              <a:spcAft>
                <a:spcPts val="1800"/>
              </a:spcAft>
            </a:pPr>
            <a:r>
              <a:rPr lang="pt-BR" b="0" i="0" dirty="0">
                <a:solidFill>
                  <a:schemeClr val="tx1"/>
                </a:solidFill>
                <a:effectLst/>
                <a:latin typeface="Poppins" panose="00000500000000000000" pitchFamily="2" charset="0"/>
                <a:cs typeface="Poppins" panose="00000500000000000000" pitchFamily="2" charset="0"/>
              </a:rPr>
              <a:t>Durante uma reunião, o líder propõe que todos compartilhem suas percepções e ideias para melhorar a produtividade e o clima da equipe. Essa é uma chance de ouvir o ponto de vista dos colegas, propor soluções e se posicionar de forma clara e respeitosa.</a:t>
            </a:r>
          </a:p>
          <a:p>
            <a:pPr>
              <a:spcAft>
                <a:spcPts val="1800"/>
              </a:spcAft>
            </a:pPr>
            <a:endParaRPr lang="pt-BR" dirty="0"/>
          </a:p>
        </p:txBody>
      </p:sp>
      <p:sp>
        <p:nvSpPr>
          <p:cNvPr id="5" name="CaixaDeTexto 4">
            <a:extLst>
              <a:ext uri="{FF2B5EF4-FFF2-40B4-BE49-F238E27FC236}">
                <a16:creationId xmlns:a16="http://schemas.microsoft.com/office/drawing/2014/main" id="{2FAC8CD7-655A-7889-E96C-9B387D5B83F3}"/>
              </a:ext>
            </a:extLst>
          </p:cNvPr>
          <p:cNvSpPr txBox="1"/>
          <p:nvPr/>
        </p:nvSpPr>
        <p:spPr>
          <a:xfrm>
            <a:off x="5453730" y="9776833"/>
            <a:ext cx="4716683" cy="307736"/>
          </a:xfrm>
          <a:prstGeom prst="rect">
            <a:avLst/>
          </a:prstGeom>
          <a:noFill/>
          <a:ln>
            <a:noFill/>
          </a:ln>
        </p:spPr>
        <p:txBody>
          <a:bodyPr rot="0" spcFirstLastPara="1" vertOverflow="overflow" horzOverflow="overflow" vert="horz" wrap="square" lIns="91425" tIns="45700" rIns="91425" bIns="45700" numCol="1" spcCol="0" rtlCol="0" fromWordArt="0" anchor="t" anchorCtr="0" forceAA="0" compatLnSpc="1">
            <a:prstTxWarp prst="textNoShape">
              <a:avLst/>
            </a:prstTxWarp>
            <a:spAutoFit/>
          </a:bodyPr>
          <a:lstStyle/>
          <a:p>
            <a:pPr algn="l"/>
            <a:r>
              <a:rPr lang="pt-PT" dirty="0">
                <a:latin typeface="Poppins" panose="00000500000000000000" pitchFamily="2" charset="0"/>
                <a:cs typeface="Poppins" panose="00000500000000000000" pitchFamily="2" charset="0"/>
              </a:rPr>
              <a:t>Situação fictícia produzida pela </a:t>
            </a:r>
            <a:r>
              <a:rPr lang="pt-PT">
                <a:latin typeface="Poppins" panose="00000500000000000000" pitchFamily="2" charset="0"/>
                <a:cs typeface="Poppins" panose="00000500000000000000" pitchFamily="2" charset="0"/>
              </a:rPr>
              <a:t>SEDUC-SP.</a:t>
            </a:r>
            <a:endParaRPr lang="pt-PT"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2790865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795C602B-8837-4FE5-68AF-F35F823B3EE1}"/>
              </a:ext>
            </a:extLst>
          </p:cNvPr>
          <p:cNvSpPr>
            <a:spLocks noGrp="1"/>
          </p:cNvSpPr>
          <p:nvPr>
            <p:ph type="body" idx="4294967295"/>
          </p:nvPr>
        </p:nvSpPr>
        <p:spPr>
          <a:xfrm>
            <a:off x="6000584" y="2084846"/>
            <a:ext cx="10980069" cy="2843993"/>
          </a:xfrm>
          <a:prstGeom prst="rect">
            <a:avLst/>
          </a:prstGeom>
        </p:spPr>
        <p:txBody>
          <a:bodyPr>
            <a:noAutofit/>
          </a:bodyPr>
          <a:lstStyle/>
          <a:p>
            <a:pPr algn="l" fontAlgn="base">
              <a:buNone/>
            </a:pPr>
            <a:r>
              <a:rPr lang="pt-BR" sz="2400" b="0" i="0" dirty="0">
                <a:solidFill>
                  <a:schemeClr val="tx1"/>
                </a:solidFill>
                <a:effectLst/>
                <a:latin typeface="Poppins" panose="00000500000000000000" pitchFamily="2" charset="0"/>
                <a:cs typeface="Poppins" panose="00000500000000000000" pitchFamily="2" charset="0"/>
              </a:rPr>
              <a:t>Que ideias diferentes você poderia propor para organizar melhor o trabalho da equipe e ajudar o grupo a manter o ritmo e a qualidade, mesmo com as mudanças frequentes?</a:t>
            </a:r>
            <a:br>
              <a:rPr lang="pt-BR" sz="2400" b="0" i="0" dirty="0">
                <a:solidFill>
                  <a:schemeClr val="tx1"/>
                </a:solidFill>
                <a:effectLst/>
                <a:latin typeface="Poppins" panose="00000500000000000000" pitchFamily="2" charset="0"/>
                <a:cs typeface="Poppins" panose="00000500000000000000" pitchFamily="2" charset="0"/>
              </a:rPr>
            </a:br>
            <a:endParaRPr lang="pt-BR" sz="2400" b="0" i="0" dirty="0">
              <a:solidFill>
                <a:schemeClr val="tx1"/>
              </a:solidFill>
              <a:effectLst/>
              <a:latin typeface="Poppins" panose="00000500000000000000" pitchFamily="2" charset="0"/>
              <a:cs typeface="Poppins" panose="00000500000000000000" pitchFamily="2" charset="0"/>
            </a:endParaRPr>
          </a:p>
          <a:p>
            <a:pPr algn="l" fontAlgn="base"/>
            <a:r>
              <a:rPr lang="pt-BR" sz="2400" b="0" i="0" dirty="0">
                <a:solidFill>
                  <a:schemeClr val="tx1"/>
                </a:solidFill>
                <a:effectLst/>
                <a:latin typeface="Poppins" panose="00000500000000000000" pitchFamily="2" charset="0"/>
                <a:cs typeface="Poppins" panose="00000500000000000000" pitchFamily="2" charset="0"/>
              </a:rPr>
              <a:t>Pensando também na parte técnica, qual seria a sua proposta para integrar a aplicação com a API </a:t>
            </a:r>
            <a:r>
              <a:rPr lang="pt-BR" sz="2400" b="0" i="0" dirty="0" err="1">
                <a:solidFill>
                  <a:schemeClr val="tx1"/>
                </a:solidFill>
                <a:effectLst/>
                <a:latin typeface="Poppins" panose="00000500000000000000" pitchFamily="2" charset="0"/>
                <a:cs typeface="Poppins" panose="00000500000000000000" pitchFamily="2" charset="0"/>
              </a:rPr>
              <a:t>RESTful</a:t>
            </a:r>
            <a:r>
              <a:rPr lang="pt-BR" sz="2400" b="0" i="0" dirty="0">
                <a:solidFill>
                  <a:schemeClr val="tx1"/>
                </a:solidFill>
                <a:effectLst/>
                <a:latin typeface="Poppins" panose="00000500000000000000" pitchFamily="2" charset="0"/>
                <a:cs typeface="Poppins" panose="00000500000000000000" pitchFamily="2" charset="0"/>
              </a:rPr>
              <a:t> de trânsito, considerando o prazo apertado e a documentação complexa?</a:t>
            </a:r>
            <a:endParaRPr lang="pt-BR" sz="2400" dirty="0">
              <a:latin typeface="Poppins" panose="00000500000000000000" pitchFamily="2" charset="0"/>
              <a:cs typeface="Poppins" panose="00000500000000000000" pitchFamily="2" charset="0"/>
            </a:endParaRPr>
          </a:p>
        </p:txBody>
      </p:sp>
      <p:sp>
        <p:nvSpPr>
          <p:cNvPr id="5" name="Espaço Reservado para Texto 3">
            <a:extLst>
              <a:ext uri="{FF2B5EF4-FFF2-40B4-BE49-F238E27FC236}">
                <a16:creationId xmlns:a16="http://schemas.microsoft.com/office/drawing/2014/main" id="{35784D91-7807-B12E-D278-EF1B1345D3FA}"/>
              </a:ext>
            </a:extLst>
          </p:cNvPr>
          <p:cNvSpPr>
            <a:spLocks noGrp="1"/>
          </p:cNvSpPr>
          <p:nvPr>
            <p:ph type="body" sz="quarter" idx="4294967295" hasCustomPrompt="1"/>
          </p:nvPr>
        </p:nvSpPr>
        <p:spPr>
          <a:xfrm>
            <a:off x="5435600" y="645732"/>
            <a:ext cx="3146425" cy="730250"/>
          </a:xfrm>
          <a:prstGeom prst="rect">
            <a:avLst/>
          </a:prstGeom>
        </p:spPr>
        <p:txBody>
          <a:bodyPr/>
          <a:lstStyle>
            <a:lvl1pPr>
              <a:defRPr sz="4000" b="1" i="0">
                <a:solidFill>
                  <a:srgbClr val="FF161F"/>
                </a:solidFill>
                <a:latin typeface="Poppins" pitchFamily="2" charset="77"/>
                <a:cs typeface="Poppins" pitchFamily="2" charset="77"/>
              </a:defRPr>
            </a:lvl1pPr>
          </a:lstStyle>
          <a:p>
            <a:pPr lvl="0"/>
            <a:r>
              <a:rPr lang="pt-BR" sz="4500"/>
              <a:t>Ação</a:t>
            </a:r>
          </a:p>
        </p:txBody>
      </p:sp>
      <p:sp>
        <p:nvSpPr>
          <p:cNvPr id="7" name="Google Shape;675;p19">
            <a:extLst>
              <a:ext uri="{FF2B5EF4-FFF2-40B4-BE49-F238E27FC236}">
                <a16:creationId xmlns:a16="http://schemas.microsoft.com/office/drawing/2014/main" id="{88B8F3B9-1846-6948-10F8-CA41A43EFABD}"/>
              </a:ext>
            </a:extLst>
          </p:cNvPr>
          <p:cNvSpPr txBox="1"/>
          <p:nvPr/>
        </p:nvSpPr>
        <p:spPr>
          <a:xfrm>
            <a:off x="931490" y="995315"/>
            <a:ext cx="2613797" cy="13849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400"/>
              <a:buFont typeface="Arial"/>
              <a:buNone/>
            </a:pPr>
            <a:r>
              <a:rPr lang="pt-BR" sz="3500" u="none" strike="noStrike" cap="none">
                <a:solidFill>
                  <a:schemeClr val="lt1"/>
                </a:solidFill>
                <a:latin typeface="Poppins Light" pitchFamily="2" charset="77"/>
                <a:ea typeface="Poppins"/>
                <a:cs typeface="Poppins Light" pitchFamily="2" charset="77"/>
                <a:sym typeface="Poppins"/>
              </a:rPr>
              <a:t>Ser </a:t>
            </a:r>
            <a:endParaRPr sz="3500" u="none" strike="noStrike" cap="none">
              <a:solidFill>
                <a:srgbClr val="000000"/>
              </a:solidFill>
              <a:latin typeface="Poppins Light" pitchFamily="2" charset="77"/>
              <a:cs typeface="Poppins Light" pitchFamily="2" charset="77"/>
              <a:sym typeface="Arial"/>
            </a:endParaRPr>
          </a:p>
          <a:p>
            <a:pPr marL="0" marR="0" lvl="0" indent="0" algn="l" rtl="0">
              <a:lnSpc>
                <a:spcPct val="100000"/>
              </a:lnSpc>
              <a:spcBef>
                <a:spcPts val="0"/>
              </a:spcBef>
              <a:spcAft>
                <a:spcPts val="0"/>
              </a:spcAft>
              <a:buClr>
                <a:srgbClr val="000000"/>
              </a:buClr>
              <a:buSzPts val="4400"/>
              <a:buFont typeface="Arial"/>
              <a:buNone/>
            </a:pPr>
            <a:r>
              <a:rPr lang="pt-BR" sz="3500" b="1" i="0" u="none" strike="noStrike" cap="none">
                <a:solidFill>
                  <a:schemeClr val="lt1"/>
                </a:solidFill>
                <a:latin typeface="Poppins"/>
                <a:ea typeface="Poppins"/>
                <a:cs typeface="Poppins"/>
                <a:sym typeface="Poppins"/>
              </a:rPr>
              <a:t>sempre +</a:t>
            </a:r>
            <a:endParaRPr sz="35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 name="Triângulo 27">
            <a:extLst>
              <a:ext uri="{FF2B5EF4-FFF2-40B4-BE49-F238E27FC236}">
                <a16:creationId xmlns:a16="http://schemas.microsoft.com/office/drawing/2014/main" id="{3EE59D50-3EC5-C452-436F-E7BE2DFF5859}"/>
              </a:ext>
            </a:extLst>
          </p:cNvPr>
          <p:cNvSpPr/>
          <p:nvPr/>
        </p:nvSpPr>
        <p:spPr>
          <a:xfrm rot="5400000">
            <a:off x="5576040" y="2208603"/>
            <a:ext cx="293854" cy="235305"/>
          </a:xfrm>
          <a:prstGeom prst="triangle">
            <a:avLst/>
          </a:prstGeom>
          <a:solidFill>
            <a:srgbClr val="529AC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a:p>
        </p:txBody>
      </p:sp>
      <p:sp>
        <p:nvSpPr>
          <p:cNvPr id="4" name="Triângulo 27">
            <a:extLst>
              <a:ext uri="{FF2B5EF4-FFF2-40B4-BE49-F238E27FC236}">
                <a16:creationId xmlns:a16="http://schemas.microsoft.com/office/drawing/2014/main" id="{01777427-2CFB-4303-92A2-A16CC8D5EEA0}"/>
              </a:ext>
            </a:extLst>
          </p:cNvPr>
          <p:cNvSpPr/>
          <p:nvPr/>
        </p:nvSpPr>
        <p:spPr>
          <a:xfrm rot="5400000">
            <a:off x="5576038" y="3649884"/>
            <a:ext cx="293854" cy="235305"/>
          </a:xfrm>
          <a:prstGeom prst="triangle">
            <a:avLst/>
          </a:prstGeom>
          <a:solidFill>
            <a:srgbClr val="529AC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9518659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3" name="Google Shape;721;p53">
            <a:extLst>
              <a:ext uri="{FF2B5EF4-FFF2-40B4-BE49-F238E27FC236}">
                <a16:creationId xmlns:a16="http://schemas.microsoft.com/office/drawing/2014/main" id="{622C50B5-A2EB-20D7-6B76-58DB77432541}"/>
              </a:ext>
            </a:extLst>
          </p:cNvPr>
          <p:cNvSpPr txBox="1">
            <a:spLocks noGrp="1"/>
          </p:cNvSpPr>
          <p:nvPr>
            <p:ph type="body" idx="1"/>
          </p:nvPr>
        </p:nvSpPr>
        <p:spPr>
          <a:xfrm>
            <a:off x="8586439" y="2949364"/>
            <a:ext cx="8765390" cy="3026627"/>
          </a:xfrm>
          <a:prstGeom prst="rect">
            <a:avLst/>
          </a:prstGeom>
          <a:noFill/>
          <a:ln>
            <a:noFill/>
          </a:ln>
        </p:spPr>
        <p:txBody>
          <a:bodyPr spcFirstLastPara="1" wrap="square" lIns="91425" tIns="45700" rIns="91425" bIns="45700" anchor="t" anchorCtr="0">
            <a:noAutofit/>
          </a:bodyPr>
          <a:lstStyle/>
          <a:p>
            <a:pPr marL="0" indent="0">
              <a:spcBef>
                <a:spcPts val="0"/>
              </a:spcBef>
              <a:spcAft>
                <a:spcPts val="1800"/>
              </a:spcAft>
            </a:pPr>
            <a:r>
              <a:rPr lang="pt-BR" sz="2400" dirty="0">
                <a:solidFill>
                  <a:schemeClr val="tx1"/>
                </a:solidFill>
              </a:rPr>
              <a:t>Conheça mais sobre </a:t>
            </a:r>
            <a:r>
              <a:rPr lang="pt-BR" sz="2400" dirty="0">
                <a:solidFill>
                  <a:schemeClr val="tx1"/>
                </a:solidFill>
                <a:latin typeface="Poppins" panose="00000500000000000000" pitchFamily="2" charset="0"/>
                <a:cs typeface="Poppins" panose="00000500000000000000" pitchFamily="2" charset="0"/>
              </a:rPr>
              <a:t>APIs </a:t>
            </a:r>
            <a:r>
              <a:rPr lang="pt-BR" sz="2400" dirty="0" err="1">
                <a:solidFill>
                  <a:schemeClr val="tx1"/>
                </a:solidFill>
                <a:latin typeface="Poppins" panose="00000500000000000000" pitchFamily="2" charset="0"/>
                <a:cs typeface="Poppins" panose="00000500000000000000" pitchFamily="2" charset="0"/>
              </a:rPr>
              <a:t>RESTful</a:t>
            </a:r>
            <a:r>
              <a:rPr lang="pt-BR" sz="2400" dirty="0">
                <a:solidFill>
                  <a:schemeClr val="tx1"/>
                </a:solidFill>
                <a:latin typeface="Poppins" panose="00000500000000000000" pitchFamily="2" charset="0"/>
                <a:cs typeface="Poppins" panose="00000500000000000000" pitchFamily="2" charset="0"/>
              </a:rPr>
              <a:t>, que são uma interface que dois sistemas de computador usam para trocar informações de forma segura pela internet. </a:t>
            </a:r>
          </a:p>
          <a:p>
            <a:pPr marL="0" indent="0">
              <a:spcBef>
                <a:spcPts val="0"/>
              </a:spcBef>
              <a:spcAft>
                <a:spcPts val="1800"/>
              </a:spcAft>
            </a:pPr>
            <a:r>
              <a:rPr lang="pt-BR" sz="2400" dirty="0">
                <a:solidFill>
                  <a:schemeClr val="tx1"/>
                </a:solidFill>
                <a:latin typeface="Poppins"/>
                <a:cs typeface="Arial"/>
              </a:rPr>
              <a:t>AMAZON WEB SERVICES (AWS). </a:t>
            </a:r>
            <a:r>
              <a:rPr lang="pt-BR" sz="2400" b="1" dirty="0">
                <a:solidFill>
                  <a:schemeClr val="tx1"/>
                </a:solidFill>
                <a:latin typeface="Poppins"/>
                <a:cs typeface="Arial"/>
              </a:rPr>
              <a:t>O que é uma API </a:t>
            </a:r>
            <a:r>
              <a:rPr lang="pt-BR" sz="2400" b="1" dirty="0" err="1">
                <a:solidFill>
                  <a:schemeClr val="tx1"/>
                </a:solidFill>
                <a:latin typeface="Poppins"/>
                <a:cs typeface="Arial"/>
              </a:rPr>
              <a:t>RESTful</a:t>
            </a:r>
            <a:r>
              <a:rPr lang="pt-BR" sz="2400" b="1" dirty="0">
                <a:solidFill>
                  <a:schemeClr val="tx1"/>
                </a:solidFill>
                <a:latin typeface="Poppins"/>
                <a:cs typeface="Arial"/>
              </a:rPr>
              <a:t>? </a:t>
            </a:r>
            <a:r>
              <a:rPr lang="pt-BR" sz="2400" dirty="0">
                <a:solidFill>
                  <a:schemeClr val="tx1"/>
                </a:solidFill>
                <a:latin typeface="Poppins"/>
                <a:cs typeface="Arial"/>
              </a:rPr>
              <a:t>[s.d.]. Disponível em: </a:t>
            </a:r>
            <a:r>
              <a:rPr lang="pt-BR" sz="2400" dirty="0">
                <a:solidFill>
                  <a:schemeClr val="tx1"/>
                </a:solidFill>
                <a:latin typeface="Poppins"/>
                <a:cs typeface="Arial"/>
                <a:hlinkClick r:id="rId3"/>
              </a:rPr>
              <a:t>https://aws.amazon.com/</a:t>
            </a:r>
            <a:r>
              <a:rPr lang="pt-BR" sz="2400" dirty="0" err="1">
                <a:solidFill>
                  <a:schemeClr val="tx1"/>
                </a:solidFill>
                <a:latin typeface="Poppins"/>
                <a:cs typeface="Arial"/>
                <a:hlinkClick r:id="rId3"/>
              </a:rPr>
              <a:t>pt</a:t>
            </a:r>
            <a:r>
              <a:rPr lang="pt-BR" sz="2400" dirty="0">
                <a:solidFill>
                  <a:schemeClr val="tx1"/>
                </a:solidFill>
                <a:latin typeface="Poppins"/>
                <a:cs typeface="Arial"/>
                <a:hlinkClick r:id="rId3"/>
              </a:rPr>
              <a:t>/</a:t>
            </a:r>
            <a:r>
              <a:rPr lang="pt-BR" sz="2400" dirty="0" err="1">
                <a:solidFill>
                  <a:schemeClr val="tx1"/>
                </a:solidFill>
                <a:latin typeface="Poppins"/>
                <a:cs typeface="Arial"/>
                <a:hlinkClick r:id="rId3"/>
              </a:rPr>
              <a:t>what-is</a:t>
            </a:r>
            <a:r>
              <a:rPr lang="pt-BR" sz="2400" dirty="0">
                <a:solidFill>
                  <a:schemeClr val="tx1"/>
                </a:solidFill>
                <a:latin typeface="Poppins"/>
                <a:cs typeface="Arial"/>
                <a:hlinkClick r:id="rId3"/>
              </a:rPr>
              <a:t>/</a:t>
            </a:r>
            <a:r>
              <a:rPr lang="pt-BR" sz="2400" dirty="0" err="1">
                <a:solidFill>
                  <a:schemeClr val="tx1"/>
                </a:solidFill>
                <a:latin typeface="Poppins"/>
                <a:cs typeface="Arial"/>
                <a:hlinkClick r:id="rId3"/>
              </a:rPr>
              <a:t>restful</a:t>
            </a:r>
            <a:r>
              <a:rPr lang="pt-BR" sz="2400" dirty="0">
                <a:solidFill>
                  <a:schemeClr val="tx1"/>
                </a:solidFill>
                <a:latin typeface="Poppins"/>
                <a:cs typeface="Arial"/>
                <a:hlinkClick r:id="rId3"/>
              </a:rPr>
              <a:t>-api/</a:t>
            </a:r>
            <a:r>
              <a:rPr lang="pt-BR" sz="2400" dirty="0">
                <a:solidFill>
                  <a:schemeClr val="tx1"/>
                </a:solidFill>
                <a:latin typeface="Poppins"/>
                <a:cs typeface="Arial"/>
              </a:rPr>
              <a:t>. Acesso em: 11 abr. 2025</a:t>
            </a:r>
            <a:br>
              <a:rPr lang="en-US" sz="2400" dirty="0">
                <a:solidFill>
                  <a:schemeClr val="tx1"/>
                </a:solidFill>
              </a:rPr>
            </a:br>
            <a:endParaRPr lang="en-US" sz="2400" dirty="0">
              <a:solidFill>
                <a:schemeClr val="tx1"/>
              </a:solidFill>
            </a:endParaRPr>
          </a:p>
          <a:p>
            <a:pPr marL="0" lvl="0" indent="0" algn="l" rtl="0">
              <a:lnSpc>
                <a:spcPct val="100000"/>
              </a:lnSpc>
              <a:spcBef>
                <a:spcPts val="0"/>
              </a:spcBef>
              <a:spcAft>
                <a:spcPts val="1800"/>
              </a:spcAft>
              <a:buClr>
                <a:schemeClr val="lt1"/>
              </a:buClr>
              <a:buSzPts val="2800"/>
              <a:buNone/>
            </a:pPr>
            <a:endParaRPr sz="2400" dirty="0">
              <a:solidFill>
                <a:schemeClr val="tx1"/>
              </a:solidFill>
              <a:latin typeface="Poppins" pitchFamily="2" charset="77"/>
              <a:cs typeface="Poppins" pitchFamily="2" charset="77"/>
            </a:endParaRPr>
          </a:p>
        </p:txBody>
      </p:sp>
      <p:sp>
        <p:nvSpPr>
          <p:cNvPr id="2" name="Google Shape;145;p12">
            <a:extLst>
              <a:ext uri="{FF2B5EF4-FFF2-40B4-BE49-F238E27FC236}">
                <a16:creationId xmlns:a16="http://schemas.microsoft.com/office/drawing/2014/main" id="{8AFD5CF4-520D-C05E-0436-E4E65A8A0785}"/>
              </a:ext>
            </a:extLst>
          </p:cNvPr>
          <p:cNvSpPr txBox="1"/>
          <p:nvPr/>
        </p:nvSpPr>
        <p:spPr>
          <a:xfrm>
            <a:off x="1536187" y="2679700"/>
            <a:ext cx="4774500" cy="92333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0"/>
              <a:buFont typeface="Arial"/>
              <a:buNone/>
            </a:pPr>
            <a:r>
              <a:rPr lang="pt-BR" sz="6000" b="1" i="0" u="none" strike="noStrike" cap="none">
                <a:solidFill>
                  <a:schemeClr val="bg1"/>
                </a:solidFill>
                <a:latin typeface="Poppins"/>
                <a:ea typeface="Poppins"/>
                <a:cs typeface="Poppins"/>
                <a:sym typeface="Poppins"/>
              </a:rPr>
              <a:t>Saiba mais</a:t>
            </a:r>
            <a:endParaRPr lang="pt-BR" sz="6000" b="0" i="0" u="none" strike="noStrike" cap="none">
              <a:solidFill>
                <a:schemeClr val="bg1"/>
              </a:solidFill>
              <a:latin typeface="Poppins Light"/>
              <a:ea typeface="Poppins Light"/>
              <a:cs typeface="Poppins Light"/>
              <a:sym typeface="Poppins Light"/>
            </a:endParaRPr>
          </a:p>
        </p:txBody>
      </p:sp>
    </p:spTree>
    <p:extLst>
      <p:ext uri="{BB962C8B-B14F-4D97-AF65-F5344CB8AC3E}">
        <p14:creationId xmlns:p14="http://schemas.microsoft.com/office/powerpoint/2010/main" val="41216672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25">
          <a:extLst>
            <a:ext uri="{FF2B5EF4-FFF2-40B4-BE49-F238E27FC236}">
              <a16:creationId xmlns:a16="http://schemas.microsoft.com/office/drawing/2014/main" id="{00F765D8-99DE-2A83-E736-0AFC49BC4DA2}"/>
            </a:ext>
          </a:extLst>
        </p:cNvPr>
        <p:cNvGrpSpPr/>
        <p:nvPr/>
      </p:nvGrpSpPr>
      <p:grpSpPr>
        <a:xfrm>
          <a:off x="0" y="0"/>
          <a:ext cx="0" cy="0"/>
          <a:chOff x="0" y="0"/>
          <a:chExt cx="0" cy="0"/>
        </a:xfrm>
      </p:grpSpPr>
      <p:sp>
        <p:nvSpPr>
          <p:cNvPr id="6" name="Espaço Reservado para Texto 5">
            <a:extLst>
              <a:ext uri="{FF2B5EF4-FFF2-40B4-BE49-F238E27FC236}">
                <a16:creationId xmlns:a16="http://schemas.microsoft.com/office/drawing/2014/main" id="{F961B4F0-12EC-E2F2-C0DD-1EBE393A91A4}"/>
              </a:ext>
            </a:extLst>
          </p:cNvPr>
          <p:cNvSpPr>
            <a:spLocks noGrp="1"/>
          </p:cNvSpPr>
          <p:nvPr>
            <p:ph type="body" idx="2"/>
          </p:nvPr>
        </p:nvSpPr>
        <p:spPr>
          <a:xfrm>
            <a:off x="7301898" y="2706515"/>
            <a:ext cx="10074439" cy="970966"/>
          </a:xfrm>
        </p:spPr>
        <p:txBody>
          <a:bodyPr>
            <a:noAutofit/>
          </a:bodyPr>
          <a:lstStyle/>
          <a:p>
            <a:pPr marL="0" indent="0"/>
            <a:r>
              <a:rPr lang="pt-BR" sz="2400" dirty="0"/>
              <a:t>Aprendemos que a documentação de uma API é fundamental para entender as regras de integração e garantir uma comunicação precisa entre o sistema e o serviço externo.</a:t>
            </a:r>
            <a:endParaRPr lang="pt-BR" sz="2400" dirty="0">
              <a:latin typeface="Poppins" pitchFamily="2" charset="77"/>
              <a:cs typeface="Poppins" pitchFamily="2" charset="77"/>
            </a:endParaRPr>
          </a:p>
        </p:txBody>
      </p:sp>
      <p:sp>
        <p:nvSpPr>
          <p:cNvPr id="7" name="Espaço Reservado para Texto 6">
            <a:extLst>
              <a:ext uri="{FF2B5EF4-FFF2-40B4-BE49-F238E27FC236}">
                <a16:creationId xmlns:a16="http://schemas.microsoft.com/office/drawing/2014/main" id="{5C1AB578-B64F-815F-9CC9-04A9D46F2868}"/>
              </a:ext>
            </a:extLst>
          </p:cNvPr>
          <p:cNvSpPr>
            <a:spLocks noGrp="1"/>
          </p:cNvSpPr>
          <p:nvPr>
            <p:ph type="body" idx="3"/>
          </p:nvPr>
        </p:nvSpPr>
        <p:spPr>
          <a:xfrm>
            <a:off x="7301897" y="4537399"/>
            <a:ext cx="10074440" cy="970966"/>
          </a:xfrm>
        </p:spPr>
        <p:txBody>
          <a:bodyPr>
            <a:noAutofit/>
          </a:bodyPr>
          <a:lstStyle/>
          <a:p>
            <a:pPr marL="0" indent="0"/>
            <a:r>
              <a:rPr lang="pt-BR" sz="2400" dirty="0"/>
              <a:t>Ao integrar uma API para envio de SMS, percebemos como o uso de uma solução pronta pode simplificar o processo e evitar o esforço de desenvolver essa funcionalidade do zero.</a:t>
            </a:r>
            <a:endParaRPr lang="pt-BR" sz="2400" dirty="0">
              <a:latin typeface="Poppins" pitchFamily="2" charset="77"/>
              <a:cs typeface="Poppins" pitchFamily="2" charset="77"/>
            </a:endParaRPr>
          </a:p>
        </p:txBody>
      </p:sp>
      <p:sp>
        <p:nvSpPr>
          <p:cNvPr id="8" name="Espaço Reservado para Texto 7">
            <a:extLst>
              <a:ext uri="{FF2B5EF4-FFF2-40B4-BE49-F238E27FC236}">
                <a16:creationId xmlns:a16="http://schemas.microsoft.com/office/drawing/2014/main" id="{FE1B0984-4E19-7545-B025-4C4C1638EDB1}"/>
              </a:ext>
            </a:extLst>
          </p:cNvPr>
          <p:cNvSpPr>
            <a:spLocks noGrp="1"/>
          </p:cNvSpPr>
          <p:nvPr>
            <p:ph type="body" idx="4"/>
          </p:nvPr>
        </p:nvSpPr>
        <p:spPr>
          <a:xfrm>
            <a:off x="7331394" y="6396202"/>
            <a:ext cx="10044943" cy="1431953"/>
          </a:xfrm>
        </p:spPr>
        <p:txBody>
          <a:bodyPr>
            <a:noAutofit/>
          </a:bodyPr>
          <a:lstStyle/>
          <a:p>
            <a:pPr marL="0" indent="0"/>
            <a:r>
              <a:rPr lang="pt-BR" sz="2400" dirty="0">
                <a:latin typeface="Poppins"/>
                <a:cs typeface="Poppins"/>
              </a:rPr>
              <a:t>Entendemos como criar um script abordando conceitos aplicáveis a qualquer linguagem de programação para facilitar o consumo de APIs.</a:t>
            </a:r>
          </a:p>
        </p:txBody>
      </p:sp>
      <p:sp>
        <p:nvSpPr>
          <p:cNvPr id="3" name="Google Shape;741;p22">
            <a:extLst>
              <a:ext uri="{FF2B5EF4-FFF2-40B4-BE49-F238E27FC236}">
                <a16:creationId xmlns:a16="http://schemas.microsoft.com/office/drawing/2014/main" id="{99EAAB3A-500F-3303-113F-2DE38B40643E}"/>
              </a:ext>
            </a:extLst>
          </p:cNvPr>
          <p:cNvSpPr txBox="1">
            <a:spLocks/>
          </p:cNvSpPr>
          <p:nvPr/>
        </p:nvSpPr>
        <p:spPr>
          <a:xfrm>
            <a:off x="7015381" y="1101032"/>
            <a:ext cx="8160900" cy="842068"/>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spcBef>
                <a:spcPts val="900"/>
              </a:spcBef>
              <a:buClr>
                <a:schemeClr val="dk1"/>
              </a:buClr>
              <a:buSzPts val="4500"/>
              <a:buFont typeface="Poppins"/>
              <a:buNone/>
            </a:pPr>
            <a:r>
              <a:rPr lang="pt-BR" sz="4500" b="1">
                <a:solidFill>
                  <a:srgbClr val="FF161F"/>
                </a:solidFill>
                <a:latin typeface="Poppins"/>
                <a:ea typeface="Poppins"/>
                <a:cs typeface="Poppins"/>
                <a:sym typeface="Poppins"/>
              </a:rPr>
              <a:t>Então ficamos assim...</a:t>
            </a:r>
          </a:p>
        </p:txBody>
      </p:sp>
    </p:spTree>
    <p:extLst>
      <p:ext uri="{BB962C8B-B14F-4D97-AF65-F5344CB8AC3E}">
        <p14:creationId xmlns:p14="http://schemas.microsoft.com/office/powerpoint/2010/main" val="23385663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A7DCBD77-CF03-242C-0A04-E43124DF9AFE}"/>
              </a:ext>
            </a:extLst>
          </p:cNvPr>
          <p:cNvSpPr>
            <a:spLocks noGrp="1"/>
          </p:cNvSpPr>
          <p:nvPr>
            <p:ph type="body" idx="5"/>
          </p:nvPr>
        </p:nvSpPr>
        <p:spPr>
          <a:xfrm>
            <a:off x="2194560" y="2781300"/>
            <a:ext cx="14874240" cy="5734366"/>
          </a:xfrm>
        </p:spPr>
        <p:txBody>
          <a:bodyPr>
            <a:noAutofit/>
          </a:bodyPr>
          <a:lstStyle/>
          <a:p>
            <a:pPr marL="0" indent="0">
              <a:spcBef>
                <a:spcPts val="0"/>
              </a:spcBef>
              <a:spcAft>
                <a:spcPts val="1800"/>
              </a:spcAft>
            </a:pPr>
            <a:r>
              <a:rPr lang="pt-BR" sz="2400" dirty="0">
                <a:latin typeface="Poppins" panose="00000500000000000000" pitchFamily="2" charset="0"/>
                <a:cs typeface="Poppins" panose="00000500000000000000" pitchFamily="2" charset="0"/>
              </a:rPr>
              <a:t>AMAZON WEB SERVICES (AWS). </a:t>
            </a:r>
            <a:r>
              <a:rPr lang="pt-BR" sz="2400" b="1" dirty="0">
                <a:latin typeface="Poppins" panose="00000500000000000000" pitchFamily="2" charset="0"/>
                <a:cs typeface="Poppins" panose="00000500000000000000" pitchFamily="2" charset="0"/>
              </a:rPr>
              <a:t>O que é uma API </a:t>
            </a:r>
            <a:r>
              <a:rPr lang="pt-BR" sz="2400" b="1" dirty="0" err="1">
                <a:latin typeface="Poppins" panose="00000500000000000000" pitchFamily="2" charset="0"/>
                <a:cs typeface="Poppins" panose="00000500000000000000" pitchFamily="2" charset="0"/>
              </a:rPr>
              <a:t>RESTful</a:t>
            </a:r>
            <a:r>
              <a:rPr lang="pt-BR" sz="2400" b="1" dirty="0">
                <a:latin typeface="Poppins" panose="00000500000000000000" pitchFamily="2" charset="0"/>
                <a:cs typeface="Poppins" panose="00000500000000000000" pitchFamily="2" charset="0"/>
              </a:rPr>
              <a:t>? </a:t>
            </a:r>
            <a:r>
              <a:rPr lang="pt-BR" sz="2400" dirty="0">
                <a:latin typeface="Poppins" panose="00000500000000000000" pitchFamily="2" charset="0"/>
                <a:cs typeface="Poppins" panose="00000500000000000000" pitchFamily="2" charset="0"/>
              </a:rPr>
              <a:t>[s.d.]. Disponível em: </a:t>
            </a:r>
            <a:r>
              <a:rPr lang="pt-BR" sz="2400" dirty="0">
                <a:latin typeface="Poppins" panose="00000500000000000000" pitchFamily="2" charset="0"/>
                <a:cs typeface="Poppins" panose="00000500000000000000" pitchFamily="2" charset="0"/>
                <a:hlinkClick r:id="rId3"/>
              </a:rPr>
              <a:t>https://aws.amazon.com/</a:t>
            </a:r>
            <a:r>
              <a:rPr lang="pt-BR" sz="2400" dirty="0" err="1">
                <a:latin typeface="Poppins" panose="00000500000000000000" pitchFamily="2" charset="0"/>
                <a:cs typeface="Poppins" panose="00000500000000000000" pitchFamily="2" charset="0"/>
                <a:hlinkClick r:id="rId3"/>
              </a:rPr>
              <a:t>pt</a:t>
            </a:r>
            <a:r>
              <a:rPr lang="pt-BR" sz="2400" dirty="0">
                <a:latin typeface="Poppins" panose="00000500000000000000" pitchFamily="2" charset="0"/>
                <a:cs typeface="Poppins" panose="00000500000000000000" pitchFamily="2" charset="0"/>
                <a:hlinkClick r:id="rId3"/>
              </a:rPr>
              <a:t>/</a:t>
            </a:r>
            <a:r>
              <a:rPr lang="pt-BR" sz="2400" dirty="0" err="1">
                <a:latin typeface="Poppins" panose="00000500000000000000" pitchFamily="2" charset="0"/>
                <a:cs typeface="Poppins" panose="00000500000000000000" pitchFamily="2" charset="0"/>
                <a:hlinkClick r:id="rId3"/>
              </a:rPr>
              <a:t>what-is</a:t>
            </a:r>
            <a:r>
              <a:rPr lang="pt-BR" sz="2400" dirty="0">
                <a:latin typeface="Poppins" panose="00000500000000000000" pitchFamily="2" charset="0"/>
                <a:cs typeface="Poppins" panose="00000500000000000000" pitchFamily="2" charset="0"/>
                <a:hlinkClick r:id="rId3"/>
              </a:rPr>
              <a:t>/</a:t>
            </a:r>
            <a:r>
              <a:rPr lang="pt-BR" sz="2400" dirty="0" err="1">
                <a:latin typeface="Poppins" panose="00000500000000000000" pitchFamily="2" charset="0"/>
                <a:cs typeface="Poppins" panose="00000500000000000000" pitchFamily="2" charset="0"/>
                <a:hlinkClick r:id="rId3"/>
              </a:rPr>
              <a:t>restful</a:t>
            </a:r>
            <a:r>
              <a:rPr lang="pt-BR" sz="2400" dirty="0">
                <a:latin typeface="Poppins" panose="00000500000000000000" pitchFamily="2" charset="0"/>
                <a:cs typeface="Poppins" panose="00000500000000000000" pitchFamily="2" charset="0"/>
                <a:hlinkClick r:id="rId3"/>
              </a:rPr>
              <a:t>-api/</a:t>
            </a:r>
            <a:r>
              <a:rPr lang="pt-BR" sz="2400" dirty="0">
                <a:latin typeface="Poppins" panose="00000500000000000000" pitchFamily="2" charset="0"/>
                <a:cs typeface="Poppins" panose="00000500000000000000" pitchFamily="2" charset="0"/>
              </a:rPr>
              <a:t>. Acesso em: 11 abr. 2025</a:t>
            </a:r>
          </a:p>
          <a:p>
            <a:pPr marL="0" indent="0">
              <a:spcBef>
                <a:spcPts val="0"/>
              </a:spcBef>
              <a:spcAft>
                <a:spcPts val="1800"/>
              </a:spcAft>
            </a:pPr>
            <a:r>
              <a:rPr lang="pt-BR" sz="2400" dirty="0">
                <a:latin typeface="Poppins" panose="00000500000000000000" pitchFamily="2" charset="0"/>
                <a:cs typeface="Poppins" panose="00000500000000000000" pitchFamily="2" charset="0"/>
              </a:rPr>
              <a:t>AUTH0. </a:t>
            </a:r>
            <a:r>
              <a:rPr lang="pt-BR" sz="2400" b="1" dirty="0">
                <a:latin typeface="Poppins" panose="00000500000000000000" pitchFamily="2" charset="0"/>
                <a:cs typeface="Poppins" panose="00000500000000000000" pitchFamily="2" charset="0"/>
              </a:rPr>
              <a:t>O que é o </a:t>
            </a:r>
            <a:r>
              <a:rPr lang="pt-BR" sz="2400" b="1" dirty="0" err="1">
                <a:latin typeface="Poppins" panose="00000500000000000000" pitchFamily="2" charset="0"/>
                <a:cs typeface="Poppins" panose="00000500000000000000" pitchFamily="2" charset="0"/>
              </a:rPr>
              <a:t>OAuth</a:t>
            </a:r>
            <a:r>
              <a:rPr lang="pt-BR" sz="2400" b="1" dirty="0">
                <a:latin typeface="Poppins" panose="00000500000000000000" pitchFamily="2" charset="0"/>
                <a:cs typeface="Poppins" panose="00000500000000000000" pitchFamily="2" charset="0"/>
              </a:rPr>
              <a:t> 2.0? </a:t>
            </a:r>
            <a:r>
              <a:rPr lang="pt-BR" sz="2400" dirty="0">
                <a:latin typeface="Poppins" panose="00000500000000000000" pitchFamily="2" charset="0"/>
                <a:cs typeface="Poppins" panose="00000500000000000000" pitchFamily="2" charset="0"/>
              </a:rPr>
              <a:t>[s.d.]. Disponível em: </a:t>
            </a:r>
            <a:r>
              <a:rPr lang="pt-BR" sz="2400" dirty="0">
                <a:latin typeface="Poppins" panose="00000500000000000000" pitchFamily="2" charset="0"/>
                <a:cs typeface="Poppins" panose="00000500000000000000" pitchFamily="2" charset="0"/>
                <a:hlinkClick r:id="rId4"/>
              </a:rPr>
              <a:t>https://auth0.com/</a:t>
            </a:r>
            <a:r>
              <a:rPr lang="pt-BR" sz="2400" dirty="0" err="1">
                <a:latin typeface="Poppins" panose="00000500000000000000" pitchFamily="2" charset="0"/>
                <a:cs typeface="Poppins" panose="00000500000000000000" pitchFamily="2" charset="0"/>
                <a:hlinkClick r:id="rId4"/>
              </a:rPr>
              <a:t>pt</a:t>
            </a:r>
            <a:r>
              <a:rPr lang="pt-BR" sz="2400" dirty="0">
                <a:latin typeface="Poppins" panose="00000500000000000000" pitchFamily="2" charset="0"/>
                <a:cs typeface="Poppins" panose="00000500000000000000" pitchFamily="2" charset="0"/>
                <a:hlinkClick r:id="rId4"/>
              </a:rPr>
              <a:t>/</a:t>
            </a:r>
            <a:r>
              <a:rPr lang="pt-BR" sz="2400" dirty="0" err="1">
                <a:latin typeface="Poppins" panose="00000500000000000000" pitchFamily="2" charset="0"/>
                <a:cs typeface="Poppins" panose="00000500000000000000" pitchFamily="2" charset="0"/>
                <a:hlinkClick r:id="rId4"/>
              </a:rPr>
              <a:t>intro-to-iam</a:t>
            </a:r>
            <a:r>
              <a:rPr lang="pt-BR" sz="2400" dirty="0">
                <a:latin typeface="Poppins" panose="00000500000000000000" pitchFamily="2" charset="0"/>
                <a:cs typeface="Poppins" panose="00000500000000000000" pitchFamily="2" charset="0"/>
                <a:hlinkClick r:id="rId4"/>
              </a:rPr>
              <a:t>/what-is-oauth-2</a:t>
            </a:r>
            <a:r>
              <a:rPr lang="pt-BR" sz="2400" dirty="0">
                <a:latin typeface="Poppins" panose="00000500000000000000" pitchFamily="2" charset="0"/>
                <a:cs typeface="Poppins" panose="00000500000000000000" pitchFamily="2" charset="0"/>
              </a:rPr>
              <a:t>. Acesso em: 11 abr. 2025. </a:t>
            </a:r>
          </a:p>
          <a:p>
            <a:pPr marL="0" indent="0">
              <a:spcBef>
                <a:spcPts val="0"/>
              </a:spcBef>
              <a:spcAft>
                <a:spcPts val="1800"/>
              </a:spcAft>
            </a:pPr>
            <a:r>
              <a:rPr lang="pt-BR" sz="2400" dirty="0">
                <a:latin typeface="Poppins" panose="00000500000000000000" pitchFamily="2" charset="0"/>
                <a:cs typeface="Poppins" panose="00000500000000000000" pitchFamily="2" charset="0"/>
              </a:rPr>
              <a:t>LOUZADA, V.; CARVALHO, C.; LARANJA, E. </a:t>
            </a:r>
            <a:r>
              <a:rPr lang="pt-BR" sz="2400" b="1" dirty="0">
                <a:latin typeface="Poppins" panose="00000500000000000000" pitchFamily="2" charset="0"/>
                <a:cs typeface="Poppins" panose="00000500000000000000" pitchFamily="2" charset="0"/>
              </a:rPr>
              <a:t>Entenda o que é uma API e sua importância. </a:t>
            </a:r>
            <a:r>
              <a:rPr lang="pt-BR" sz="2400" dirty="0" err="1">
                <a:latin typeface="Poppins" panose="00000500000000000000" pitchFamily="2" charset="0"/>
                <a:cs typeface="Poppins" panose="00000500000000000000" pitchFamily="2" charset="0"/>
              </a:rPr>
              <a:t>Alura</a:t>
            </a:r>
            <a:r>
              <a:rPr lang="pt-BR" sz="2400" dirty="0">
                <a:latin typeface="Poppins" panose="00000500000000000000" pitchFamily="2" charset="0"/>
                <a:cs typeface="Poppins" panose="00000500000000000000" pitchFamily="2" charset="0"/>
              </a:rPr>
              <a:t>, 1 mar. 2024. Disponível em: </a:t>
            </a:r>
            <a:r>
              <a:rPr lang="pt-BR" sz="2400" dirty="0">
                <a:latin typeface="Poppins" panose="00000500000000000000" pitchFamily="2" charset="0"/>
                <a:cs typeface="Poppins" panose="00000500000000000000" pitchFamily="2" charset="0"/>
                <a:hlinkClick r:id="rId5"/>
              </a:rPr>
              <a:t>https://www.alura.com.br/artigos/</a:t>
            </a:r>
            <a:r>
              <a:rPr lang="pt-BR" sz="2400" dirty="0" err="1">
                <a:latin typeface="Poppins" panose="00000500000000000000" pitchFamily="2" charset="0"/>
                <a:cs typeface="Poppins" panose="00000500000000000000" pitchFamily="2" charset="0"/>
                <a:hlinkClick r:id="rId5"/>
              </a:rPr>
              <a:t>api?srsltid</a:t>
            </a:r>
            <a:r>
              <a:rPr lang="pt-BR" sz="2400" dirty="0">
                <a:latin typeface="Poppins" panose="00000500000000000000" pitchFamily="2" charset="0"/>
                <a:cs typeface="Poppins" panose="00000500000000000000" pitchFamily="2" charset="0"/>
                <a:hlinkClick r:id="rId5"/>
              </a:rPr>
              <a:t>=AfmBOopTrd1yxB3-yOTI8IE6UI4JqhoPRo7Td_RO4VXBzlkc9utJEq4e</a:t>
            </a:r>
            <a:r>
              <a:rPr lang="pt-BR" sz="2400" dirty="0">
                <a:latin typeface="Poppins" panose="00000500000000000000" pitchFamily="2" charset="0"/>
                <a:cs typeface="Poppins" panose="00000500000000000000" pitchFamily="2" charset="0"/>
              </a:rPr>
              <a:t>. Acesso em: 11 abr. 2025. </a:t>
            </a:r>
          </a:p>
          <a:p>
            <a:pPr marL="0" indent="0">
              <a:spcBef>
                <a:spcPts val="0"/>
              </a:spcBef>
              <a:spcAft>
                <a:spcPts val="1800"/>
              </a:spcAft>
            </a:pPr>
            <a:r>
              <a:rPr lang="pt-BR" sz="2400" dirty="0">
                <a:latin typeface="Poppins" panose="00000500000000000000" pitchFamily="2" charset="0"/>
                <a:cs typeface="Poppins" panose="00000500000000000000" pitchFamily="2" charset="0"/>
              </a:rPr>
              <a:t>Identidade visual: imagens © </a:t>
            </a:r>
            <a:r>
              <a:rPr lang="pt-BR" sz="2400" dirty="0" err="1">
                <a:latin typeface="Poppins" panose="00000500000000000000" pitchFamily="2" charset="0"/>
                <a:cs typeface="Poppins" panose="00000500000000000000" pitchFamily="2" charset="0"/>
              </a:rPr>
              <a:t>Getty</a:t>
            </a:r>
            <a:r>
              <a:rPr lang="pt-BR" sz="2400" dirty="0">
                <a:latin typeface="Poppins" panose="00000500000000000000" pitchFamily="2" charset="0"/>
                <a:cs typeface="Poppins" panose="00000500000000000000" pitchFamily="2" charset="0"/>
              </a:rPr>
              <a:t> </a:t>
            </a:r>
            <a:r>
              <a:rPr lang="pt-BR" sz="2400" dirty="0" err="1">
                <a:latin typeface="Poppins" panose="00000500000000000000" pitchFamily="2" charset="0"/>
                <a:cs typeface="Poppins" panose="00000500000000000000" pitchFamily="2" charset="0"/>
              </a:rPr>
              <a:t>Images</a:t>
            </a:r>
            <a:r>
              <a:rPr lang="pt-BR" sz="2400" dirty="0">
                <a:latin typeface="Poppins" panose="00000500000000000000" pitchFamily="2" charset="0"/>
                <a:cs typeface="Poppins" panose="00000500000000000000" pitchFamily="2" charset="0"/>
              </a:rPr>
              <a:t>.</a:t>
            </a:r>
            <a:br>
              <a:rPr lang="en-US" sz="2400" dirty="0">
                <a:latin typeface="Poppins" panose="00000500000000000000" pitchFamily="2" charset="0"/>
                <a:cs typeface="Poppins" panose="00000500000000000000" pitchFamily="2" charset="0"/>
              </a:rPr>
            </a:br>
            <a:br>
              <a:rPr lang="en-US" sz="2400" dirty="0">
                <a:latin typeface="Poppins" panose="00000500000000000000" pitchFamily="2" charset="0"/>
                <a:cs typeface="Poppins" panose="00000500000000000000" pitchFamily="2" charset="0"/>
              </a:rPr>
            </a:br>
            <a:endParaRPr lang="en-US" sz="24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42497828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8F7D820-59D9-B36F-70F9-9069AA799D71}"/>
            </a:ext>
          </a:extLst>
        </p:cNvPr>
        <p:cNvGrpSpPr/>
        <p:nvPr/>
      </p:nvGrpSpPr>
      <p:grpSpPr>
        <a:xfrm>
          <a:off x="0" y="0"/>
          <a:ext cx="0" cy="0"/>
          <a:chOff x="0" y="0"/>
          <a:chExt cx="0" cy="0"/>
        </a:xfrm>
      </p:grpSpPr>
      <p:sp>
        <p:nvSpPr>
          <p:cNvPr id="2" name="Google Shape;643;p43">
            <a:extLst>
              <a:ext uri="{FF2B5EF4-FFF2-40B4-BE49-F238E27FC236}">
                <a16:creationId xmlns:a16="http://schemas.microsoft.com/office/drawing/2014/main" id="{E707B44A-1813-17B4-62E8-86DF5025AF2A}"/>
              </a:ext>
            </a:extLst>
          </p:cNvPr>
          <p:cNvSpPr txBox="1">
            <a:spLocks/>
          </p:cNvSpPr>
          <p:nvPr/>
        </p:nvSpPr>
        <p:spPr>
          <a:xfrm>
            <a:off x="937698" y="3829934"/>
            <a:ext cx="10222120" cy="8031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dirty="0">
                <a:solidFill>
                  <a:srgbClr val="FF161F"/>
                </a:solidFill>
              </a:rPr>
              <a:t>Orientações ao professor</a:t>
            </a:r>
          </a:p>
        </p:txBody>
      </p:sp>
    </p:spTree>
    <p:extLst>
      <p:ext uri="{BB962C8B-B14F-4D97-AF65-F5344CB8AC3E}">
        <p14:creationId xmlns:p14="http://schemas.microsoft.com/office/powerpoint/2010/main" val="16311293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9" name="Conector Reto 6">
            <a:extLst>
              <a:ext uri="{FF2B5EF4-FFF2-40B4-BE49-F238E27FC236}">
                <a16:creationId xmlns:a16="http://schemas.microsoft.com/office/drawing/2014/main" id="{57BE0B95-C5BD-941F-8951-3B1416B4B627}"/>
              </a:ext>
            </a:extLst>
          </p:cNvPr>
          <p:cNvCxnSpPr>
            <a:cxnSpLocks/>
          </p:cNvCxnSpPr>
          <p:nvPr/>
        </p:nvCxnSpPr>
        <p:spPr>
          <a:xfrm flipV="1">
            <a:off x="868312" y="1583832"/>
            <a:ext cx="0" cy="7488839"/>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5" name="Retângulo 4">
            <a:extLst>
              <a:ext uri="{FF2B5EF4-FFF2-40B4-BE49-F238E27FC236}">
                <a16:creationId xmlns:a16="http://schemas.microsoft.com/office/drawing/2014/main" id="{EAED0FCA-E30E-FCCE-6375-4A0D838E30DB}"/>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E7D3BC7C-28C1-7DC2-665A-68D709ECA042}"/>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6</a:t>
            </a:r>
            <a:endParaRPr lang="pt-BR" sz="4800" b="1" dirty="0">
              <a:solidFill>
                <a:schemeClr val="bg1"/>
              </a:solidFill>
              <a:latin typeface="Poppins" pitchFamily="2" charset="77"/>
              <a:cs typeface="Poppins" pitchFamily="2" charset="77"/>
            </a:endParaRPr>
          </a:p>
        </p:txBody>
      </p:sp>
      <p:sp>
        <p:nvSpPr>
          <p:cNvPr id="12" name="Oval 11">
            <a:extLst>
              <a:ext uri="{FF2B5EF4-FFF2-40B4-BE49-F238E27FC236}">
                <a16:creationId xmlns:a16="http://schemas.microsoft.com/office/drawing/2014/main" id="{FEAC075A-B8C8-E930-4E60-044E1150CB99}"/>
              </a:ext>
            </a:extLst>
          </p:cNvPr>
          <p:cNvSpPr/>
          <p:nvPr/>
        </p:nvSpPr>
        <p:spPr>
          <a:xfrm>
            <a:off x="590646" y="2893759"/>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a:p>
        </p:txBody>
      </p:sp>
      <p:pic>
        <p:nvPicPr>
          <p:cNvPr id="15" name="Imagem 14">
            <a:extLst>
              <a:ext uri="{FF2B5EF4-FFF2-40B4-BE49-F238E27FC236}">
                <a16:creationId xmlns:a16="http://schemas.microsoft.com/office/drawing/2014/main" id="{B95306FF-08A1-054B-09E2-33A5D393CBF5}"/>
              </a:ext>
            </a:extLst>
          </p:cNvPr>
          <p:cNvPicPr>
            <a:picLocks noChangeAspect="1"/>
          </p:cNvPicPr>
          <p:nvPr/>
        </p:nvPicPr>
        <p:blipFill>
          <a:blip r:embed="rId3"/>
          <a:srcRect/>
          <a:stretch/>
        </p:blipFill>
        <p:spPr>
          <a:xfrm>
            <a:off x="766183" y="3037938"/>
            <a:ext cx="235287" cy="282344"/>
          </a:xfrm>
          <a:prstGeom prst="rect">
            <a:avLst/>
          </a:prstGeom>
        </p:spPr>
      </p:pic>
      <p:sp>
        <p:nvSpPr>
          <p:cNvPr id="20" name="CaixaDeTexto 3">
            <a:extLst>
              <a:ext uri="{FF2B5EF4-FFF2-40B4-BE49-F238E27FC236}">
                <a16:creationId xmlns:a16="http://schemas.microsoft.com/office/drawing/2014/main" id="{4F0AFEA1-9119-C042-CFE7-7B540E598DA4}"/>
              </a:ext>
            </a:extLst>
          </p:cNvPr>
          <p:cNvSpPr txBox="1"/>
          <p:nvPr/>
        </p:nvSpPr>
        <p:spPr>
          <a:xfrm>
            <a:off x="1478279" y="2070375"/>
            <a:ext cx="15685769" cy="738664"/>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Tx/>
              <a:defRPr/>
            </a:pPr>
            <a:r>
              <a:rPr lang="pt-BR" b="1" dirty="0">
                <a:latin typeface="Poppins"/>
                <a:cs typeface="Poppins"/>
              </a:rPr>
              <a:t>Orientações: </a:t>
            </a:r>
            <a:r>
              <a:rPr lang="pt-BR" dirty="0">
                <a:latin typeface="Poppins"/>
                <a:cs typeface="Poppins"/>
              </a:rPr>
              <a:t>professor, esse tema foi abordado na aula 2 da semana 7.</a:t>
            </a:r>
          </a:p>
          <a:p>
            <a:pPr>
              <a:buClrTx/>
              <a:defRPr/>
            </a:pPr>
            <a:r>
              <a:rPr lang="pt-BR" dirty="0">
                <a:latin typeface="Poppins"/>
                <a:cs typeface="Poppins"/>
              </a:rPr>
              <a:t>  </a:t>
            </a:r>
          </a:p>
          <a:p>
            <a:pPr>
              <a:buClrTx/>
              <a:defRPr/>
            </a:pPr>
            <a:endParaRPr lang="pt-BR" b="1" dirty="0">
              <a:latin typeface="Poppins"/>
              <a:cs typeface="Poppins"/>
            </a:endParaRPr>
          </a:p>
        </p:txBody>
      </p:sp>
      <p:sp>
        <p:nvSpPr>
          <p:cNvPr id="16" name="Oval 12">
            <a:extLst>
              <a:ext uri="{FF2B5EF4-FFF2-40B4-BE49-F238E27FC236}">
                <a16:creationId xmlns:a16="http://schemas.microsoft.com/office/drawing/2014/main" id="{861665AC-D155-B13D-A8B8-8B4082E28A7C}"/>
              </a:ext>
            </a:extLst>
          </p:cNvPr>
          <p:cNvSpPr/>
          <p:nvPr/>
        </p:nvSpPr>
        <p:spPr>
          <a:xfrm>
            <a:off x="607827" y="2074927"/>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17" name="Google Shape;2216;p100">
            <a:extLst>
              <a:ext uri="{FF2B5EF4-FFF2-40B4-BE49-F238E27FC236}">
                <a16:creationId xmlns:a16="http://schemas.microsoft.com/office/drawing/2014/main" id="{B68A609D-5BFB-6300-8B38-4E6481934BE4}"/>
              </a:ext>
            </a:extLst>
          </p:cNvPr>
          <p:cNvSpPr/>
          <p:nvPr/>
        </p:nvSpPr>
        <p:spPr>
          <a:xfrm>
            <a:off x="715912" y="2222760"/>
            <a:ext cx="355853" cy="301106"/>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 name="Retângulo 12">
            <a:extLst>
              <a:ext uri="{FF2B5EF4-FFF2-40B4-BE49-F238E27FC236}">
                <a16:creationId xmlns:a16="http://schemas.microsoft.com/office/drawing/2014/main" id="{DEC72773-923A-C417-5693-0AAF0F9A9ADE}"/>
              </a:ext>
            </a:extLst>
          </p:cNvPr>
          <p:cNvSpPr/>
          <p:nvPr/>
        </p:nvSpPr>
        <p:spPr>
          <a:xfrm>
            <a:off x="-1" y="3736024"/>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 name="CaixaDeTexto 13">
            <a:extLst>
              <a:ext uri="{FF2B5EF4-FFF2-40B4-BE49-F238E27FC236}">
                <a16:creationId xmlns:a16="http://schemas.microsoft.com/office/drawing/2014/main" id="{9E82D8AC-CCBB-21A9-32B2-9C854A07C03A}"/>
              </a:ext>
            </a:extLst>
          </p:cNvPr>
          <p:cNvSpPr txBox="1"/>
          <p:nvPr/>
        </p:nvSpPr>
        <p:spPr>
          <a:xfrm>
            <a:off x="1478279" y="3751264"/>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7</a:t>
            </a:r>
            <a:endParaRPr lang="pt-BR" sz="4800" b="1" dirty="0">
              <a:solidFill>
                <a:schemeClr val="bg1"/>
              </a:solidFill>
              <a:latin typeface="Poppins" pitchFamily="2" charset="77"/>
              <a:cs typeface="Poppins" pitchFamily="2" charset="77"/>
            </a:endParaRPr>
          </a:p>
        </p:txBody>
      </p:sp>
      <p:sp>
        <p:nvSpPr>
          <p:cNvPr id="18" name="CaixaDeTexto 17">
            <a:extLst>
              <a:ext uri="{FF2B5EF4-FFF2-40B4-BE49-F238E27FC236}">
                <a16:creationId xmlns:a16="http://schemas.microsoft.com/office/drawing/2014/main" id="{E9254842-15C1-C207-AF90-D29DF0ECD5FE}"/>
              </a:ext>
            </a:extLst>
          </p:cNvPr>
          <p:cNvSpPr txBox="1"/>
          <p:nvPr/>
        </p:nvSpPr>
        <p:spPr>
          <a:xfrm>
            <a:off x="1478280" y="3001557"/>
            <a:ext cx="9144000" cy="307777"/>
          </a:xfrm>
          <a:prstGeom prst="rect">
            <a:avLst/>
          </a:prstGeom>
          <a:noFill/>
          <a:ln>
            <a:noFill/>
          </a:ln>
        </p:spPr>
        <p:txBody>
          <a:bodyPr wrap="square">
            <a:spAutoFit/>
          </a:bodyPr>
          <a:lstStyle/>
          <a:p>
            <a:pPr>
              <a:buClrTx/>
              <a:defRPr/>
            </a:pPr>
            <a:r>
              <a:rPr lang="pt-BR" b="1" dirty="0">
                <a:latin typeface="Poppins"/>
                <a:cs typeface="Poppins"/>
              </a:rPr>
              <a:t>Tempo:</a:t>
            </a:r>
            <a:r>
              <a:rPr lang="pt-BR" dirty="0">
                <a:latin typeface="Poppins"/>
                <a:cs typeface="Poppins"/>
              </a:rPr>
              <a:t> 5 minutos.</a:t>
            </a:r>
          </a:p>
        </p:txBody>
      </p:sp>
      <p:sp>
        <p:nvSpPr>
          <p:cNvPr id="24" name="CaixaDeTexto 23">
            <a:extLst>
              <a:ext uri="{FF2B5EF4-FFF2-40B4-BE49-F238E27FC236}">
                <a16:creationId xmlns:a16="http://schemas.microsoft.com/office/drawing/2014/main" id="{2A8895B5-427C-DB83-3773-8239F3B08DBF}"/>
              </a:ext>
            </a:extLst>
          </p:cNvPr>
          <p:cNvSpPr txBox="1"/>
          <p:nvPr/>
        </p:nvSpPr>
        <p:spPr>
          <a:xfrm>
            <a:off x="1478279" y="7452186"/>
            <a:ext cx="16430580" cy="738664"/>
          </a:xfrm>
          <a:prstGeom prst="rect">
            <a:avLst/>
          </a:prstGeom>
          <a:noFill/>
          <a:ln>
            <a:noFill/>
          </a:ln>
        </p:spPr>
        <p:txBody>
          <a:bodyPr wrap="square">
            <a:spAutoFit/>
          </a:bodyPr>
          <a:lstStyle/>
          <a:p>
            <a:r>
              <a:rPr lang="pt-BR" b="1" dirty="0">
                <a:solidFill>
                  <a:schemeClr val="tx1"/>
                </a:solidFill>
                <a:latin typeface="Poppins" panose="00000500000000000000" pitchFamily="2" charset="0"/>
                <a:cs typeface="Poppins" panose="00000500000000000000" pitchFamily="2" charset="0"/>
              </a:rPr>
              <a:t>Tempo do vídeo: </a:t>
            </a:r>
            <a:r>
              <a:rPr lang="pt-BR" dirty="0">
                <a:solidFill>
                  <a:schemeClr val="tx1"/>
                </a:solidFill>
                <a:latin typeface="Poppins" panose="00000500000000000000" pitchFamily="2" charset="0"/>
                <a:cs typeface="Poppins" panose="00000500000000000000" pitchFamily="2" charset="0"/>
              </a:rPr>
              <a:t>21 minutos.</a:t>
            </a:r>
            <a:endParaRPr lang="pt-BR" b="0" dirty="0">
              <a:solidFill>
                <a:schemeClr val="tx1"/>
              </a:solidFill>
              <a:latin typeface="Poppins" panose="00000500000000000000" pitchFamily="2" charset="0"/>
              <a:cs typeface="Poppins" panose="00000500000000000000" pitchFamily="2" charset="0"/>
            </a:endParaRPr>
          </a:p>
          <a:p>
            <a:pPr>
              <a:defRPr/>
            </a:pPr>
            <a:endParaRPr lang="pt-BR" b="0" i="0" dirty="0">
              <a:solidFill>
                <a:schemeClr val="tx1"/>
              </a:solidFill>
              <a:effectLst/>
              <a:latin typeface="Poppins" panose="00000500000000000000" pitchFamily="2" charset="0"/>
              <a:cs typeface="Poppins" panose="00000500000000000000" pitchFamily="2" charset="0"/>
            </a:endParaRPr>
          </a:p>
          <a:p>
            <a:pPr>
              <a:buNone/>
            </a:pPr>
            <a:r>
              <a:rPr lang="pt-BR" dirty="0">
                <a:latin typeface="Poppins" panose="00000500000000000000" pitchFamily="2" charset="0"/>
                <a:cs typeface="Poppins" panose="00000500000000000000" pitchFamily="2" charset="0"/>
              </a:rPr>
              <a:t>ATTEKITA DEV. </a:t>
            </a:r>
            <a:r>
              <a:rPr lang="pt-BR" b="1" dirty="0">
                <a:latin typeface="Poppins" panose="00000500000000000000" pitchFamily="2" charset="0"/>
                <a:cs typeface="Poppins" panose="00000500000000000000" pitchFamily="2" charset="0"/>
              </a:rPr>
              <a:t>Como integrar com uma API na prática? (Passo a passo – enviando SMS)</a:t>
            </a:r>
            <a:r>
              <a:rPr lang="pt-BR" i="1" dirty="0">
                <a:latin typeface="Poppins" panose="00000500000000000000" pitchFamily="2" charset="0"/>
                <a:cs typeface="Poppins" panose="00000500000000000000" pitchFamily="2" charset="0"/>
              </a:rPr>
              <a:t>.</a:t>
            </a:r>
            <a:r>
              <a:rPr lang="pt-BR" dirty="0">
                <a:latin typeface="Poppins" panose="00000500000000000000" pitchFamily="2" charset="0"/>
                <a:cs typeface="Poppins" panose="00000500000000000000" pitchFamily="2" charset="0"/>
              </a:rPr>
              <a:t> Disponível em: </a:t>
            </a:r>
            <a:r>
              <a:rPr lang="pt-BR" dirty="0">
                <a:latin typeface="Poppins" panose="00000500000000000000" pitchFamily="2" charset="0"/>
                <a:cs typeface="Poppins" panose="00000500000000000000" pitchFamily="2" charset="0"/>
                <a:hlinkClick r:id="rId4"/>
              </a:rPr>
              <a:t>https://www.youtube.com/</a:t>
            </a:r>
            <a:r>
              <a:rPr lang="pt-BR" dirty="0" err="1">
                <a:latin typeface="Poppins" panose="00000500000000000000" pitchFamily="2" charset="0"/>
                <a:cs typeface="Poppins" panose="00000500000000000000" pitchFamily="2" charset="0"/>
                <a:hlinkClick r:id="rId4"/>
              </a:rPr>
              <a:t>watch?v</a:t>
            </a:r>
            <a:r>
              <a:rPr lang="pt-BR" dirty="0">
                <a:latin typeface="Poppins" panose="00000500000000000000" pitchFamily="2" charset="0"/>
                <a:cs typeface="Poppins" panose="00000500000000000000" pitchFamily="2" charset="0"/>
                <a:hlinkClick r:id="rId4"/>
              </a:rPr>
              <a:t>=Bi5HsQz-87A</a:t>
            </a:r>
            <a:r>
              <a:rPr lang="pt-BR" dirty="0">
                <a:latin typeface="Poppins" panose="00000500000000000000" pitchFamily="2" charset="0"/>
                <a:cs typeface="Poppins" panose="00000500000000000000" pitchFamily="2" charset="0"/>
              </a:rPr>
              <a:t>. Acesso em: 11 abr. 2025.</a:t>
            </a:r>
            <a:endParaRPr lang="pt-BR" dirty="0"/>
          </a:p>
        </p:txBody>
      </p:sp>
      <p:sp>
        <p:nvSpPr>
          <p:cNvPr id="25" name="Oval 12">
            <a:extLst>
              <a:ext uri="{FF2B5EF4-FFF2-40B4-BE49-F238E27FC236}">
                <a16:creationId xmlns:a16="http://schemas.microsoft.com/office/drawing/2014/main" id="{3086D872-DFC9-8AFA-4D28-CDC2C2A14D3E}"/>
              </a:ext>
            </a:extLst>
          </p:cNvPr>
          <p:cNvSpPr/>
          <p:nvPr/>
        </p:nvSpPr>
        <p:spPr>
          <a:xfrm>
            <a:off x="607827" y="4836565"/>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26" name="Google Shape;2216;p100">
            <a:extLst>
              <a:ext uri="{FF2B5EF4-FFF2-40B4-BE49-F238E27FC236}">
                <a16:creationId xmlns:a16="http://schemas.microsoft.com/office/drawing/2014/main" id="{37E187D1-ADE5-0E0F-27BA-364F876E23BC}"/>
              </a:ext>
            </a:extLst>
          </p:cNvPr>
          <p:cNvSpPr/>
          <p:nvPr/>
        </p:nvSpPr>
        <p:spPr>
          <a:xfrm>
            <a:off x="715912" y="4984398"/>
            <a:ext cx="355853" cy="301106"/>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 name="CaixaDeTexto 27">
            <a:extLst>
              <a:ext uri="{FF2B5EF4-FFF2-40B4-BE49-F238E27FC236}">
                <a16:creationId xmlns:a16="http://schemas.microsoft.com/office/drawing/2014/main" id="{81D93FD4-7376-243F-78D3-0292E1F53DE2}"/>
              </a:ext>
            </a:extLst>
          </p:cNvPr>
          <p:cNvSpPr txBox="1"/>
          <p:nvPr/>
        </p:nvSpPr>
        <p:spPr>
          <a:xfrm>
            <a:off x="1478280" y="4948236"/>
            <a:ext cx="16093808" cy="2031325"/>
          </a:xfrm>
          <a:prstGeom prst="rect">
            <a:avLst/>
          </a:prstGeom>
          <a:noFill/>
          <a:ln>
            <a:noFill/>
          </a:ln>
        </p:spPr>
        <p:txBody>
          <a:bodyPr wrap="square">
            <a:spAutoFit/>
          </a:bodyPr>
          <a:lstStyle/>
          <a:p>
            <a:pPr>
              <a:buNone/>
            </a:pPr>
            <a:r>
              <a:rPr lang="pt-BR" dirty="0">
                <a:latin typeface="Poppins" panose="00000500000000000000" pitchFamily="2" charset="0"/>
                <a:cs typeface="Poppins" panose="00000500000000000000" pitchFamily="2" charset="0"/>
              </a:rPr>
              <a:t>Professor, o vídeo aborda os conceitos de REST, consumo de APIs e tratamento de respostas, demonstrando como implementar a integração com APIs </a:t>
            </a:r>
            <a:r>
              <a:rPr lang="pt-BR" dirty="0" err="1">
                <a:latin typeface="Poppins" panose="00000500000000000000" pitchFamily="2" charset="0"/>
                <a:cs typeface="Poppins" panose="00000500000000000000" pitchFamily="2" charset="0"/>
              </a:rPr>
              <a:t>RESTful</a:t>
            </a:r>
            <a:r>
              <a:rPr lang="pt-BR" dirty="0">
                <a:latin typeface="Poppins" panose="00000500000000000000" pitchFamily="2" charset="0"/>
                <a:cs typeface="Poppins" panose="00000500000000000000" pitchFamily="2" charset="0"/>
              </a:rPr>
              <a:t> na prática:</a:t>
            </a:r>
          </a:p>
          <a:p>
            <a:pPr>
              <a:buNone/>
            </a:pPr>
            <a:endParaRPr lang="pt-BR" dirty="0">
              <a:latin typeface="Poppins" panose="00000500000000000000" pitchFamily="2" charset="0"/>
              <a:cs typeface="Poppins" panose="00000500000000000000" pitchFamily="2" charset="0"/>
            </a:endParaRPr>
          </a:p>
          <a:p>
            <a:pPr>
              <a:buNone/>
            </a:pPr>
            <a:r>
              <a:rPr lang="pt-BR" dirty="0">
                <a:latin typeface="Poppins" panose="00000500000000000000" pitchFamily="2" charset="0"/>
                <a:cs typeface="Poppins" panose="00000500000000000000" pitchFamily="2" charset="0"/>
              </a:rPr>
              <a:t>• </a:t>
            </a:r>
            <a:r>
              <a:rPr lang="pt-BR" b="1" dirty="0">
                <a:latin typeface="Poppins" panose="00000500000000000000" pitchFamily="2" charset="0"/>
                <a:cs typeface="Poppins" panose="00000500000000000000" pitchFamily="2" charset="0"/>
              </a:rPr>
              <a:t>Conceitos de REST:</a:t>
            </a:r>
            <a:r>
              <a:rPr lang="pt-BR" dirty="0">
                <a:latin typeface="Poppins" panose="00000500000000000000" pitchFamily="2" charset="0"/>
                <a:cs typeface="Poppins" panose="00000500000000000000" pitchFamily="2" charset="0"/>
              </a:rPr>
              <a:t> o vídeo explica o que são APIs e como elas funcionam como interfaces de comunicação entre sistemas. Aborda os métodos HTTP (GET, POST, PUT, DELETE) e como eles são usados para diferentes operações.</a:t>
            </a:r>
          </a:p>
          <a:p>
            <a:pPr>
              <a:buNone/>
            </a:pPr>
            <a:endParaRPr lang="pt-BR" dirty="0">
              <a:latin typeface="Poppins" panose="00000500000000000000" pitchFamily="2" charset="0"/>
              <a:cs typeface="Poppins" panose="00000500000000000000" pitchFamily="2" charset="0"/>
            </a:endParaRPr>
          </a:p>
          <a:p>
            <a:pPr>
              <a:buNone/>
            </a:pPr>
            <a:r>
              <a:rPr lang="pt-BR" dirty="0">
                <a:latin typeface="Poppins" panose="00000500000000000000" pitchFamily="2" charset="0"/>
                <a:cs typeface="Poppins" panose="00000500000000000000" pitchFamily="2" charset="0"/>
              </a:rPr>
              <a:t>• </a:t>
            </a:r>
            <a:r>
              <a:rPr lang="pt-BR" b="1" dirty="0">
                <a:latin typeface="Poppins" panose="00000500000000000000" pitchFamily="2" charset="0"/>
                <a:cs typeface="Poppins" panose="00000500000000000000" pitchFamily="2" charset="0"/>
              </a:rPr>
              <a:t>Consumo de APIs:</a:t>
            </a:r>
            <a:r>
              <a:rPr lang="pt-BR" dirty="0">
                <a:latin typeface="Poppins" panose="00000500000000000000" pitchFamily="2" charset="0"/>
                <a:cs typeface="Poppins" panose="00000500000000000000" pitchFamily="2" charset="0"/>
              </a:rPr>
              <a:t> o vídeo demonstra o processo de leitura da documentação de uma API, a construção de requisições HTTP com os parâmetros necessários (incluindo </a:t>
            </a:r>
            <a:r>
              <a:rPr lang="pt-BR" i="1" dirty="0" err="1">
                <a:latin typeface="Poppins" panose="00000500000000000000" pitchFamily="2" charset="0"/>
                <a:cs typeface="Poppins" panose="00000500000000000000" pitchFamily="2" charset="0"/>
              </a:rPr>
              <a:t>headers</a:t>
            </a:r>
            <a:r>
              <a:rPr lang="pt-BR" dirty="0">
                <a:latin typeface="Poppins" panose="00000500000000000000" pitchFamily="2" charset="0"/>
                <a:cs typeface="Poppins" panose="00000500000000000000" pitchFamily="2" charset="0"/>
              </a:rPr>
              <a:t> e </a:t>
            </a:r>
            <a:r>
              <a:rPr lang="pt-BR" i="1" dirty="0">
                <a:latin typeface="Poppins" panose="00000500000000000000" pitchFamily="2" charset="0"/>
                <a:cs typeface="Poppins" panose="00000500000000000000" pitchFamily="2" charset="0"/>
              </a:rPr>
              <a:t>body</a:t>
            </a:r>
            <a:r>
              <a:rPr lang="pt-BR" dirty="0">
                <a:latin typeface="Poppins" panose="00000500000000000000" pitchFamily="2" charset="0"/>
                <a:cs typeface="Poppins" panose="00000500000000000000" pitchFamily="2" charset="0"/>
              </a:rPr>
              <a:t>) e o envio dessas requisições para consumir os serviços da API.</a:t>
            </a:r>
          </a:p>
          <a:p>
            <a:pPr>
              <a:buNone/>
            </a:pPr>
            <a:endParaRPr lang="pt-BR" dirty="0">
              <a:latin typeface="Poppins" panose="00000500000000000000" pitchFamily="2" charset="0"/>
              <a:cs typeface="Poppins" panose="00000500000000000000" pitchFamily="2" charset="0"/>
            </a:endParaRPr>
          </a:p>
          <a:p>
            <a:r>
              <a:rPr lang="pt-BR" dirty="0">
                <a:latin typeface="Poppins" panose="00000500000000000000" pitchFamily="2" charset="0"/>
                <a:cs typeface="Poppins" panose="00000500000000000000" pitchFamily="2" charset="0"/>
              </a:rPr>
              <a:t>• </a:t>
            </a:r>
            <a:r>
              <a:rPr lang="pt-BR" b="1" dirty="0">
                <a:latin typeface="Poppins" panose="00000500000000000000" pitchFamily="2" charset="0"/>
                <a:cs typeface="Poppins" panose="00000500000000000000" pitchFamily="2" charset="0"/>
              </a:rPr>
              <a:t>Tratamento de respostas:</a:t>
            </a:r>
            <a:r>
              <a:rPr lang="pt-BR" dirty="0">
                <a:latin typeface="Poppins" panose="00000500000000000000" pitchFamily="2" charset="0"/>
                <a:cs typeface="Poppins" panose="00000500000000000000" pitchFamily="2" charset="0"/>
              </a:rPr>
              <a:t> o vídeo mostra como lidar com as respostas da API, incluindo a verificação de erros e o processamento dos dados retornados.</a:t>
            </a:r>
          </a:p>
        </p:txBody>
      </p:sp>
      <p:sp>
        <p:nvSpPr>
          <p:cNvPr id="29" name="Oval 11">
            <a:extLst>
              <a:ext uri="{FF2B5EF4-FFF2-40B4-BE49-F238E27FC236}">
                <a16:creationId xmlns:a16="http://schemas.microsoft.com/office/drawing/2014/main" id="{3472CBBD-4B7F-B861-8340-8562E1D55B03}"/>
              </a:ext>
            </a:extLst>
          </p:cNvPr>
          <p:cNvSpPr/>
          <p:nvPr/>
        </p:nvSpPr>
        <p:spPr>
          <a:xfrm>
            <a:off x="590646" y="7311627"/>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a:p>
        </p:txBody>
      </p:sp>
      <p:pic>
        <p:nvPicPr>
          <p:cNvPr id="30" name="Imagem 29">
            <a:extLst>
              <a:ext uri="{FF2B5EF4-FFF2-40B4-BE49-F238E27FC236}">
                <a16:creationId xmlns:a16="http://schemas.microsoft.com/office/drawing/2014/main" id="{73FE6F56-22DC-4897-B5DB-FA07F52E70C8}"/>
              </a:ext>
            </a:extLst>
          </p:cNvPr>
          <p:cNvPicPr>
            <a:picLocks noChangeAspect="1"/>
          </p:cNvPicPr>
          <p:nvPr/>
        </p:nvPicPr>
        <p:blipFill>
          <a:blip r:embed="rId3"/>
          <a:srcRect/>
          <a:stretch/>
        </p:blipFill>
        <p:spPr>
          <a:xfrm>
            <a:off x="766183" y="7455806"/>
            <a:ext cx="235287" cy="282344"/>
          </a:xfrm>
          <a:prstGeom prst="rect">
            <a:avLst/>
          </a:prstGeom>
        </p:spPr>
      </p:pic>
      <p:pic>
        <p:nvPicPr>
          <p:cNvPr id="2" name="Imagem 1">
            <a:extLst>
              <a:ext uri="{FF2B5EF4-FFF2-40B4-BE49-F238E27FC236}">
                <a16:creationId xmlns:a16="http://schemas.microsoft.com/office/drawing/2014/main" id="{BA996058-8A13-C6DC-D5AD-39E8A03B5FB1}"/>
              </a:ext>
            </a:extLst>
          </p:cNvPr>
          <p:cNvPicPr>
            <a:picLocks noChangeAspect="1"/>
          </p:cNvPicPr>
          <p:nvPr/>
        </p:nvPicPr>
        <p:blipFill>
          <a:blip r:embed="rId5"/>
          <a:stretch>
            <a:fillRect/>
          </a:stretch>
        </p:blipFill>
        <p:spPr>
          <a:xfrm>
            <a:off x="11778844" y="9143402"/>
            <a:ext cx="2616200" cy="609600"/>
          </a:xfrm>
          <a:prstGeom prst="rect">
            <a:avLst/>
          </a:prstGeom>
        </p:spPr>
      </p:pic>
      <p:grpSp>
        <p:nvGrpSpPr>
          <p:cNvPr id="3" name="Gráfico 85">
            <a:extLst>
              <a:ext uri="{FF2B5EF4-FFF2-40B4-BE49-F238E27FC236}">
                <a16:creationId xmlns:a16="http://schemas.microsoft.com/office/drawing/2014/main" id="{C11A2ED7-9A25-77DB-B3AD-5357C0F97F61}"/>
              </a:ext>
            </a:extLst>
          </p:cNvPr>
          <p:cNvGrpSpPr/>
          <p:nvPr/>
        </p:nvGrpSpPr>
        <p:grpSpPr>
          <a:xfrm>
            <a:off x="12129282" y="9269772"/>
            <a:ext cx="1758662" cy="298605"/>
            <a:chOff x="2316209" y="1866988"/>
            <a:chExt cx="1758662" cy="298605"/>
          </a:xfrm>
          <a:solidFill>
            <a:srgbClr val="FFFFFF"/>
          </a:solidFill>
        </p:grpSpPr>
        <p:sp>
          <p:nvSpPr>
            <p:cNvPr id="4" name="Forma Livre 150">
              <a:extLst>
                <a:ext uri="{FF2B5EF4-FFF2-40B4-BE49-F238E27FC236}">
                  <a16:creationId xmlns:a16="http://schemas.microsoft.com/office/drawing/2014/main" id="{CDCB2BA9-56F5-BF03-355C-CE11E59D8FDA}"/>
                </a:ext>
              </a:extLst>
            </p:cNvPr>
            <p:cNvSpPr/>
            <p:nvPr/>
          </p:nvSpPr>
          <p:spPr>
            <a:xfrm>
              <a:off x="2316209" y="1900613"/>
              <a:ext cx="256393" cy="263805"/>
            </a:xfrm>
            <a:custGeom>
              <a:avLst/>
              <a:gdLst>
                <a:gd name="connsiteX0" fmla="*/ 16815 w 256393"/>
                <a:gd name="connsiteY0" fmla="*/ 63645 h 263805"/>
                <a:gd name="connsiteX1" fmla="*/ 63695 w 256393"/>
                <a:gd name="connsiteY1" fmla="*/ 16771 h 263805"/>
                <a:gd name="connsiteX2" fmla="*/ 131891 w 256393"/>
                <a:gd name="connsiteY2" fmla="*/ 0 h 263805"/>
                <a:gd name="connsiteX3" fmla="*/ 211892 w 256393"/>
                <a:gd name="connsiteY3" fmla="*/ 24318 h 263805"/>
                <a:gd name="connsiteX4" fmla="*/ 256394 w 256393"/>
                <a:gd name="connsiteY4" fmla="*/ 90730 h 263805"/>
                <a:gd name="connsiteX5" fmla="*/ 186159 w 256393"/>
                <a:gd name="connsiteY5" fmla="*/ 90730 h 263805"/>
                <a:gd name="connsiteX6" fmla="*/ 163909 w 256393"/>
                <a:gd name="connsiteY6" fmla="*/ 65993 h 263805"/>
                <a:gd name="connsiteX7" fmla="*/ 131212 w 256393"/>
                <a:gd name="connsiteY7" fmla="*/ 57524 h 263805"/>
                <a:gd name="connsiteX8" fmla="*/ 83398 w 256393"/>
                <a:gd name="connsiteY8" fmla="*/ 77817 h 263805"/>
                <a:gd name="connsiteX9" fmla="*/ 65054 w 256393"/>
                <a:gd name="connsiteY9" fmla="*/ 132071 h 263805"/>
                <a:gd name="connsiteX10" fmla="*/ 83398 w 256393"/>
                <a:gd name="connsiteY10" fmla="*/ 186324 h 263805"/>
                <a:gd name="connsiteX11" fmla="*/ 131212 w 256393"/>
                <a:gd name="connsiteY11" fmla="*/ 206617 h 263805"/>
                <a:gd name="connsiteX12" fmla="*/ 163909 w 256393"/>
                <a:gd name="connsiteY12" fmla="*/ 198148 h 263805"/>
                <a:gd name="connsiteX13" fmla="*/ 186159 w 256393"/>
                <a:gd name="connsiteY13" fmla="*/ 173411 h 263805"/>
                <a:gd name="connsiteX14" fmla="*/ 256394 w 256393"/>
                <a:gd name="connsiteY14" fmla="*/ 173411 h 263805"/>
                <a:gd name="connsiteX15" fmla="*/ 211892 w 256393"/>
                <a:gd name="connsiteY15" fmla="*/ 239656 h 263805"/>
                <a:gd name="connsiteX16" fmla="*/ 131891 w 256393"/>
                <a:gd name="connsiteY16" fmla="*/ 263806 h 263805"/>
                <a:gd name="connsiteX17" fmla="*/ 63695 w 256393"/>
                <a:gd name="connsiteY17" fmla="*/ 247035 h 263805"/>
                <a:gd name="connsiteX18" fmla="*/ 16815 w 256393"/>
                <a:gd name="connsiteY18" fmla="*/ 200328 h 263805"/>
                <a:gd name="connsiteX19" fmla="*/ 0 w 256393"/>
                <a:gd name="connsiteY19" fmla="*/ 132071 h 263805"/>
                <a:gd name="connsiteX20" fmla="*/ 16815 w 256393"/>
                <a:gd name="connsiteY20" fmla="*/ 63645 h 263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6393" h="263805">
                  <a:moveTo>
                    <a:pt x="16815" y="63645"/>
                  </a:moveTo>
                  <a:cubicBezTo>
                    <a:pt x="28026" y="43604"/>
                    <a:pt x="43652" y="28007"/>
                    <a:pt x="63695" y="16771"/>
                  </a:cubicBezTo>
                  <a:cubicBezTo>
                    <a:pt x="83738" y="5618"/>
                    <a:pt x="106498" y="0"/>
                    <a:pt x="131891" y="0"/>
                  </a:cubicBezTo>
                  <a:cubicBezTo>
                    <a:pt x="163059" y="0"/>
                    <a:pt x="189726" y="8134"/>
                    <a:pt x="211892" y="24318"/>
                  </a:cubicBezTo>
                  <a:cubicBezTo>
                    <a:pt x="234058" y="40586"/>
                    <a:pt x="248920" y="62723"/>
                    <a:pt x="256394" y="90730"/>
                  </a:cubicBezTo>
                  <a:lnTo>
                    <a:pt x="186159" y="90730"/>
                  </a:lnTo>
                  <a:cubicBezTo>
                    <a:pt x="180894" y="79913"/>
                    <a:pt x="173505" y="71696"/>
                    <a:pt x="163909" y="65993"/>
                  </a:cubicBezTo>
                  <a:cubicBezTo>
                    <a:pt x="154312" y="60375"/>
                    <a:pt x="143441" y="57524"/>
                    <a:pt x="131212" y="57524"/>
                  </a:cubicBezTo>
                  <a:cubicBezTo>
                    <a:pt x="111509" y="57524"/>
                    <a:pt x="95543" y="64316"/>
                    <a:pt x="83398" y="77817"/>
                  </a:cubicBezTo>
                  <a:cubicBezTo>
                    <a:pt x="71169" y="91317"/>
                    <a:pt x="65054" y="109430"/>
                    <a:pt x="65054" y="132071"/>
                  </a:cubicBezTo>
                  <a:cubicBezTo>
                    <a:pt x="65054" y="154711"/>
                    <a:pt x="71169" y="172824"/>
                    <a:pt x="83398" y="186324"/>
                  </a:cubicBezTo>
                  <a:cubicBezTo>
                    <a:pt x="95627" y="199825"/>
                    <a:pt x="111509" y="206617"/>
                    <a:pt x="131212" y="206617"/>
                  </a:cubicBezTo>
                  <a:cubicBezTo>
                    <a:pt x="143441" y="206617"/>
                    <a:pt x="154312" y="203766"/>
                    <a:pt x="163909" y="198148"/>
                  </a:cubicBezTo>
                  <a:cubicBezTo>
                    <a:pt x="173505" y="192530"/>
                    <a:pt x="180894" y="184228"/>
                    <a:pt x="186159" y="173411"/>
                  </a:cubicBezTo>
                  <a:lnTo>
                    <a:pt x="256394" y="173411"/>
                  </a:lnTo>
                  <a:cubicBezTo>
                    <a:pt x="248920" y="201418"/>
                    <a:pt x="234058" y="223556"/>
                    <a:pt x="211892" y="239656"/>
                  </a:cubicBezTo>
                  <a:cubicBezTo>
                    <a:pt x="189726" y="255756"/>
                    <a:pt x="163059" y="263806"/>
                    <a:pt x="131891" y="263806"/>
                  </a:cubicBezTo>
                  <a:cubicBezTo>
                    <a:pt x="106498" y="263806"/>
                    <a:pt x="83738" y="258188"/>
                    <a:pt x="63695" y="247035"/>
                  </a:cubicBezTo>
                  <a:cubicBezTo>
                    <a:pt x="43652" y="235882"/>
                    <a:pt x="28026" y="220285"/>
                    <a:pt x="16815" y="200328"/>
                  </a:cubicBezTo>
                  <a:cubicBezTo>
                    <a:pt x="5605" y="180371"/>
                    <a:pt x="0" y="157646"/>
                    <a:pt x="0" y="132071"/>
                  </a:cubicBezTo>
                  <a:cubicBezTo>
                    <a:pt x="0" y="106495"/>
                    <a:pt x="5605" y="83687"/>
                    <a:pt x="16815" y="63645"/>
                  </a:cubicBezTo>
                  <a:close/>
                </a:path>
              </a:pathLst>
            </a:custGeom>
            <a:solidFill>
              <a:srgbClr val="FFFFFF"/>
            </a:solidFill>
            <a:ln w="0" cap="flat">
              <a:noFill/>
              <a:prstDash val="solid"/>
              <a:miter/>
            </a:ln>
          </p:spPr>
          <p:txBody>
            <a:bodyPr rtlCol="0" anchor="ctr"/>
            <a:lstStyle/>
            <a:p>
              <a:endParaRPr lang="pt-BR"/>
            </a:p>
          </p:txBody>
        </p:sp>
        <p:sp>
          <p:nvSpPr>
            <p:cNvPr id="7" name="Forma Livre 151">
              <a:extLst>
                <a:ext uri="{FF2B5EF4-FFF2-40B4-BE49-F238E27FC236}">
                  <a16:creationId xmlns:a16="http://schemas.microsoft.com/office/drawing/2014/main" id="{0BE7438B-D937-B62C-D3C1-3E70663A15B9}"/>
                </a:ext>
              </a:extLst>
            </p:cNvPr>
            <p:cNvSpPr/>
            <p:nvPr/>
          </p:nvSpPr>
          <p:spPr>
            <a:xfrm>
              <a:off x="2599100" y="1953777"/>
              <a:ext cx="216733" cy="211816"/>
            </a:xfrm>
            <a:custGeom>
              <a:avLst/>
              <a:gdLst>
                <a:gd name="connsiteX0" fmla="*/ 52485 w 216733"/>
                <a:gd name="connsiteY0" fmla="*/ 198903 h 211816"/>
                <a:gd name="connsiteX1" fmla="*/ 14013 w 216733"/>
                <a:gd name="connsiteY1" fmla="*/ 162007 h 211816"/>
                <a:gd name="connsiteX2" fmla="*/ 0 w 216733"/>
                <a:gd name="connsiteY2" fmla="*/ 105908 h 211816"/>
                <a:gd name="connsiteX3" fmla="*/ 14183 w 216733"/>
                <a:gd name="connsiteY3" fmla="*/ 49977 h 211816"/>
                <a:gd name="connsiteX4" fmla="*/ 53079 w 216733"/>
                <a:gd name="connsiteY4" fmla="*/ 12914 h 211816"/>
                <a:gd name="connsiteX5" fmla="*/ 108367 w 216733"/>
                <a:gd name="connsiteY5" fmla="*/ 0 h 211816"/>
                <a:gd name="connsiteX6" fmla="*/ 163654 w 216733"/>
                <a:gd name="connsiteY6" fmla="*/ 12914 h 211816"/>
                <a:gd name="connsiteX7" fmla="*/ 202550 w 216733"/>
                <a:gd name="connsiteY7" fmla="*/ 49977 h 211816"/>
                <a:gd name="connsiteX8" fmla="*/ 216733 w 216733"/>
                <a:gd name="connsiteY8" fmla="*/ 105908 h 211816"/>
                <a:gd name="connsiteX9" fmla="*/ 202380 w 216733"/>
                <a:gd name="connsiteY9" fmla="*/ 161839 h 211816"/>
                <a:gd name="connsiteX10" fmla="*/ 163144 w 216733"/>
                <a:gd name="connsiteY10" fmla="*/ 198903 h 211816"/>
                <a:gd name="connsiteX11" fmla="*/ 107687 w 216733"/>
                <a:gd name="connsiteY11" fmla="*/ 211816 h 211816"/>
                <a:gd name="connsiteX12" fmla="*/ 52570 w 216733"/>
                <a:gd name="connsiteY12" fmla="*/ 198903 h 211816"/>
                <a:gd name="connsiteX13" fmla="*/ 138855 w 216733"/>
                <a:gd name="connsiteY13" fmla="*/ 143894 h 211816"/>
                <a:gd name="connsiteX14" fmla="*/ 151764 w 216733"/>
                <a:gd name="connsiteY14" fmla="*/ 105908 h 211816"/>
                <a:gd name="connsiteX15" fmla="*/ 139280 w 216733"/>
                <a:gd name="connsiteY15" fmla="*/ 67922 h 211816"/>
                <a:gd name="connsiteX16" fmla="*/ 108451 w 216733"/>
                <a:gd name="connsiteY16" fmla="*/ 54673 h 211816"/>
                <a:gd name="connsiteX17" fmla="*/ 77453 w 216733"/>
                <a:gd name="connsiteY17" fmla="*/ 67754 h 211816"/>
                <a:gd name="connsiteX18" fmla="*/ 65139 w 216733"/>
                <a:gd name="connsiteY18" fmla="*/ 105908 h 211816"/>
                <a:gd name="connsiteX19" fmla="*/ 77283 w 216733"/>
                <a:gd name="connsiteY19" fmla="*/ 143894 h 211816"/>
                <a:gd name="connsiteX20" fmla="*/ 107772 w 216733"/>
                <a:gd name="connsiteY20" fmla="*/ 157143 h 211816"/>
                <a:gd name="connsiteX21" fmla="*/ 138940 w 216733"/>
                <a:gd name="connsiteY21" fmla="*/ 143894 h 211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6733" h="211816">
                  <a:moveTo>
                    <a:pt x="52485" y="198903"/>
                  </a:moveTo>
                  <a:cubicBezTo>
                    <a:pt x="36179" y="190266"/>
                    <a:pt x="23355" y="178023"/>
                    <a:pt x="14013" y="162007"/>
                  </a:cubicBezTo>
                  <a:cubicBezTo>
                    <a:pt x="4671" y="145991"/>
                    <a:pt x="0" y="127291"/>
                    <a:pt x="0" y="105908"/>
                  </a:cubicBezTo>
                  <a:cubicBezTo>
                    <a:pt x="0" y="84525"/>
                    <a:pt x="4756" y="66077"/>
                    <a:pt x="14183" y="49977"/>
                  </a:cubicBezTo>
                  <a:cubicBezTo>
                    <a:pt x="23610" y="33877"/>
                    <a:pt x="36603" y="21467"/>
                    <a:pt x="53079" y="12914"/>
                  </a:cubicBezTo>
                  <a:cubicBezTo>
                    <a:pt x="69555" y="4277"/>
                    <a:pt x="87984" y="0"/>
                    <a:pt x="108367" y="0"/>
                  </a:cubicBezTo>
                  <a:cubicBezTo>
                    <a:pt x="128749" y="0"/>
                    <a:pt x="147263" y="4277"/>
                    <a:pt x="163654" y="12914"/>
                  </a:cubicBezTo>
                  <a:cubicBezTo>
                    <a:pt x="180130" y="21551"/>
                    <a:pt x="193038" y="33877"/>
                    <a:pt x="202550" y="49977"/>
                  </a:cubicBezTo>
                  <a:cubicBezTo>
                    <a:pt x="211977" y="66077"/>
                    <a:pt x="216733" y="84693"/>
                    <a:pt x="216733" y="105908"/>
                  </a:cubicBezTo>
                  <a:cubicBezTo>
                    <a:pt x="216733" y="127123"/>
                    <a:pt x="211892" y="145739"/>
                    <a:pt x="202380" y="161839"/>
                  </a:cubicBezTo>
                  <a:cubicBezTo>
                    <a:pt x="192784" y="177939"/>
                    <a:pt x="179705" y="190349"/>
                    <a:pt x="163144" y="198903"/>
                  </a:cubicBezTo>
                  <a:cubicBezTo>
                    <a:pt x="146584" y="207540"/>
                    <a:pt x="128069" y="211816"/>
                    <a:pt x="107687" y="211816"/>
                  </a:cubicBezTo>
                  <a:cubicBezTo>
                    <a:pt x="87305" y="211816"/>
                    <a:pt x="68876" y="207540"/>
                    <a:pt x="52570" y="198903"/>
                  </a:cubicBezTo>
                  <a:close/>
                  <a:moveTo>
                    <a:pt x="138855" y="143894"/>
                  </a:moveTo>
                  <a:cubicBezTo>
                    <a:pt x="147433" y="135006"/>
                    <a:pt x="151764" y="122344"/>
                    <a:pt x="151764" y="105908"/>
                  </a:cubicBezTo>
                  <a:cubicBezTo>
                    <a:pt x="151764" y="89473"/>
                    <a:pt x="147603" y="76727"/>
                    <a:pt x="139280" y="67922"/>
                  </a:cubicBezTo>
                  <a:cubicBezTo>
                    <a:pt x="130957" y="59033"/>
                    <a:pt x="120681" y="54673"/>
                    <a:pt x="108451" y="54673"/>
                  </a:cubicBezTo>
                  <a:cubicBezTo>
                    <a:pt x="96222" y="54673"/>
                    <a:pt x="85691" y="59033"/>
                    <a:pt x="77453" y="67754"/>
                  </a:cubicBezTo>
                  <a:cubicBezTo>
                    <a:pt x="69215" y="76475"/>
                    <a:pt x="65139" y="89221"/>
                    <a:pt x="65139" y="105908"/>
                  </a:cubicBezTo>
                  <a:cubicBezTo>
                    <a:pt x="65139" y="122595"/>
                    <a:pt x="69215" y="135089"/>
                    <a:pt x="77283" y="143894"/>
                  </a:cubicBezTo>
                  <a:cubicBezTo>
                    <a:pt x="85351" y="152783"/>
                    <a:pt x="95543" y="157143"/>
                    <a:pt x="107772" y="157143"/>
                  </a:cubicBezTo>
                  <a:cubicBezTo>
                    <a:pt x="120001" y="157143"/>
                    <a:pt x="130362" y="152699"/>
                    <a:pt x="138940" y="143894"/>
                  </a:cubicBezTo>
                  <a:close/>
                </a:path>
              </a:pathLst>
            </a:custGeom>
            <a:solidFill>
              <a:srgbClr val="FFFFFF"/>
            </a:solidFill>
            <a:ln w="0" cap="flat">
              <a:noFill/>
              <a:prstDash val="solid"/>
              <a:miter/>
            </a:ln>
          </p:spPr>
          <p:txBody>
            <a:bodyPr rtlCol="0" anchor="ctr"/>
            <a:lstStyle/>
            <a:p>
              <a:endParaRPr lang="pt-BR"/>
            </a:p>
          </p:txBody>
        </p:sp>
        <p:sp>
          <p:nvSpPr>
            <p:cNvPr id="8" name="Forma Livre 152">
              <a:extLst>
                <a:ext uri="{FF2B5EF4-FFF2-40B4-BE49-F238E27FC236}">
                  <a16:creationId xmlns:a16="http://schemas.microsoft.com/office/drawing/2014/main" id="{D7A9C5B2-2002-7E37-9C70-D8493BB12FF3}"/>
                </a:ext>
              </a:extLst>
            </p:cNvPr>
            <p:cNvSpPr/>
            <p:nvPr/>
          </p:nvSpPr>
          <p:spPr>
            <a:xfrm>
              <a:off x="2849888"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7"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a:p>
          </p:txBody>
        </p:sp>
        <p:sp>
          <p:nvSpPr>
            <p:cNvPr id="10" name="Forma Livre 153">
              <a:extLst>
                <a:ext uri="{FF2B5EF4-FFF2-40B4-BE49-F238E27FC236}">
                  <a16:creationId xmlns:a16="http://schemas.microsoft.com/office/drawing/2014/main" id="{0066BAB1-D231-64A5-7147-492DAB1030E4}"/>
                </a:ext>
              </a:extLst>
            </p:cNvPr>
            <p:cNvSpPr/>
            <p:nvPr/>
          </p:nvSpPr>
          <p:spPr>
            <a:xfrm>
              <a:off x="3086409" y="1906483"/>
              <a:ext cx="131551" cy="256175"/>
            </a:xfrm>
            <a:custGeom>
              <a:avLst/>
              <a:gdLst>
                <a:gd name="connsiteX0" fmla="*/ 131551 w 131551"/>
                <a:gd name="connsiteY0" fmla="*/ 202676 h 256175"/>
                <a:gd name="connsiteX1" fmla="*/ 131551 w 131551"/>
                <a:gd name="connsiteY1" fmla="*/ 256175 h 256175"/>
                <a:gd name="connsiteX2" fmla="*/ 99024 w 131551"/>
                <a:gd name="connsiteY2" fmla="*/ 256175 h 256175"/>
                <a:gd name="connsiteX3" fmla="*/ 44841 w 131551"/>
                <a:gd name="connsiteY3" fmla="*/ 239404 h 256175"/>
                <a:gd name="connsiteX4" fmla="*/ 25393 w 131551"/>
                <a:gd name="connsiteY4" fmla="*/ 184564 h 256175"/>
                <a:gd name="connsiteX5" fmla="*/ 25393 w 131551"/>
                <a:gd name="connsiteY5" fmla="*/ 102638 h 256175"/>
                <a:gd name="connsiteX6" fmla="*/ 0 w 131551"/>
                <a:gd name="connsiteY6" fmla="*/ 102638 h 256175"/>
                <a:gd name="connsiteX7" fmla="*/ 0 w 131551"/>
                <a:gd name="connsiteY7" fmla="*/ 50229 h 256175"/>
                <a:gd name="connsiteX8" fmla="*/ 25393 w 131551"/>
                <a:gd name="connsiteY8" fmla="*/ 50229 h 256175"/>
                <a:gd name="connsiteX9" fmla="*/ 25393 w 131551"/>
                <a:gd name="connsiteY9" fmla="*/ 0 h 256175"/>
                <a:gd name="connsiteX10" fmla="*/ 89343 w 131551"/>
                <a:gd name="connsiteY10" fmla="*/ 0 h 256175"/>
                <a:gd name="connsiteX11" fmla="*/ 89343 w 131551"/>
                <a:gd name="connsiteY11" fmla="*/ 50229 h 256175"/>
                <a:gd name="connsiteX12" fmla="*/ 131212 w 131551"/>
                <a:gd name="connsiteY12" fmla="*/ 50229 h 256175"/>
                <a:gd name="connsiteX13" fmla="*/ 131212 w 131551"/>
                <a:gd name="connsiteY13" fmla="*/ 102638 h 256175"/>
                <a:gd name="connsiteX14" fmla="*/ 89343 w 131551"/>
                <a:gd name="connsiteY14" fmla="*/ 102638 h 256175"/>
                <a:gd name="connsiteX15" fmla="*/ 89343 w 131551"/>
                <a:gd name="connsiteY15" fmla="*/ 185318 h 256175"/>
                <a:gd name="connsiteX16" fmla="*/ 93844 w 131551"/>
                <a:gd name="connsiteY16" fmla="*/ 198567 h 256175"/>
                <a:gd name="connsiteX17" fmla="*/ 108791 w 131551"/>
                <a:gd name="connsiteY17" fmla="*/ 202592 h 256175"/>
                <a:gd name="connsiteX18" fmla="*/ 131551 w 131551"/>
                <a:gd name="connsiteY18" fmla="*/ 202592 h 256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551" h="256175">
                  <a:moveTo>
                    <a:pt x="131551" y="202676"/>
                  </a:moveTo>
                  <a:lnTo>
                    <a:pt x="131551" y="256175"/>
                  </a:lnTo>
                  <a:lnTo>
                    <a:pt x="99024" y="256175"/>
                  </a:lnTo>
                  <a:cubicBezTo>
                    <a:pt x="75839" y="256175"/>
                    <a:pt x="57750" y="250557"/>
                    <a:pt x="44841" y="239404"/>
                  </a:cubicBezTo>
                  <a:cubicBezTo>
                    <a:pt x="31932" y="228252"/>
                    <a:pt x="25393" y="209971"/>
                    <a:pt x="25393" y="184564"/>
                  </a:cubicBezTo>
                  <a:lnTo>
                    <a:pt x="25393" y="102638"/>
                  </a:lnTo>
                  <a:lnTo>
                    <a:pt x="0" y="102638"/>
                  </a:lnTo>
                  <a:lnTo>
                    <a:pt x="0" y="50229"/>
                  </a:lnTo>
                  <a:lnTo>
                    <a:pt x="25393" y="50229"/>
                  </a:lnTo>
                  <a:lnTo>
                    <a:pt x="25393" y="0"/>
                  </a:lnTo>
                  <a:lnTo>
                    <a:pt x="89343" y="0"/>
                  </a:lnTo>
                  <a:lnTo>
                    <a:pt x="89343" y="50229"/>
                  </a:lnTo>
                  <a:lnTo>
                    <a:pt x="131212" y="50229"/>
                  </a:lnTo>
                  <a:lnTo>
                    <a:pt x="131212" y="102638"/>
                  </a:lnTo>
                  <a:lnTo>
                    <a:pt x="89343" y="102638"/>
                  </a:lnTo>
                  <a:lnTo>
                    <a:pt x="89343" y="185318"/>
                  </a:lnTo>
                  <a:cubicBezTo>
                    <a:pt x="89343" y="191440"/>
                    <a:pt x="90872" y="195884"/>
                    <a:pt x="93844" y="198567"/>
                  </a:cubicBezTo>
                  <a:cubicBezTo>
                    <a:pt x="96816" y="201251"/>
                    <a:pt x="101827" y="202592"/>
                    <a:pt x="108791" y="202592"/>
                  </a:cubicBezTo>
                  <a:lnTo>
                    <a:pt x="131551" y="202592"/>
                  </a:lnTo>
                  <a:close/>
                </a:path>
              </a:pathLst>
            </a:custGeom>
            <a:solidFill>
              <a:srgbClr val="FFFFFF"/>
            </a:solidFill>
            <a:ln w="0" cap="flat">
              <a:noFill/>
              <a:prstDash val="solid"/>
              <a:miter/>
            </a:ln>
          </p:spPr>
          <p:txBody>
            <a:bodyPr rtlCol="0" anchor="ctr"/>
            <a:lstStyle/>
            <a:p>
              <a:endParaRPr lang="pt-BR"/>
            </a:p>
          </p:txBody>
        </p:sp>
        <p:sp>
          <p:nvSpPr>
            <p:cNvPr id="11" name="Forma Livre 154">
              <a:extLst>
                <a:ext uri="{FF2B5EF4-FFF2-40B4-BE49-F238E27FC236}">
                  <a16:creationId xmlns:a16="http://schemas.microsoft.com/office/drawing/2014/main" id="{6D6C3D2F-4281-E11B-C786-5296A80470E1}"/>
                </a:ext>
              </a:extLst>
            </p:cNvPr>
            <p:cNvSpPr/>
            <p:nvPr/>
          </p:nvSpPr>
          <p:spPr>
            <a:xfrm>
              <a:off x="3247515" y="1866988"/>
              <a:ext cx="75754" cy="295586"/>
            </a:xfrm>
            <a:custGeom>
              <a:avLst/>
              <a:gdLst>
                <a:gd name="connsiteX0" fmla="*/ 10616 w 75754"/>
                <a:gd name="connsiteY0" fmla="*/ 58530 h 295586"/>
                <a:gd name="connsiteX1" fmla="*/ 0 w 75754"/>
                <a:gd name="connsiteY1" fmla="*/ 34380 h 295586"/>
                <a:gd name="connsiteX2" fmla="*/ 10616 w 75754"/>
                <a:gd name="connsiteY2" fmla="*/ 9811 h 295586"/>
                <a:gd name="connsiteX3" fmla="*/ 38047 w 75754"/>
                <a:gd name="connsiteY3" fmla="*/ 0 h 295586"/>
                <a:gd name="connsiteX4" fmla="*/ 65139 w 75754"/>
                <a:gd name="connsiteY4" fmla="*/ 9811 h 295586"/>
                <a:gd name="connsiteX5" fmla="*/ 75755 w 75754"/>
                <a:gd name="connsiteY5" fmla="*/ 34380 h 295586"/>
                <a:gd name="connsiteX6" fmla="*/ 65139 w 75754"/>
                <a:gd name="connsiteY6" fmla="*/ 58530 h 295586"/>
                <a:gd name="connsiteX7" fmla="*/ 38047 w 75754"/>
                <a:gd name="connsiteY7" fmla="*/ 68341 h 295586"/>
                <a:gd name="connsiteX8" fmla="*/ 10616 w 75754"/>
                <a:gd name="connsiteY8" fmla="*/ 58530 h 295586"/>
                <a:gd name="connsiteX9" fmla="*/ 69895 w 75754"/>
                <a:gd name="connsiteY9" fmla="*/ 89724 h 295586"/>
                <a:gd name="connsiteX10" fmla="*/ 69895 w 75754"/>
                <a:gd name="connsiteY10" fmla="*/ 295587 h 295586"/>
                <a:gd name="connsiteX11" fmla="*/ 5945 w 75754"/>
                <a:gd name="connsiteY11" fmla="*/ 295587 h 295586"/>
                <a:gd name="connsiteX12" fmla="*/ 5945 w 75754"/>
                <a:gd name="connsiteY12" fmla="*/ 89724 h 295586"/>
                <a:gd name="connsiteX13" fmla="*/ 69895 w 75754"/>
                <a:gd name="connsiteY13" fmla="*/ 89724 h 295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75754" h="295586">
                  <a:moveTo>
                    <a:pt x="10616" y="58530"/>
                  </a:moveTo>
                  <a:cubicBezTo>
                    <a:pt x="3482" y="51990"/>
                    <a:pt x="0" y="43940"/>
                    <a:pt x="0" y="34380"/>
                  </a:cubicBezTo>
                  <a:cubicBezTo>
                    <a:pt x="0" y="24821"/>
                    <a:pt x="3567" y="16352"/>
                    <a:pt x="10616" y="9811"/>
                  </a:cubicBezTo>
                  <a:cubicBezTo>
                    <a:pt x="17665" y="3270"/>
                    <a:pt x="26837" y="0"/>
                    <a:pt x="38047" y="0"/>
                  </a:cubicBezTo>
                  <a:cubicBezTo>
                    <a:pt x="49257" y="0"/>
                    <a:pt x="58005" y="3270"/>
                    <a:pt x="65139" y="9811"/>
                  </a:cubicBezTo>
                  <a:cubicBezTo>
                    <a:pt x="72273" y="16352"/>
                    <a:pt x="75755" y="24485"/>
                    <a:pt x="75755" y="34380"/>
                  </a:cubicBezTo>
                  <a:cubicBezTo>
                    <a:pt x="75755" y="44275"/>
                    <a:pt x="72188" y="52074"/>
                    <a:pt x="65139" y="58530"/>
                  </a:cubicBezTo>
                  <a:cubicBezTo>
                    <a:pt x="58090" y="64987"/>
                    <a:pt x="49003" y="68341"/>
                    <a:pt x="38047" y="68341"/>
                  </a:cubicBezTo>
                  <a:cubicBezTo>
                    <a:pt x="27092" y="68341"/>
                    <a:pt x="17665" y="65071"/>
                    <a:pt x="10616" y="58530"/>
                  </a:cubicBezTo>
                  <a:close/>
                  <a:moveTo>
                    <a:pt x="69895" y="89724"/>
                  </a:moveTo>
                  <a:lnTo>
                    <a:pt x="69895" y="295587"/>
                  </a:lnTo>
                  <a:lnTo>
                    <a:pt x="5945" y="295587"/>
                  </a:lnTo>
                  <a:lnTo>
                    <a:pt x="5945" y="89724"/>
                  </a:lnTo>
                  <a:lnTo>
                    <a:pt x="69895" y="89724"/>
                  </a:lnTo>
                  <a:close/>
                </a:path>
              </a:pathLst>
            </a:custGeom>
            <a:solidFill>
              <a:srgbClr val="FFFFFF"/>
            </a:solidFill>
            <a:ln w="0" cap="flat">
              <a:noFill/>
              <a:prstDash val="solid"/>
              <a:miter/>
            </a:ln>
          </p:spPr>
          <p:txBody>
            <a:bodyPr rtlCol="0" anchor="ctr"/>
            <a:lstStyle/>
            <a:p>
              <a:endParaRPr lang="pt-BR"/>
            </a:p>
          </p:txBody>
        </p:sp>
        <p:sp>
          <p:nvSpPr>
            <p:cNvPr id="19" name="Forma Livre 155">
              <a:extLst>
                <a:ext uri="{FF2B5EF4-FFF2-40B4-BE49-F238E27FC236}">
                  <a16:creationId xmlns:a16="http://schemas.microsoft.com/office/drawing/2014/main" id="{421C4EEB-4496-26C2-27EA-0371726897A0}"/>
                </a:ext>
              </a:extLst>
            </p:cNvPr>
            <p:cNvSpPr/>
            <p:nvPr/>
          </p:nvSpPr>
          <p:spPr>
            <a:xfrm>
              <a:off x="3363695" y="1954616"/>
              <a:ext cx="207391" cy="208042"/>
            </a:xfrm>
            <a:custGeom>
              <a:avLst/>
              <a:gdLst>
                <a:gd name="connsiteX0" fmla="*/ 185565 w 207391"/>
                <a:gd name="connsiteY0" fmla="*/ 23312 h 208042"/>
                <a:gd name="connsiteX1" fmla="*/ 207391 w 207391"/>
                <a:gd name="connsiteY1" fmla="*/ 87712 h 208042"/>
                <a:gd name="connsiteX2" fmla="*/ 207391 w 207391"/>
                <a:gd name="connsiteY2" fmla="*/ 208043 h 208042"/>
                <a:gd name="connsiteX3" fmla="*/ 143866 w 207391"/>
                <a:gd name="connsiteY3" fmla="*/ 208043 h 208042"/>
                <a:gd name="connsiteX4" fmla="*/ 143866 w 207391"/>
                <a:gd name="connsiteY4" fmla="*/ 96265 h 208042"/>
                <a:gd name="connsiteX5" fmla="*/ 132995 w 207391"/>
                <a:gd name="connsiteY5" fmla="*/ 64149 h 208042"/>
                <a:gd name="connsiteX6" fmla="*/ 103865 w 207391"/>
                <a:gd name="connsiteY6" fmla="*/ 52744 h 208042"/>
                <a:gd name="connsiteX7" fmla="*/ 74736 w 207391"/>
                <a:gd name="connsiteY7" fmla="*/ 64149 h 208042"/>
                <a:gd name="connsiteX8" fmla="*/ 63865 w 207391"/>
                <a:gd name="connsiteY8" fmla="*/ 96265 h 208042"/>
                <a:gd name="connsiteX9" fmla="*/ 63865 w 207391"/>
                <a:gd name="connsiteY9" fmla="*/ 208043 h 208042"/>
                <a:gd name="connsiteX10" fmla="*/ 0 w 207391"/>
                <a:gd name="connsiteY10" fmla="*/ 208043 h 208042"/>
                <a:gd name="connsiteX11" fmla="*/ 0 w 207391"/>
                <a:gd name="connsiteY11" fmla="*/ 2180 h 208042"/>
                <a:gd name="connsiteX12" fmla="*/ 63865 w 207391"/>
                <a:gd name="connsiteY12" fmla="*/ 2180 h 208042"/>
                <a:gd name="connsiteX13" fmla="*/ 63865 w 207391"/>
                <a:gd name="connsiteY13" fmla="*/ 29517 h 208042"/>
                <a:gd name="connsiteX14" fmla="*/ 90022 w 207391"/>
                <a:gd name="connsiteY14" fmla="*/ 7966 h 208042"/>
                <a:gd name="connsiteX15" fmla="*/ 127050 w 207391"/>
                <a:gd name="connsiteY15" fmla="*/ 0 h 208042"/>
                <a:gd name="connsiteX16" fmla="*/ 185565 w 207391"/>
                <a:gd name="connsiteY16" fmla="*/ 23395 h 2080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7391" h="208042">
                  <a:moveTo>
                    <a:pt x="185565" y="23312"/>
                  </a:moveTo>
                  <a:cubicBezTo>
                    <a:pt x="200172" y="38908"/>
                    <a:pt x="207391" y="60375"/>
                    <a:pt x="207391" y="87712"/>
                  </a:cubicBezTo>
                  <a:lnTo>
                    <a:pt x="207391" y="208043"/>
                  </a:lnTo>
                  <a:lnTo>
                    <a:pt x="143866" y="208043"/>
                  </a:lnTo>
                  <a:lnTo>
                    <a:pt x="143866" y="96265"/>
                  </a:lnTo>
                  <a:cubicBezTo>
                    <a:pt x="143866" y="82513"/>
                    <a:pt x="140214" y="71779"/>
                    <a:pt x="132995" y="64149"/>
                  </a:cubicBezTo>
                  <a:cubicBezTo>
                    <a:pt x="125776" y="56518"/>
                    <a:pt x="116010" y="52744"/>
                    <a:pt x="103865" y="52744"/>
                  </a:cubicBezTo>
                  <a:cubicBezTo>
                    <a:pt x="91721" y="52744"/>
                    <a:pt x="81954" y="56602"/>
                    <a:pt x="74736" y="64149"/>
                  </a:cubicBezTo>
                  <a:cubicBezTo>
                    <a:pt x="67517" y="71779"/>
                    <a:pt x="63865" y="82513"/>
                    <a:pt x="63865" y="96265"/>
                  </a:cubicBezTo>
                  <a:lnTo>
                    <a:pt x="63865" y="208043"/>
                  </a:lnTo>
                  <a:lnTo>
                    <a:pt x="0" y="208043"/>
                  </a:lnTo>
                  <a:lnTo>
                    <a:pt x="0" y="2180"/>
                  </a:lnTo>
                  <a:lnTo>
                    <a:pt x="63865" y="2180"/>
                  </a:lnTo>
                  <a:lnTo>
                    <a:pt x="63865" y="29517"/>
                  </a:lnTo>
                  <a:cubicBezTo>
                    <a:pt x="70319" y="20460"/>
                    <a:pt x="79067" y="13249"/>
                    <a:pt x="90022" y="7966"/>
                  </a:cubicBezTo>
                  <a:cubicBezTo>
                    <a:pt x="100978" y="2683"/>
                    <a:pt x="113292" y="0"/>
                    <a:pt x="127050" y="0"/>
                  </a:cubicBezTo>
                  <a:cubicBezTo>
                    <a:pt x="151509" y="0"/>
                    <a:pt x="170958" y="7798"/>
                    <a:pt x="185565" y="23395"/>
                  </a:cubicBezTo>
                  <a:close/>
                </a:path>
              </a:pathLst>
            </a:custGeom>
            <a:solidFill>
              <a:srgbClr val="FFFFFF"/>
            </a:solidFill>
            <a:ln w="0" cap="flat">
              <a:noFill/>
              <a:prstDash val="solid"/>
              <a:miter/>
            </a:ln>
          </p:spPr>
          <p:txBody>
            <a:bodyPr rtlCol="0" anchor="ctr"/>
            <a:lstStyle/>
            <a:p>
              <a:endParaRPr lang="pt-BR"/>
            </a:p>
          </p:txBody>
        </p:sp>
        <p:sp>
          <p:nvSpPr>
            <p:cNvPr id="21" name="Forma Livre 156">
              <a:extLst>
                <a:ext uri="{FF2B5EF4-FFF2-40B4-BE49-F238E27FC236}">
                  <a16:creationId xmlns:a16="http://schemas.microsoft.com/office/drawing/2014/main" id="{57B1273D-5605-9A38-3E45-160240881662}"/>
                </a:ext>
              </a:extLst>
            </p:cNvPr>
            <p:cNvSpPr/>
            <p:nvPr/>
          </p:nvSpPr>
          <p:spPr>
            <a:xfrm>
              <a:off x="3613804" y="1956712"/>
              <a:ext cx="207900" cy="208126"/>
            </a:xfrm>
            <a:custGeom>
              <a:avLst/>
              <a:gdLst>
                <a:gd name="connsiteX0" fmla="*/ 207731 w 207900"/>
                <a:gd name="connsiteY0" fmla="*/ 0 h 208126"/>
                <a:gd name="connsiteX1" fmla="*/ 207731 w 207900"/>
                <a:gd name="connsiteY1" fmla="*/ 205863 h 208126"/>
                <a:gd name="connsiteX2" fmla="*/ 143781 w 207900"/>
                <a:gd name="connsiteY2" fmla="*/ 205863 h 208126"/>
                <a:gd name="connsiteX3" fmla="*/ 143781 w 207900"/>
                <a:gd name="connsiteY3" fmla="*/ 177855 h 208126"/>
                <a:gd name="connsiteX4" fmla="*/ 117454 w 207900"/>
                <a:gd name="connsiteY4" fmla="*/ 199825 h 208126"/>
                <a:gd name="connsiteX5" fmla="*/ 80680 w 207900"/>
                <a:gd name="connsiteY5" fmla="*/ 208127 h 208126"/>
                <a:gd name="connsiteX6" fmla="*/ 38472 w 207900"/>
                <a:gd name="connsiteY6" fmla="*/ 197645 h 208126"/>
                <a:gd name="connsiteX7" fmla="*/ 10106 w 207900"/>
                <a:gd name="connsiteY7" fmla="*/ 167206 h 208126"/>
                <a:gd name="connsiteX8" fmla="*/ 0 w 207900"/>
                <a:gd name="connsiteY8" fmla="*/ 120331 h 208126"/>
                <a:gd name="connsiteX9" fmla="*/ 0 w 207900"/>
                <a:gd name="connsiteY9" fmla="*/ 0 h 208126"/>
                <a:gd name="connsiteX10" fmla="*/ 63525 w 207900"/>
                <a:gd name="connsiteY10" fmla="*/ 0 h 208126"/>
                <a:gd name="connsiteX11" fmla="*/ 63525 w 207900"/>
                <a:gd name="connsiteY11" fmla="*/ 111778 h 208126"/>
                <a:gd name="connsiteX12" fmla="*/ 74396 w 207900"/>
                <a:gd name="connsiteY12" fmla="*/ 143894 h 208126"/>
                <a:gd name="connsiteX13" fmla="*/ 103526 w 207900"/>
                <a:gd name="connsiteY13" fmla="*/ 155298 h 208126"/>
                <a:gd name="connsiteX14" fmla="*/ 133080 w 207900"/>
                <a:gd name="connsiteY14" fmla="*/ 143894 h 208126"/>
                <a:gd name="connsiteX15" fmla="*/ 143951 w 207900"/>
                <a:gd name="connsiteY15" fmla="*/ 111778 h 208126"/>
                <a:gd name="connsiteX16" fmla="*/ 143951 w 207900"/>
                <a:gd name="connsiteY16" fmla="*/ 0 h 208126"/>
                <a:gd name="connsiteX17" fmla="*/ 207901 w 207900"/>
                <a:gd name="connsiteY17" fmla="*/ 0 h 2081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07900" h="208126">
                  <a:moveTo>
                    <a:pt x="207731" y="0"/>
                  </a:moveTo>
                  <a:lnTo>
                    <a:pt x="207731" y="205863"/>
                  </a:lnTo>
                  <a:lnTo>
                    <a:pt x="143781" y="205863"/>
                  </a:lnTo>
                  <a:lnTo>
                    <a:pt x="143781" y="177855"/>
                  </a:lnTo>
                  <a:cubicBezTo>
                    <a:pt x="137326" y="186995"/>
                    <a:pt x="128494" y="194291"/>
                    <a:pt x="117454" y="199825"/>
                  </a:cubicBezTo>
                  <a:cubicBezTo>
                    <a:pt x="106328" y="205359"/>
                    <a:pt x="94099" y="208127"/>
                    <a:pt x="80680" y="208127"/>
                  </a:cubicBezTo>
                  <a:cubicBezTo>
                    <a:pt x="64714" y="208127"/>
                    <a:pt x="50616" y="204605"/>
                    <a:pt x="38472" y="197645"/>
                  </a:cubicBezTo>
                  <a:cubicBezTo>
                    <a:pt x="26242" y="190601"/>
                    <a:pt x="16816" y="180455"/>
                    <a:pt x="10106" y="167206"/>
                  </a:cubicBezTo>
                  <a:cubicBezTo>
                    <a:pt x="3397" y="153957"/>
                    <a:pt x="0" y="138276"/>
                    <a:pt x="0" y="120331"/>
                  </a:cubicBezTo>
                  <a:lnTo>
                    <a:pt x="0" y="0"/>
                  </a:lnTo>
                  <a:lnTo>
                    <a:pt x="63525" y="0"/>
                  </a:lnTo>
                  <a:lnTo>
                    <a:pt x="63525" y="111778"/>
                  </a:lnTo>
                  <a:cubicBezTo>
                    <a:pt x="63525" y="125530"/>
                    <a:pt x="67092" y="136263"/>
                    <a:pt x="74396" y="143894"/>
                  </a:cubicBezTo>
                  <a:cubicBezTo>
                    <a:pt x="81615" y="151525"/>
                    <a:pt x="91381" y="155298"/>
                    <a:pt x="103526" y="155298"/>
                  </a:cubicBezTo>
                  <a:cubicBezTo>
                    <a:pt x="115670" y="155298"/>
                    <a:pt x="125776" y="151441"/>
                    <a:pt x="133080" y="143894"/>
                  </a:cubicBezTo>
                  <a:cubicBezTo>
                    <a:pt x="140299" y="136263"/>
                    <a:pt x="143951" y="125530"/>
                    <a:pt x="143951" y="111778"/>
                  </a:cubicBezTo>
                  <a:lnTo>
                    <a:pt x="143951" y="0"/>
                  </a:lnTo>
                  <a:lnTo>
                    <a:pt x="207901" y="0"/>
                  </a:lnTo>
                  <a:close/>
                </a:path>
              </a:pathLst>
            </a:custGeom>
            <a:solidFill>
              <a:srgbClr val="FFFFFF"/>
            </a:solidFill>
            <a:ln w="0" cap="flat">
              <a:noFill/>
              <a:prstDash val="solid"/>
              <a:miter/>
            </a:ln>
          </p:spPr>
          <p:txBody>
            <a:bodyPr rtlCol="0" anchor="ctr"/>
            <a:lstStyle/>
            <a:p>
              <a:endParaRPr lang="pt-BR"/>
            </a:p>
          </p:txBody>
        </p:sp>
        <p:sp>
          <p:nvSpPr>
            <p:cNvPr id="22" name="Forma Livre 157">
              <a:extLst>
                <a:ext uri="{FF2B5EF4-FFF2-40B4-BE49-F238E27FC236}">
                  <a16:creationId xmlns:a16="http://schemas.microsoft.com/office/drawing/2014/main" id="{0A59AE7D-6E9D-2A53-2B9C-1F7DB78C0228}"/>
                </a:ext>
              </a:extLst>
            </p:cNvPr>
            <p:cNvSpPr/>
            <p:nvPr/>
          </p:nvSpPr>
          <p:spPr>
            <a:xfrm>
              <a:off x="3854826" y="1953777"/>
              <a:ext cx="220045" cy="211732"/>
            </a:xfrm>
            <a:custGeom>
              <a:avLst/>
              <a:gdLst>
                <a:gd name="connsiteX0" fmla="*/ 12144 w 220045"/>
                <a:gd name="connsiteY0" fmla="*/ 49810 h 211732"/>
                <a:gd name="connsiteX1" fmla="*/ 45181 w 220045"/>
                <a:gd name="connsiteY1" fmla="*/ 12914 h 211732"/>
                <a:gd name="connsiteX2" fmla="*/ 91891 w 220045"/>
                <a:gd name="connsiteY2" fmla="*/ 0 h 211732"/>
                <a:gd name="connsiteX3" fmla="*/ 130532 w 220045"/>
                <a:gd name="connsiteY3" fmla="*/ 8889 h 211732"/>
                <a:gd name="connsiteX4" fmla="*/ 156180 w 220045"/>
                <a:gd name="connsiteY4" fmla="*/ 32116 h 211732"/>
                <a:gd name="connsiteX5" fmla="*/ 156180 w 220045"/>
                <a:gd name="connsiteY5" fmla="*/ 2935 h 211732"/>
                <a:gd name="connsiteX6" fmla="*/ 220045 w 220045"/>
                <a:gd name="connsiteY6" fmla="*/ 2935 h 211732"/>
                <a:gd name="connsiteX7" fmla="*/ 220045 w 220045"/>
                <a:gd name="connsiteY7" fmla="*/ 208797 h 211732"/>
                <a:gd name="connsiteX8" fmla="*/ 156180 w 220045"/>
                <a:gd name="connsiteY8" fmla="*/ 208797 h 211732"/>
                <a:gd name="connsiteX9" fmla="*/ 156180 w 220045"/>
                <a:gd name="connsiteY9" fmla="*/ 179616 h 211732"/>
                <a:gd name="connsiteX10" fmla="*/ 130193 w 220045"/>
                <a:gd name="connsiteY10" fmla="*/ 202844 h 211732"/>
                <a:gd name="connsiteX11" fmla="*/ 91551 w 220045"/>
                <a:gd name="connsiteY11" fmla="*/ 211732 h 211732"/>
                <a:gd name="connsiteX12" fmla="*/ 45181 w 220045"/>
                <a:gd name="connsiteY12" fmla="*/ 198651 h 211732"/>
                <a:gd name="connsiteX13" fmla="*/ 12144 w 220045"/>
                <a:gd name="connsiteY13" fmla="*/ 161420 h 211732"/>
                <a:gd name="connsiteX14" fmla="*/ 0 w 220045"/>
                <a:gd name="connsiteY14" fmla="*/ 105489 h 211732"/>
                <a:gd name="connsiteX15" fmla="*/ 12144 w 220045"/>
                <a:gd name="connsiteY15" fmla="*/ 49726 h 211732"/>
                <a:gd name="connsiteX16" fmla="*/ 142932 w 220045"/>
                <a:gd name="connsiteY16" fmla="*/ 68593 h 211732"/>
                <a:gd name="connsiteX17" fmla="*/ 110575 w 220045"/>
                <a:gd name="connsiteY17" fmla="*/ 54925 h 211732"/>
                <a:gd name="connsiteX18" fmla="*/ 78218 w 220045"/>
                <a:gd name="connsiteY18" fmla="*/ 68425 h 211732"/>
                <a:gd name="connsiteX19" fmla="*/ 64969 w 220045"/>
                <a:gd name="connsiteY19" fmla="*/ 105489 h 211732"/>
                <a:gd name="connsiteX20" fmla="*/ 78218 w 220045"/>
                <a:gd name="connsiteY20" fmla="*/ 142972 h 211732"/>
                <a:gd name="connsiteX21" fmla="*/ 110575 w 220045"/>
                <a:gd name="connsiteY21" fmla="*/ 156808 h 211732"/>
                <a:gd name="connsiteX22" fmla="*/ 142932 w 220045"/>
                <a:gd name="connsiteY22" fmla="*/ 143139 h 211732"/>
                <a:gd name="connsiteX23" fmla="*/ 156180 w 220045"/>
                <a:gd name="connsiteY23" fmla="*/ 105908 h 211732"/>
                <a:gd name="connsiteX24" fmla="*/ 142932 w 220045"/>
                <a:gd name="connsiteY24" fmla="*/ 68677 h 211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20045" h="211732">
                  <a:moveTo>
                    <a:pt x="12144" y="49810"/>
                  </a:moveTo>
                  <a:cubicBezTo>
                    <a:pt x="20213" y="33793"/>
                    <a:pt x="31253" y="21551"/>
                    <a:pt x="45181" y="12914"/>
                  </a:cubicBezTo>
                  <a:cubicBezTo>
                    <a:pt x="59109" y="4277"/>
                    <a:pt x="74736" y="0"/>
                    <a:pt x="91891" y="0"/>
                  </a:cubicBezTo>
                  <a:cubicBezTo>
                    <a:pt x="106583" y="0"/>
                    <a:pt x="119492" y="2935"/>
                    <a:pt x="130532" y="8889"/>
                  </a:cubicBezTo>
                  <a:cubicBezTo>
                    <a:pt x="141658" y="14758"/>
                    <a:pt x="150150" y="22557"/>
                    <a:pt x="156180" y="32116"/>
                  </a:cubicBezTo>
                  <a:lnTo>
                    <a:pt x="156180" y="2935"/>
                  </a:lnTo>
                  <a:lnTo>
                    <a:pt x="220045" y="2935"/>
                  </a:lnTo>
                  <a:lnTo>
                    <a:pt x="220045" y="208797"/>
                  </a:lnTo>
                  <a:lnTo>
                    <a:pt x="156180" y="208797"/>
                  </a:lnTo>
                  <a:lnTo>
                    <a:pt x="156180" y="179616"/>
                  </a:lnTo>
                  <a:cubicBezTo>
                    <a:pt x="149981" y="189175"/>
                    <a:pt x="141318" y="196974"/>
                    <a:pt x="130193" y="202844"/>
                  </a:cubicBezTo>
                  <a:cubicBezTo>
                    <a:pt x="119067" y="208714"/>
                    <a:pt x="106243" y="211732"/>
                    <a:pt x="91551" y="211732"/>
                  </a:cubicBezTo>
                  <a:cubicBezTo>
                    <a:pt x="74566" y="211732"/>
                    <a:pt x="59194" y="207372"/>
                    <a:pt x="45181" y="198651"/>
                  </a:cubicBezTo>
                  <a:cubicBezTo>
                    <a:pt x="31168" y="189930"/>
                    <a:pt x="20213" y="177520"/>
                    <a:pt x="12144" y="161420"/>
                  </a:cubicBezTo>
                  <a:cubicBezTo>
                    <a:pt x="4076" y="145320"/>
                    <a:pt x="0" y="126704"/>
                    <a:pt x="0" y="105489"/>
                  </a:cubicBezTo>
                  <a:cubicBezTo>
                    <a:pt x="0" y="84274"/>
                    <a:pt x="4076" y="65742"/>
                    <a:pt x="12144" y="49726"/>
                  </a:cubicBezTo>
                  <a:close/>
                  <a:moveTo>
                    <a:pt x="142932" y="68593"/>
                  </a:moveTo>
                  <a:cubicBezTo>
                    <a:pt x="134099" y="59537"/>
                    <a:pt x="123314" y="54925"/>
                    <a:pt x="110575" y="54925"/>
                  </a:cubicBezTo>
                  <a:cubicBezTo>
                    <a:pt x="97836" y="54925"/>
                    <a:pt x="87050" y="59453"/>
                    <a:pt x="78218" y="68425"/>
                  </a:cubicBezTo>
                  <a:cubicBezTo>
                    <a:pt x="69385" y="77398"/>
                    <a:pt x="64969" y="89808"/>
                    <a:pt x="64969" y="105489"/>
                  </a:cubicBezTo>
                  <a:cubicBezTo>
                    <a:pt x="64969" y="121170"/>
                    <a:pt x="69385" y="133748"/>
                    <a:pt x="78218" y="142972"/>
                  </a:cubicBezTo>
                  <a:cubicBezTo>
                    <a:pt x="87050" y="152196"/>
                    <a:pt x="97836" y="156808"/>
                    <a:pt x="110575" y="156808"/>
                  </a:cubicBezTo>
                  <a:cubicBezTo>
                    <a:pt x="123314" y="156808"/>
                    <a:pt x="134014" y="152280"/>
                    <a:pt x="142932" y="143139"/>
                  </a:cubicBezTo>
                  <a:cubicBezTo>
                    <a:pt x="151764" y="134083"/>
                    <a:pt x="156180" y="121589"/>
                    <a:pt x="156180" y="105908"/>
                  </a:cubicBezTo>
                  <a:cubicBezTo>
                    <a:pt x="156180" y="90227"/>
                    <a:pt x="151764" y="77733"/>
                    <a:pt x="142932" y="68677"/>
                  </a:cubicBezTo>
                  <a:close/>
                </a:path>
              </a:pathLst>
            </a:custGeom>
            <a:solidFill>
              <a:srgbClr val="FFFFFF"/>
            </a:solidFill>
            <a:ln w="0" cap="flat">
              <a:noFill/>
              <a:prstDash val="solid"/>
              <a:miter/>
            </a:ln>
          </p:spPr>
          <p:txBody>
            <a:bodyPr rtlCol="0" anchor="ctr"/>
            <a:lstStyle/>
            <a:p>
              <a:endParaRPr lang="pt-BR"/>
            </a:p>
          </p:txBody>
        </p:sp>
      </p:grpSp>
    </p:spTree>
    <p:extLst>
      <p:ext uri="{BB962C8B-B14F-4D97-AF65-F5344CB8AC3E}">
        <p14:creationId xmlns:p14="http://schemas.microsoft.com/office/powerpoint/2010/main" val="15870360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E7CC71C-4F66-A2E6-C9D1-07E850DDFBA3}"/>
            </a:ext>
          </a:extLst>
        </p:cNvPr>
        <p:cNvGrpSpPr/>
        <p:nvPr/>
      </p:nvGrpSpPr>
      <p:grpSpPr>
        <a:xfrm>
          <a:off x="0" y="0"/>
          <a:ext cx="0" cy="0"/>
          <a:chOff x="0" y="0"/>
          <a:chExt cx="0" cy="0"/>
        </a:xfrm>
      </p:grpSpPr>
      <p:cxnSp>
        <p:nvCxnSpPr>
          <p:cNvPr id="9" name="Conector Reto 6">
            <a:extLst>
              <a:ext uri="{FF2B5EF4-FFF2-40B4-BE49-F238E27FC236}">
                <a16:creationId xmlns:a16="http://schemas.microsoft.com/office/drawing/2014/main" id="{2FD79A83-F576-F572-DFC3-BA0BF36DA1E6}"/>
              </a:ext>
            </a:extLst>
          </p:cNvPr>
          <p:cNvCxnSpPr>
            <a:cxnSpLocks/>
          </p:cNvCxnSpPr>
          <p:nvPr/>
        </p:nvCxnSpPr>
        <p:spPr>
          <a:xfrm flipV="1">
            <a:off x="868312" y="1583831"/>
            <a:ext cx="0" cy="7488839"/>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5" name="Retângulo 4">
            <a:extLst>
              <a:ext uri="{FF2B5EF4-FFF2-40B4-BE49-F238E27FC236}">
                <a16:creationId xmlns:a16="http://schemas.microsoft.com/office/drawing/2014/main" id="{324DB01B-EBDF-E829-8327-3C187883E27B}"/>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3CBCA930-E076-8DA9-ACBB-B25511DFAC54}"/>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7</a:t>
            </a:r>
            <a:endParaRPr lang="pt-BR" sz="4800" b="1" dirty="0">
              <a:solidFill>
                <a:schemeClr val="bg1"/>
              </a:solidFill>
              <a:latin typeface="Poppins" pitchFamily="2" charset="77"/>
              <a:cs typeface="Poppins" pitchFamily="2" charset="77"/>
            </a:endParaRPr>
          </a:p>
        </p:txBody>
      </p:sp>
      <p:sp>
        <p:nvSpPr>
          <p:cNvPr id="20" name="CaixaDeTexto 3">
            <a:extLst>
              <a:ext uri="{FF2B5EF4-FFF2-40B4-BE49-F238E27FC236}">
                <a16:creationId xmlns:a16="http://schemas.microsoft.com/office/drawing/2014/main" id="{5E3A3A61-D668-6FD2-F0EC-C7E517F4C748}"/>
              </a:ext>
            </a:extLst>
          </p:cNvPr>
          <p:cNvSpPr txBox="1"/>
          <p:nvPr/>
        </p:nvSpPr>
        <p:spPr>
          <a:xfrm>
            <a:off x="1478279" y="2070375"/>
            <a:ext cx="15685769" cy="2677656"/>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fontAlgn="base">
              <a:buNone/>
            </a:pPr>
            <a:r>
              <a:rPr lang="pt-BR" sz="1400" b="0" i="0" dirty="0">
                <a:solidFill>
                  <a:schemeClr val="tx1"/>
                </a:solidFill>
                <a:effectLst/>
                <a:latin typeface="Poppins" panose="00000500000000000000" pitchFamily="2" charset="0"/>
                <a:cs typeface="Poppins" panose="00000500000000000000" pitchFamily="2" charset="0"/>
              </a:rPr>
              <a:t>O vídeo utiliza o exemplo prático de envio de SMS para ilustrar esses conceitos, mostrando o passo a passo da integração com uma API </a:t>
            </a:r>
            <a:r>
              <a:rPr lang="pt-BR" sz="1400" b="0" i="0" dirty="0" err="1">
                <a:solidFill>
                  <a:schemeClr val="tx1"/>
                </a:solidFill>
                <a:effectLst/>
                <a:latin typeface="Poppins" panose="00000500000000000000" pitchFamily="2" charset="0"/>
                <a:cs typeface="Poppins" panose="00000500000000000000" pitchFamily="2" charset="0"/>
              </a:rPr>
              <a:t>RESTful</a:t>
            </a:r>
            <a:r>
              <a:rPr lang="pt-BR" sz="1400" b="0" i="0" dirty="0">
                <a:solidFill>
                  <a:schemeClr val="tx1"/>
                </a:solidFill>
                <a:effectLst/>
                <a:latin typeface="Poppins" panose="00000500000000000000" pitchFamily="2" charset="0"/>
                <a:cs typeface="Poppins" panose="00000500000000000000" pitchFamily="2" charset="0"/>
              </a:rPr>
              <a:t>. </a:t>
            </a:r>
          </a:p>
          <a:p>
            <a:pPr fontAlgn="base">
              <a:buNone/>
            </a:pPr>
            <a:endParaRPr lang="pt-BR" sz="1400" b="0" i="0" dirty="0">
              <a:solidFill>
                <a:schemeClr val="tx1"/>
              </a:solidFill>
              <a:effectLst/>
              <a:latin typeface="Poppins" panose="00000500000000000000" pitchFamily="2" charset="0"/>
              <a:cs typeface="Poppins" panose="00000500000000000000" pitchFamily="2" charset="0"/>
            </a:endParaRPr>
          </a:p>
          <a:p>
            <a:pPr fontAlgn="base">
              <a:buNone/>
            </a:pPr>
            <a:r>
              <a:rPr lang="pt-BR" sz="1400" b="0" i="0" dirty="0">
                <a:solidFill>
                  <a:schemeClr val="tx1"/>
                </a:solidFill>
                <a:effectLst/>
                <a:latin typeface="Poppins" panose="00000500000000000000" pitchFamily="2" charset="0"/>
                <a:cs typeface="Poppins" panose="00000500000000000000" pitchFamily="2" charset="0"/>
              </a:rPr>
              <a:t>Além disso, o vídeo também aborda outros tópicos relevantes, como:</a:t>
            </a:r>
          </a:p>
          <a:p>
            <a:pPr fontAlgn="base">
              <a:buNone/>
            </a:pPr>
            <a:endParaRPr lang="pt-BR" sz="1400" b="0" i="0" dirty="0">
              <a:solidFill>
                <a:schemeClr val="tx1"/>
              </a:solidFill>
              <a:effectLst/>
              <a:latin typeface="Poppins" panose="00000500000000000000" pitchFamily="2" charset="0"/>
              <a:cs typeface="Poppins" panose="00000500000000000000" pitchFamily="2" charset="0"/>
            </a:endParaRPr>
          </a:p>
          <a:p>
            <a:pPr fontAlgn="base">
              <a:buNone/>
            </a:pPr>
            <a:r>
              <a:rPr lang="pt-BR" sz="1400" b="1" i="0" dirty="0">
                <a:solidFill>
                  <a:schemeClr val="tx1"/>
                </a:solidFill>
                <a:effectLst/>
                <a:latin typeface="Poppins" panose="00000500000000000000" pitchFamily="2" charset="0"/>
                <a:cs typeface="Poppins" panose="00000500000000000000" pitchFamily="2" charset="0"/>
              </a:rPr>
              <a:t>• Autenticação em APIs: </a:t>
            </a:r>
            <a:r>
              <a:rPr lang="pt-BR" sz="1400" b="0" i="0" dirty="0">
                <a:solidFill>
                  <a:schemeClr val="tx1"/>
                </a:solidFill>
                <a:effectLst/>
                <a:latin typeface="Poppins" panose="00000500000000000000" pitchFamily="2" charset="0"/>
                <a:cs typeface="Poppins" panose="00000500000000000000" pitchFamily="2" charset="0"/>
              </a:rPr>
              <a:t>explica diferentes métodos de autenticação, como </a:t>
            </a:r>
            <a:r>
              <a:rPr lang="pt-BR" sz="1400" b="0" i="0" dirty="0" err="1">
                <a:solidFill>
                  <a:schemeClr val="tx1"/>
                </a:solidFill>
                <a:effectLst/>
                <a:latin typeface="Poppins" panose="00000500000000000000" pitchFamily="2" charset="0"/>
                <a:cs typeface="Poppins" panose="00000500000000000000" pitchFamily="2" charset="0"/>
              </a:rPr>
              <a:t>OAuth</a:t>
            </a:r>
            <a:r>
              <a:rPr lang="pt-BR" sz="1400" b="0" i="0" dirty="0">
                <a:solidFill>
                  <a:schemeClr val="tx1"/>
                </a:solidFill>
                <a:effectLst/>
                <a:latin typeface="Poppins" panose="00000500000000000000" pitchFamily="2" charset="0"/>
                <a:cs typeface="Poppins" panose="00000500000000000000" pitchFamily="2" charset="0"/>
              </a:rPr>
              <a:t> 2.0 e chave de API.</a:t>
            </a:r>
          </a:p>
          <a:p>
            <a:pPr fontAlgn="base">
              <a:buNone/>
            </a:pPr>
            <a:endParaRPr lang="pt-BR" sz="1400" b="0" i="0" dirty="0">
              <a:solidFill>
                <a:schemeClr val="tx1"/>
              </a:solidFill>
              <a:effectLst/>
              <a:latin typeface="Poppins" panose="00000500000000000000" pitchFamily="2" charset="0"/>
              <a:cs typeface="Poppins" panose="00000500000000000000" pitchFamily="2" charset="0"/>
            </a:endParaRPr>
          </a:p>
          <a:p>
            <a:pPr fontAlgn="base">
              <a:buNone/>
            </a:pPr>
            <a:r>
              <a:rPr lang="pt-BR" sz="1400" b="1" i="0" dirty="0">
                <a:solidFill>
                  <a:schemeClr val="tx1"/>
                </a:solidFill>
                <a:effectLst/>
                <a:latin typeface="Poppins" panose="00000500000000000000" pitchFamily="2" charset="0"/>
                <a:cs typeface="Poppins" panose="00000500000000000000" pitchFamily="2" charset="0"/>
              </a:rPr>
              <a:t>• Documentação de APIs: </a:t>
            </a:r>
            <a:r>
              <a:rPr lang="pt-BR" sz="1400" b="0" i="0" dirty="0">
                <a:solidFill>
                  <a:schemeClr val="tx1"/>
                </a:solidFill>
                <a:effectLst/>
                <a:latin typeface="Poppins" panose="00000500000000000000" pitchFamily="2" charset="0"/>
                <a:cs typeface="Poppins" panose="00000500000000000000" pitchFamily="2" charset="0"/>
              </a:rPr>
              <a:t>enfatiza a importância de ler e entender a documentação de uma API para realizar a integração corretamente.</a:t>
            </a:r>
          </a:p>
          <a:p>
            <a:pPr fontAlgn="base">
              <a:buNone/>
            </a:pPr>
            <a:endParaRPr lang="pt-BR" sz="1400" b="0" i="0" dirty="0">
              <a:solidFill>
                <a:schemeClr val="tx1"/>
              </a:solidFill>
              <a:effectLst/>
              <a:latin typeface="Poppins" panose="00000500000000000000" pitchFamily="2" charset="0"/>
              <a:cs typeface="Poppins" panose="00000500000000000000" pitchFamily="2" charset="0"/>
            </a:endParaRPr>
          </a:p>
          <a:p>
            <a:pPr fontAlgn="base"/>
            <a:r>
              <a:rPr lang="pt-BR" sz="1400" b="1" i="0" dirty="0">
                <a:solidFill>
                  <a:schemeClr val="tx1"/>
                </a:solidFill>
                <a:effectLst/>
                <a:latin typeface="Poppins" panose="00000500000000000000" pitchFamily="2" charset="0"/>
                <a:cs typeface="Poppins" panose="00000500000000000000" pitchFamily="2" charset="0"/>
              </a:rPr>
              <a:t>• Exemplos em diferentes linguagens: </a:t>
            </a:r>
            <a:r>
              <a:rPr lang="pt-BR" sz="1400" b="0" i="0" dirty="0">
                <a:solidFill>
                  <a:schemeClr val="tx1"/>
                </a:solidFill>
                <a:effectLst/>
                <a:latin typeface="Poppins" panose="00000500000000000000" pitchFamily="2" charset="0"/>
                <a:cs typeface="Poppins" panose="00000500000000000000" pitchFamily="2" charset="0"/>
              </a:rPr>
              <a:t>apresenta exemplos de código em Swift, </a:t>
            </a:r>
            <a:r>
              <a:rPr lang="pt-BR" sz="1400" b="0" i="0" dirty="0" err="1">
                <a:solidFill>
                  <a:schemeClr val="tx1"/>
                </a:solidFill>
                <a:effectLst/>
                <a:latin typeface="Poppins" panose="00000500000000000000" pitchFamily="2" charset="0"/>
                <a:cs typeface="Poppins" panose="00000500000000000000" pitchFamily="2" charset="0"/>
              </a:rPr>
              <a:t>JavaScript</a:t>
            </a:r>
            <a:r>
              <a:rPr lang="pt-BR" sz="1400" b="0" i="0" dirty="0">
                <a:solidFill>
                  <a:schemeClr val="tx1"/>
                </a:solidFill>
                <a:effectLst/>
                <a:latin typeface="Poppins" panose="00000500000000000000" pitchFamily="2" charset="0"/>
                <a:cs typeface="Poppins" panose="00000500000000000000" pitchFamily="2" charset="0"/>
              </a:rPr>
              <a:t> e C#, demonstrando que os conceitos de integração com APIs são </a:t>
            </a:r>
          </a:p>
          <a:p>
            <a:pPr fontAlgn="base"/>
            <a:r>
              <a:rPr lang="pt-BR" sz="1400" b="0" i="0" dirty="0">
                <a:solidFill>
                  <a:schemeClr val="tx1"/>
                </a:solidFill>
                <a:effectLst/>
                <a:latin typeface="Poppins" panose="00000500000000000000" pitchFamily="2" charset="0"/>
                <a:cs typeface="Poppins" panose="00000500000000000000" pitchFamily="2" charset="0"/>
              </a:rPr>
              <a:t>aplicáveis em diversas linguagens de programação.</a:t>
            </a:r>
          </a:p>
          <a:p>
            <a:pPr>
              <a:buClrTx/>
              <a:defRPr/>
            </a:pPr>
            <a:r>
              <a:rPr lang="pt-BR" dirty="0">
                <a:latin typeface="Poppins"/>
                <a:cs typeface="Poppins"/>
              </a:rPr>
              <a:t>  </a:t>
            </a:r>
          </a:p>
          <a:p>
            <a:pPr>
              <a:buClrTx/>
              <a:defRPr/>
            </a:pPr>
            <a:endParaRPr lang="pt-BR" b="1" dirty="0">
              <a:latin typeface="Poppins"/>
              <a:cs typeface="Poppins"/>
            </a:endParaRPr>
          </a:p>
        </p:txBody>
      </p:sp>
      <p:sp>
        <p:nvSpPr>
          <p:cNvPr id="2" name="Oval 12">
            <a:extLst>
              <a:ext uri="{FF2B5EF4-FFF2-40B4-BE49-F238E27FC236}">
                <a16:creationId xmlns:a16="http://schemas.microsoft.com/office/drawing/2014/main" id="{D0B6CC27-1755-E1E5-A892-3854C7DCD144}"/>
              </a:ext>
            </a:extLst>
          </p:cNvPr>
          <p:cNvSpPr/>
          <p:nvPr/>
        </p:nvSpPr>
        <p:spPr>
          <a:xfrm>
            <a:off x="607827" y="2074927"/>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3" name="Google Shape;2216;p100">
            <a:extLst>
              <a:ext uri="{FF2B5EF4-FFF2-40B4-BE49-F238E27FC236}">
                <a16:creationId xmlns:a16="http://schemas.microsoft.com/office/drawing/2014/main" id="{BD714024-ED53-F675-3C0A-62FB329BD8C0}"/>
              </a:ext>
            </a:extLst>
          </p:cNvPr>
          <p:cNvSpPr/>
          <p:nvPr/>
        </p:nvSpPr>
        <p:spPr>
          <a:xfrm>
            <a:off x="715912" y="2222760"/>
            <a:ext cx="355853" cy="301106"/>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654145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53C320C-E85C-2A25-01D0-14E80086B4BC}"/>
            </a:ext>
          </a:extLst>
        </p:cNvPr>
        <p:cNvGrpSpPr/>
        <p:nvPr/>
      </p:nvGrpSpPr>
      <p:grpSpPr>
        <a:xfrm>
          <a:off x="0" y="0"/>
          <a:ext cx="0" cy="0"/>
          <a:chOff x="0" y="0"/>
          <a:chExt cx="0" cy="0"/>
        </a:xfrm>
      </p:grpSpPr>
      <p:cxnSp>
        <p:nvCxnSpPr>
          <p:cNvPr id="7" name="Conector Reto 6">
            <a:extLst>
              <a:ext uri="{FF2B5EF4-FFF2-40B4-BE49-F238E27FC236}">
                <a16:creationId xmlns:a16="http://schemas.microsoft.com/office/drawing/2014/main" id="{4BCE987F-0261-7B17-DEDC-54E5126EB5C1}"/>
              </a:ext>
            </a:extLst>
          </p:cNvPr>
          <p:cNvCxnSpPr>
            <a:cxnSpLocks/>
          </p:cNvCxnSpPr>
          <p:nvPr/>
        </p:nvCxnSpPr>
        <p:spPr>
          <a:xfrm flipV="1">
            <a:off x="868312" y="1616336"/>
            <a:ext cx="0" cy="5103119"/>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5" name="Retângulo 4">
            <a:extLst>
              <a:ext uri="{FF2B5EF4-FFF2-40B4-BE49-F238E27FC236}">
                <a16:creationId xmlns:a16="http://schemas.microsoft.com/office/drawing/2014/main" id="{DE8C7C4B-AEA4-1F68-D9A5-42B1F56D16B6}"/>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47D26117-789C-A18F-D975-A3DB3577DE01}"/>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Slides 8 e 9</a:t>
            </a:r>
            <a:endParaRPr lang="pt-BR" sz="4800" b="1" dirty="0">
              <a:solidFill>
                <a:schemeClr val="bg1"/>
              </a:solidFill>
              <a:latin typeface="Poppins" pitchFamily="2" charset="77"/>
              <a:cs typeface="Poppins" pitchFamily="2" charset="77"/>
            </a:endParaRPr>
          </a:p>
        </p:txBody>
      </p:sp>
      <p:sp>
        <p:nvSpPr>
          <p:cNvPr id="20" name="CaixaDeTexto 3">
            <a:extLst>
              <a:ext uri="{FF2B5EF4-FFF2-40B4-BE49-F238E27FC236}">
                <a16:creationId xmlns:a16="http://schemas.microsoft.com/office/drawing/2014/main" id="{7BF3A750-7A1C-B49C-D4DA-BB12A10EC0A4}"/>
              </a:ext>
            </a:extLst>
          </p:cNvPr>
          <p:cNvSpPr txBox="1"/>
          <p:nvPr/>
        </p:nvSpPr>
        <p:spPr>
          <a:xfrm>
            <a:off x="1478280" y="2146575"/>
            <a:ext cx="15377160" cy="307777"/>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b="1" dirty="0">
                <a:latin typeface="Poppins"/>
                <a:cs typeface="Poppins"/>
              </a:rPr>
              <a:t>Tempo:  </a:t>
            </a:r>
            <a:r>
              <a:rPr lang="pt-BR" dirty="0">
                <a:latin typeface="Poppins"/>
                <a:cs typeface="Poppins"/>
              </a:rPr>
              <a:t>3 minutos.</a:t>
            </a:r>
          </a:p>
        </p:txBody>
      </p:sp>
      <p:sp>
        <p:nvSpPr>
          <p:cNvPr id="19" name="Oval 11">
            <a:extLst>
              <a:ext uri="{FF2B5EF4-FFF2-40B4-BE49-F238E27FC236}">
                <a16:creationId xmlns:a16="http://schemas.microsoft.com/office/drawing/2014/main" id="{1AE79E3F-64B3-B315-CC8F-A46B08FB1EB2}"/>
              </a:ext>
            </a:extLst>
          </p:cNvPr>
          <p:cNvSpPr/>
          <p:nvPr/>
        </p:nvSpPr>
        <p:spPr>
          <a:xfrm>
            <a:off x="603432" y="2071436"/>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a:p>
        </p:txBody>
      </p:sp>
      <p:pic>
        <p:nvPicPr>
          <p:cNvPr id="21" name="Imagem 20">
            <a:extLst>
              <a:ext uri="{FF2B5EF4-FFF2-40B4-BE49-F238E27FC236}">
                <a16:creationId xmlns:a16="http://schemas.microsoft.com/office/drawing/2014/main" id="{0DB436DA-B86E-4B63-3A9C-33CBFB0230C1}"/>
              </a:ext>
            </a:extLst>
          </p:cNvPr>
          <p:cNvPicPr>
            <a:picLocks noChangeAspect="1"/>
          </p:cNvPicPr>
          <p:nvPr/>
        </p:nvPicPr>
        <p:blipFill>
          <a:blip r:embed="rId3"/>
          <a:srcRect/>
          <a:stretch/>
        </p:blipFill>
        <p:spPr>
          <a:xfrm>
            <a:off x="778969" y="2215615"/>
            <a:ext cx="235287" cy="282344"/>
          </a:xfrm>
          <a:prstGeom prst="rect">
            <a:avLst/>
          </a:prstGeom>
        </p:spPr>
      </p:pic>
      <p:sp>
        <p:nvSpPr>
          <p:cNvPr id="26" name="CaixaDeTexto 25">
            <a:extLst>
              <a:ext uri="{FF2B5EF4-FFF2-40B4-BE49-F238E27FC236}">
                <a16:creationId xmlns:a16="http://schemas.microsoft.com/office/drawing/2014/main" id="{9F987D56-C1B5-6927-AC72-0C1D37579872}"/>
              </a:ext>
            </a:extLst>
          </p:cNvPr>
          <p:cNvSpPr txBox="1"/>
          <p:nvPr/>
        </p:nvSpPr>
        <p:spPr>
          <a:xfrm>
            <a:off x="1478280" y="3083080"/>
            <a:ext cx="16144702" cy="3754874"/>
          </a:xfrm>
          <a:prstGeom prst="rect">
            <a:avLst/>
          </a:prstGeom>
          <a:noFill/>
          <a:ln>
            <a:noFill/>
          </a:ln>
        </p:spPr>
        <p:txBody>
          <a:bodyPr wrap="square">
            <a:spAutoFit/>
          </a:bodyPr>
          <a:lstStyle/>
          <a:p>
            <a:r>
              <a:rPr lang="pt-BR" b="1" dirty="0">
                <a:latin typeface="Poppins" panose="00000500000000000000" pitchFamily="2" charset="0"/>
                <a:cs typeface="Poppins" panose="00000500000000000000" pitchFamily="2" charset="0"/>
              </a:rPr>
              <a:t>Feedback AVA: </a:t>
            </a:r>
          </a:p>
          <a:p>
            <a:r>
              <a:rPr lang="pt-BR" dirty="0">
                <a:solidFill>
                  <a:schemeClr val="tx1"/>
                </a:solidFill>
                <a:latin typeface="Poppins" panose="00000500000000000000" pitchFamily="2" charset="0"/>
                <a:cs typeface="Poppins" panose="00000500000000000000" pitchFamily="2" charset="0"/>
              </a:rPr>
              <a:t>Correto! APIs permitem utilizar recursos de terceiros, o que economiza tempo e facilita o desenvolvimento.</a:t>
            </a:r>
          </a:p>
          <a:p>
            <a:endParaRPr lang="pt-BR" b="1" dirty="0">
              <a:solidFill>
                <a:schemeClr val="tx1"/>
              </a:solidFill>
              <a:latin typeface="Poppins" panose="00000500000000000000" pitchFamily="2" charset="0"/>
              <a:cs typeface="Poppins" panose="00000500000000000000" pitchFamily="2" charset="0"/>
            </a:endParaRPr>
          </a:p>
          <a:p>
            <a:r>
              <a:rPr lang="pt-BR" b="1" dirty="0">
                <a:latin typeface="Poppins" panose="00000500000000000000" pitchFamily="2" charset="0"/>
                <a:cs typeface="Poppins" panose="00000500000000000000" pitchFamily="2" charset="0"/>
              </a:rPr>
              <a:t>Feedback geral:</a:t>
            </a:r>
          </a:p>
          <a:p>
            <a:endParaRPr lang="pt-BR" b="1" dirty="0">
              <a:latin typeface="Poppins" panose="00000500000000000000" pitchFamily="2" charset="0"/>
              <a:cs typeface="Poppins" panose="000005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solidFill>
                  <a:schemeClr val="tx1"/>
                </a:solidFill>
                <a:latin typeface="Poppins" panose="00000500000000000000" pitchFamily="2" charset="0"/>
                <a:cs typeface="Poppins" panose="00000500000000000000" pitchFamily="2" charset="0"/>
              </a:rPr>
              <a:t>Porque permitem adicionar funcionalidades ao sistema sem precisar programar do zero. Correto! APIs permitem utilizar recursos de terceiros, o que economiza tempo e facilita o desenvolvimento.</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dirty="0">
              <a:solidFill>
                <a:schemeClr val="tx1"/>
              </a:solidFill>
              <a:latin typeface="Poppins" panose="00000500000000000000" pitchFamily="2" charset="0"/>
              <a:cs typeface="Poppins" panose="000005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solidFill>
                  <a:schemeClr val="tx1"/>
                </a:solidFill>
                <a:latin typeface="Poppins" panose="00000500000000000000" pitchFamily="2" charset="0"/>
                <a:cs typeface="Poppins" panose="00000500000000000000" pitchFamily="2" charset="0"/>
              </a:rPr>
              <a:t>Porque as APIs são ferramentas de design de interface. Não exatamente. Embora as APIs tenham uma interface, elas servem para comunicação entre sistemas, não são ferramentas de design de interface visual.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dirty="0">
              <a:solidFill>
                <a:schemeClr val="tx1"/>
              </a:solidFill>
              <a:latin typeface="Poppins" panose="00000500000000000000" pitchFamily="2" charset="0"/>
              <a:cs typeface="Poppins" panose="000005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solidFill>
                  <a:schemeClr val="tx1"/>
                </a:solidFill>
                <a:latin typeface="Poppins" panose="00000500000000000000" pitchFamily="2" charset="0"/>
                <a:cs typeface="Poppins" panose="00000500000000000000" pitchFamily="2" charset="0"/>
              </a:rPr>
              <a:t>Porque elas substituem totalmente o código de um sistema. Incorreto. APIs complementam o sistema, mas não o substituem; elas permitem acesso a funcionalidades adicionais de outros sistemas.</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dirty="0">
              <a:solidFill>
                <a:schemeClr val="tx1"/>
              </a:solidFill>
              <a:latin typeface="Poppins" panose="00000500000000000000" pitchFamily="2" charset="0"/>
              <a:cs typeface="Poppins" panose="000005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solidFill>
                  <a:schemeClr val="tx1"/>
                </a:solidFill>
                <a:latin typeface="Poppins" panose="00000500000000000000" pitchFamily="2" charset="0"/>
                <a:cs typeface="Poppins" panose="00000500000000000000" pitchFamily="2" charset="0"/>
              </a:rPr>
              <a:t>Porque garantem que todo o sistema seja sempre atualizado automaticamente. Não é isso. APIs fornecem funcionalidades e dados, mas a atualização automática depende de outras práticas de desenvolvimento.</a:t>
            </a:r>
          </a:p>
          <a:p>
            <a:pPr marL="0" lvl="0" indent="0" algn="l" rtl="0">
              <a:lnSpc>
                <a:spcPct val="100000"/>
              </a:lnSpc>
              <a:spcBef>
                <a:spcPts val="0"/>
              </a:spcBef>
              <a:spcAft>
                <a:spcPts val="0"/>
              </a:spcAft>
              <a:buSzPts val="1400"/>
              <a:buNone/>
            </a:pPr>
            <a:endParaRPr lang="pt-BR" dirty="0">
              <a:latin typeface="Poppins" panose="00000500000000000000" pitchFamily="2" charset="0"/>
              <a:cs typeface="Poppins" panose="00000500000000000000" pitchFamily="2" charset="0"/>
            </a:endParaRPr>
          </a:p>
        </p:txBody>
      </p:sp>
      <p:sp>
        <p:nvSpPr>
          <p:cNvPr id="27" name="Oval 8">
            <a:extLst>
              <a:ext uri="{FF2B5EF4-FFF2-40B4-BE49-F238E27FC236}">
                <a16:creationId xmlns:a16="http://schemas.microsoft.com/office/drawing/2014/main" id="{92B2957C-CE33-E5CF-0877-04FCB4765FEB}"/>
              </a:ext>
            </a:extLst>
          </p:cNvPr>
          <p:cNvSpPr/>
          <p:nvPr/>
        </p:nvSpPr>
        <p:spPr>
          <a:xfrm>
            <a:off x="606105" y="2944314"/>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28" name="Gráfico 27">
            <a:extLst>
              <a:ext uri="{FF2B5EF4-FFF2-40B4-BE49-F238E27FC236}">
                <a16:creationId xmlns:a16="http://schemas.microsoft.com/office/drawing/2014/main" id="{56B9FA5C-9A30-EFCF-57DA-740DF9F40BD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2017" y="3025495"/>
            <a:ext cx="312039" cy="400050"/>
          </a:xfrm>
          <a:prstGeom prst="rect">
            <a:avLst/>
          </a:prstGeom>
        </p:spPr>
      </p:pic>
    </p:spTree>
    <p:extLst>
      <p:ext uri="{BB962C8B-B14F-4D97-AF65-F5344CB8AC3E}">
        <p14:creationId xmlns:p14="http://schemas.microsoft.com/office/powerpoint/2010/main" val="13227989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9648F11-0FA5-BD65-BCA7-F456F4872CA6}"/>
            </a:ext>
          </a:extLst>
        </p:cNvPr>
        <p:cNvGrpSpPr/>
        <p:nvPr/>
      </p:nvGrpSpPr>
      <p:grpSpPr>
        <a:xfrm>
          <a:off x="0" y="0"/>
          <a:ext cx="0" cy="0"/>
          <a:chOff x="0" y="0"/>
          <a:chExt cx="0" cy="0"/>
        </a:xfrm>
      </p:grpSpPr>
      <p:cxnSp>
        <p:nvCxnSpPr>
          <p:cNvPr id="7" name="Conector Reto 6">
            <a:extLst>
              <a:ext uri="{FF2B5EF4-FFF2-40B4-BE49-F238E27FC236}">
                <a16:creationId xmlns:a16="http://schemas.microsoft.com/office/drawing/2014/main" id="{F30EE688-D6C2-AC8D-C241-1F01BA24B814}"/>
              </a:ext>
            </a:extLst>
          </p:cNvPr>
          <p:cNvCxnSpPr>
            <a:cxnSpLocks/>
          </p:cNvCxnSpPr>
          <p:nvPr/>
        </p:nvCxnSpPr>
        <p:spPr>
          <a:xfrm flipV="1">
            <a:off x="868312" y="1683243"/>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5" name="Retângulo 4">
            <a:extLst>
              <a:ext uri="{FF2B5EF4-FFF2-40B4-BE49-F238E27FC236}">
                <a16:creationId xmlns:a16="http://schemas.microsoft.com/office/drawing/2014/main" id="{B6599FF6-2FF8-B991-5A3C-0C27CD901617}"/>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CaixaDeTexto 5">
            <a:extLst>
              <a:ext uri="{FF2B5EF4-FFF2-40B4-BE49-F238E27FC236}">
                <a16:creationId xmlns:a16="http://schemas.microsoft.com/office/drawing/2014/main" id="{018E1895-108F-B35E-1612-813C7730E01F}"/>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Slides 10 e 11</a:t>
            </a:r>
            <a:endParaRPr lang="pt-BR" sz="4800" b="1" dirty="0">
              <a:solidFill>
                <a:schemeClr val="bg1"/>
              </a:solidFill>
              <a:latin typeface="Poppins" pitchFamily="2" charset="77"/>
              <a:cs typeface="Poppins" pitchFamily="2" charset="77"/>
            </a:endParaRPr>
          </a:p>
        </p:txBody>
      </p:sp>
      <p:sp>
        <p:nvSpPr>
          <p:cNvPr id="20" name="CaixaDeTexto 3">
            <a:extLst>
              <a:ext uri="{FF2B5EF4-FFF2-40B4-BE49-F238E27FC236}">
                <a16:creationId xmlns:a16="http://schemas.microsoft.com/office/drawing/2014/main" id="{34CC8623-25E3-E5A9-66C9-0D7FA9E6A58C}"/>
              </a:ext>
            </a:extLst>
          </p:cNvPr>
          <p:cNvSpPr txBox="1"/>
          <p:nvPr/>
        </p:nvSpPr>
        <p:spPr>
          <a:xfrm>
            <a:off x="1478280" y="2070375"/>
            <a:ext cx="15377160" cy="2893100"/>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400"/>
              <a:defRPr/>
            </a:pPr>
            <a:r>
              <a:rPr lang="pt-BR" b="1" dirty="0">
                <a:latin typeface="Poppins" panose="00000500000000000000" pitchFamily="2" charset="0"/>
                <a:cs typeface="Poppins" panose="00000500000000000000" pitchFamily="2" charset="0"/>
              </a:rPr>
              <a:t>Feedback AVA: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latin typeface="Poppins"/>
                <a:cs typeface="Poppins"/>
              </a:rPr>
              <a:t>Correto! A documentação é essencial para entender como interagir corretamente com a API.</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dirty="0">
              <a:latin typeface="Poppins"/>
              <a:cs typeface="Poppins"/>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b="1" dirty="0">
                <a:latin typeface="Poppins" panose="00000500000000000000" pitchFamily="2" charset="0"/>
                <a:cs typeface="Poppins" panose="00000500000000000000" pitchFamily="2" charset="0"/>
              </a:rPr>
              <a:t>Feedback geral:</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dirty="0">
              <a:latin typeface="Poppins"/>
              <a:cs typeface="Poppins"/>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latin typeface="Poppins"/>
                <a:cs typeface="Poppins"/>
              </a:rPr>
              <a:t>Limitar o uso da API para certos usuários. Errado. A documentação não limita o uso, mas fornece instruções para o uso adequado.</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dirty="0">
              <a:latin typeface="Poppins"/>
              <a:cs typeface="Poppins"/>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latin typeface="Poppins"/>
                <a:cs typeface="Poppins"/>
              </a:rPr>
              <a:t>Facilitar o processo de integração. Correto! A documentação é essencial para entender como interagir corretamente com a API.</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dirty="0">
              <a:latin typeface="Poppins"/>
              <a:cs typeface="Poppins"/>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latin typeface="Poppins"/>
                <a:cs typeface="Poppins"/>
              </a:rPr>
              <a:t>Reduzir o tempo de expiração dos tokens de autenticação. Não. A expiração de tokens é definida por regras de segurança, não pela documentação.</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dirty="0">
              <a:latin typeface="Poppins"/>
              <a:cs typeface="Poppins"/>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latin typeface="Poppins"/>
                <a:cs typeface="Poppins"/>
              </a:rPr>
              <a:t>Oferecer suporte para resolver todos os problemas de integração automaticamente. Não é isso. A documentação orienta o uso da API, mas não resolve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dirty="0">
                <a:latin typeface="Poppins"/>
                <a:cs typeface="Poppins"/>
              </a:rPr>
              <a:t>problemas automaticamente.</a:t>
            </a:r>
          </a:p>
        </p:txBody>
      </p:sp>
      <p:sp>
        <p:nvSpPr>
          <p:cNvPr id="2" name="Retângulo 1">
            <a:extLst>
              <a:ext uri="{FF2B5EF4-FFF2-40B4-BE49-F238E27FC236}">
                <a16:creationId xmlns:a16="http://schemas.microsoft.com/office/drawing/2014/main" id="{B1691197-4812-A072-3EB3-176739DD106F}"/>
              </a:ext>
            </a:extLst>
          </p:cNvPr>
          <p:cNvSpPr/>
          <p:nvPr/>
        </p:nvSpPr>
        <p:spPr>
          <a:xfrm>
            <a:off x="0" y="5409929"/>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 name="CaixaDeTexto 2">
            <a:extLst>
              <a:ext uri="{FF2B5EF4-FFF2-40B4-BE49-F238E27FC236}">
                <a16:creationId xmlns:a16="http://schemas.microsoft.com/office/drawing/2014/main" id="{BB791659-ACB4-1007-7FF8-09A9741E0E1F}"/>
              </a:ext>
            </a:extLst>
          </p:cNvPr>
          <p:cNvSpPr txBox="1"/>
          <p:nvPr/>
        </p:nvSpPr>
        <p:spPr>
          <a:xfrm>
            <a:off x="1478280" y="5425169"/>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Slides 12 e 13</a:t>
            </a:r>
            <a:endParaRPr lang="pt-BR" sz="4800" b="1" dirty="0">
              <a:solidFill>
                <a:schemeClr val="bg1"/>
              </a:solidFill>
              <a:latin typeface="Poppins" pitchFamily="2" charset="77"/>
              <a:cs typeface="Poppins" pitchFamily="2" charset="77"/>
            </a:endParaRPr>
          </a:p>
        </p:txBody>
      </p:sp>
      <p:sp>
        <p:nvSpPr>
          <p:cNvPr id="4" name="CaixaDeTexto 3">
            <a:extLst>
              <a:ext uri="{FF2B5EF4-FFF2-40B4-BE49-F238E27FC236}">
                <a16:creationId xmlns:a16="http://schemas.microsoft.com/office/drawing/2014/main" id="{558AF389-7A5D-25BE-2C20-31F06C97CE28}"/>
              </a:ext>
            </a:extLst>
          </p:cNvPr>
          <p:cNvSpPr txBox="1"/>
          <p:nvPr/>
        </p:nvSpPr>
        <p:spPr>
          <a:xfrm>
            <a:off x="1478279" y="6271082"/>
            <a:ext cx="16622149" cy="2893100"/>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1400"/>
              <a:defRPr/>
            </a:pPr>
            <a:r>
              <a:rPr lang="pt-BR" b="1" dirty="0">
                <a:latin typeface="Poppins" panose="00000500000000000000" pitchFamily="2" charset="0"/>
                <a:cs typeface="Poppins" panose="00000500000000000000" pitchFamily="2" charset="0"/>
              </a:rPr>
              <a:t>Feedback AVA: </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i="0" dirty="0">
                <a:latin typeface="Poppins" panose="00000500000000000000" pitchFamily="2" charset="0"/>
                <a:cs typeface="Poppins" panose="00000500000000000000" pitchFamily="2" charset="0"/>
              </a:rPr>
              <a:t>Correto! A chave de API é uma forma simples de autenticação, adequada para casos em que a segurança básica é suficiente.</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dirty="0">
              <a:latin typeface="Poppins"/>
              <a:cs typeface="Poppins"/>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pt-BR" b="1" dirty="0">
                <a:latin typeface="Poppins" panose="00000500000000000000" pitchFamily="2" charset="0"/>
                <a:cs typeface="Poppins" panose="00000500000000000000" pitchFamily="2" charset="0"/>
              </a:rPr>
              <a:t>Feedback geral:</a:t>
            </a: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b="1" dirty="0">
              <a:latin typeface="Poppins" panose="00000500000000000000" pitchFamily="2" charset="0"/>
              <a:cs typeface="Poppins" panose="00000500000000000000" pitchFamily="2" charset="0"/>
            </a:endParaRPr>
          </a:p>
          <a:p>
            <a:r>
              <a:rPr lang="pt-BR" dirty="0">
                <a:latin typeface="Poppins" panose="00000500000000000000" pitchFamily="2" charset="0"/>
                <a:cs typeface="Poppins" panose="00000500000000000000" pitchFamily="2" charset="0"/>
              </a:rPr>
              <a:t>Não exige a criação de tokens. Não exatamente. A chave de API é um tipo de token, embora simplificado em comparação ao </a:t>
            </a:r>
            <a:r>
              <a:rPr lang="pt-BR" dirty="0" err="1">
                <a:latin typeface="Poppins" panose="00000500000000000000" pitchFamily="2" charset="0"/>
                <a:cs typeface="Poppins" panose="00000500000000000000" pitchFamily="2" charset="0"/>
              </a:rPr>
              <a:t>OAuth</a:t>
            </a:r>
            <a:r>
              <a:rPr lang="pt-BR" dirty="0">
                <a:latin typeface="Poppins" panose="00000500000000000000" pitchFamily="2" charset="0"/>
                <a:cs typeface="Poppins" panose="00000500000000000000" pitchFamily="2" charset="0"/>
              </a:rPr>
              <a:t> 2.0.</a:t>
            </a:r>
          </a:p>
          <a:p>
            <a:endParaRPr lang="pt-BR" dirty="0">
              <a:latin typeface="Poppins" panose="00000500000000000000" pitchFamily="2" charset="0"/>
              <a:cs typeface="Poppins" panose="00000500000000000000" pitchFamily="2" charset="0"/>
            </a:endParaRPr>
          </a:p>
          <a:p>
            <a:r>
              <a:rPr lang="pt-BR" dirty="0">
                <a:latin typeface="Poppins" panose="00000500000000000000" pitchFamily="2" charset="0"/>
                <a:cs typeface="Poppins" panose="00000500000000000000" pitchFamily="2" charset="0"/>
              </a:rPr>
              <a:t>Proporciona segurança máxima para o sistema. Errado. Chaves de API são práticas, mas a autenticação </a:t>
            </a:r>
            <a:r>
              <a:rPr lang="pt-BR" dirty="0" err="1">
                <a:latin typeface="Poppins" panose="00000500000000000000" pitchFamily="2" charset="0"/>
                <a:cs typeface="Poppins" panose="00000500000000000000" pitchFamily="2" charset="0"/>
              </a:rPr>
              <a:t>OAuth</a:t>
            </a:r>
            <a:r>
              <a:rPr lang="pt-BR" dirty="0">
                <a:latin typeface="Poppins" panose="00000500000000000000" pitchFamily="2" charset="0"/>
                <a:cs typeface="Poppins" panose="00000500000000000000" pitchFamily="2" charset="0"/>
              </a:rPr>
              <a:t> 2.0 é mais segura em geral.</a:t>
            </a:r>
          </a:p>
          <a:p>
            <a:endParaRPr lang="pt-BR" dirty="0">
              <a:latin typeface="Poppins" panose="00000500000000000000" pitchFamily="2" charset="0"/>
              <a:cs typeface="Poppins" panose="00000500000000000000" pitchFamily="2" charset="0"/>
            </a:endParaRPr>
          </a:p>
          <a:p>
            <a:r>
              <a:rPr lang="pt-BR" dirty="0">
                <a:latin typeface="Poppins" panose="00000500000000000000" pitchFamily="2" charset="0"/>
                <a:cs typeface="Poppins" panose="00000500000000000000" pitchFamily="2" charset="0"/>
              </a:rPr>
              <a:t>É mais simples e prática para aplicações de menor complexidade. Correto! A chave de API é uma forma simples de autenticação, adequada para casos em que a segurança básica é suficiente.</a:t>
            </a:r>
          </a:p>
          <a:p>
            <a:endParaRPr lang="pt-BR" dirty="0">
              <a:latin typeface="Poppins" panose="00000500000000000000" pitchFamily="2" charset="0"/>
              <a:cs typeface="Poppins" panose="00000500000000000000" pitchFamily="2" charset="0"/>
            </a:endParaRPr>
          </a:p>
          <a:p>
            <a:r>
              <a:rPr lang="pt-BR" dirty="0">
                <a:latin typeface="Poppins" panose="00000500000000000000" pitchFamily="2" charset="0"/>
                <a:cs typeface="Poppins" panose="00000500000000000000" pitchFamily="2" charset="0"/>
              </a:rPr>
              <a:t>Permite acesso sem qualquer tipo de autenticação. Incorreto A chave de API é um método de autenticação, exigindo uma chave exclusiva para o acesso.</a:t>
            </a:r>
          </a:p>
        </p:txBody>
      </p:sp>
      <p:sp>
        <p:nvSpPr>
          <p:cNvPr id="8" name="Oval 8">
            <a:extLst>
              <a:ext uri="{FF2B5EF4-FFF2-40B4-BE49-F238E27FC236}">
                <a16:creationId xmlns:a16="http://schemas.microsoft.com/office/drawing/2014/main" id="{D3AD414C-5B9F-EA1B-DD04-F428936DBDE4}"/>
              </a:ext>
            </a:extLst>
          </p:cNvPr>
          <p:cNvSpPr/>
          <p:nvPr/>
        </p:nvSpPr>
        <p:spPr>
          <a:xfrm>
            <a:off x="614957" y="6322099"/>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9" name="Gráfico 8">
            <a:extLst>
              <a:ext uri="{FF2B5EF4-FFF2-40B4-BE49-F238E27FC236}">
                <a16:creationId xmlns:a16="http://schemas.microsoft.com/office/drawing/2014/main" id="{70DF9A70-982F-084D-5F2C-AC5C625AFD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0869" y="6403280"/>
            <a:ext cx="312039" cy="400050"/>
          </a:xfrm>
          <a:prstGeom prst="rect">
            <a:avLst/>
          </a:prstGeom>
        </p:spPr>
      </p:pic>
      <p:sp>
        <p:nvSpPr>
          <p:cNvPr id="10" name="Oval 8">
            <a:extLst>
              <a:ext uri="{FF2B5EF4-FFF2-40B4-BE49-F238E27FC236}">
                <a16:creationId xmlns:a16="http://schemas.microsoft.com/office/drawing/2014/main" id="{9BBDFECE-FA1F-0EF6-1F5E-BC1FC69D1A45}"/>
              </a:ext>
            </a:extLst>
          </p:cNvPr>
          <p:cNvSpPr/>
          <p:nvPr/>
        </p:nvSpPr>
        <p:spPr>
          <a:xfrm>
            <a:off x="595907" y="2076804"/>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11" name="Gráfico 10">
            <a:extLst>
              <a:ext uri="{FF2B5EF4-FFF2-40B4-BE49-F238E27FC236}">
                <a16:creationId xmlns:a16="http://schemas.microsoft.com/office/drawing/2014/main" id="{E447989C-EB04-B088-F687-41BF7838D0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1819" y="2157985"/>
            <a:ext cx="312039" cy="400050"/>
          </a:xfrm>
          <a:prstGeom prst="rect">
            <a:avLst/>
          </a:prstGeom>
        </p:spPr>
      </p:pic>
    </p:spTree>
    <p:extLst>
      <p:ext uri="{BB962C8B-B14F-4D97-AF65-F5344CB8AC3E}">
        <p14:creationId xmlns:p14="http://schemas.microsoft.com/office/powerpoint/2010/main" val="25499891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0" name="CaixaDeTexto 3">
            <a:extLst>
              <a:ext uri="{FF2B5EF4-FFF2-40B4-BE49-F238E27FC236}">
                <a16:creationId xmlns:a16="http://schemas.microsoft.com/office/drawing/2014/main" id="{4F0AFEA1-9119-C042-CFE7-7B540E598DA4}"/>
              </a:ext>
            </a:extLst>
          </p:cNvPr>
          <p:cNvSpPr txBox="1"/>
          <p:nvPr/>
        </p:nvSpPr>
        <p:spPr>
          <a:xfrm>
            <a:off x="1455420" y="1977906"/>
            <a:ext cx="16394430" cy="3774495"/>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229870">
              <a:lnSpc>
                <a:spcPct val="107000"/>
              </a:lnSpc>
            </a:pPr>
            <a:endParaRPr lang="pt-BR" b="1" dirty="0">
              <a:latin typeface="Poppins" panose="00000500000000000000" pitchFamily="2" charset="0"/>
              <a:cs typeface="Poppins" panose="00000500000000000000" pitchFamily="2" charset="0"/>
            </a:endParaRPr>
          </a:p>
          <a:p>
            <a:pPr>
              <a:lnSpc>
                <a:spcPct val="107000"/>
              </a:lnSpc>
              <a:spcAft>
                <a:spcPts val="800"/>
              </a:spcAft>
            </a:pPr>
            <a:r>
              <a:rPr lang="pt-BR" b="1" dirty="0">
                <a:latin typeface="Poppins" panose="00000500000000000000" pitchFamily="2" charset="0"/>
                <a:cs typeface="Poppins" panose="00000500000000000000" pitchFamily="2" charset="0"/>
              </a:rPr>
              <a:t>Orientações: </a:t>
            </a:r>
            <a:r>
              <a:rPr lang="pt-BR" kern="100" dirty="0">
                <a:effectLst/>
                <a:latin typeface="Poppins" panose="00000500000000000000" pitchFamily="2" charset="0"/>
                <a:ea typeface="Aptos" panose="020B0004020202020204" pitchFamily="34" charset="0"/>
                <a:cs typeface="Poppins" panose="00000500000000000000" pitchFamily="2" charset="0"/>
              </a:rPr>
              <a:t>A </a:t>
            </a:r>
            <a:r>
              <a:rPr lang="pt-BR" b="1" kern="100" dirty="0">
                <a:effectLst/>
                <a:latin typeface="Poppins" panose="00000500000000000000" pitchFamily="2" charset="0"/>
                <a:ea typeface="Aptos" panose="020B0004020202020204" pitchFamily="34" charset="0"/>
                <a:cs typeface="Poppins" panose="00000500000000000000" pitchFamily="2" charset="0"/>
              </a:rPr>
              <a:t>seção Ser sempre +</a:t>
            </a:r>
            <a:r>
              <a:rPr lang="pt-BR" kern="100" dirty="0">
                <a:effectLst/>
                <a:latin typeface="Poppins" panose="00000500000000000000" pitchFamily="2" charset="0"/>
                <a:ea typeface="Aptos" panose="020B0004020202020204" pitchFamily="34" charset="0"/>
                <a:cs typeface="Poppins" panose="00000500000000000000" pitchFamily="2" charset="0"/>
              </a:rPr>
              <a:t> tem como objetivo desenvolver e aprimorar as competências socioemocionais dos estudantes, focando especificamente nas situações desafiadoras que podem surgir no ambiente profissional.  </a:t>
            </a:r>
            <a:endParaRPr lang="pt-BR" kern="100" dirty="0">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endParaRPr lang="pt-BR"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Tempo:</a:t>
            </a:r>
            <a:r>
              <a:rPr lang="pt-BR" kern="100" dirty="0">
                <a:effectLst/>
                <a:latin typeface="Poppins" panose="00000500000000000000" pitchFamily="2" charset="0"/>
                <a:ea typeface="Aptos" panose="020B0004020202020204" pitchFamily="34" charset="0"/>
                <a:cs typeface="Poppins" panose="00000500000000000000" pitchFamily="2" charset="0"/>
              </a:rPr>
              <a:t> 20 minutos.</a:t>
            </a:r>
          </a:p>
          <a:p>
            <a:pPr>
              <a:lnSpc>
                <a:spcPct val="107000"/>
              </a:lnSpc>
              <a:spcAft>
                <a:spcPts val="800"/>
              </a:spcAft>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Gestão de sala de aula: </a:t>
            </a:r>
          </a:p>
          <a:p>
            <a:pPr marL="514350" indent="-285750">
              <a:lnSpc>
                <a:spcPct val="107000"/>
              </a:lnSpc>
              <a:spcAft>
                <a:spcPts val="800"/>
              </a:spcAft>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Mantenha um ambiente de diálogo aberto e respeitoso. </a:t>
            </a:r>
          </a:p>
          <a:p>
            <a:pPr marL="514350" indent="-285750">
              <a:lnSpc>
                <a:spcPct val="107000"/>
              </a:lnSpc>
              <a:spcAft>
                <a:spcPts val="800"/>
              </a:spcAft>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Assegure a participação equitativa, promovendo uma discussão inclusiva. </a:t>
            </a:r>
          </a:p>
          <a:p>
            <a:pPr marL="514350" indent="-285750">
              <a:lnSpc>
                <a:spcPct val="107000"/>
              </a:lnSpc>
              <a:spcAft>
                <a:spcPts val="800"/>
              </a:spcAft>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Reconheça a complexidade do tema e a diversidade de perspectivas que os estudantes podem trazer. </a:t>
            </a:r>
          </a:p>
          <a:p>
            <a:pPr marL="514350" indent="-285750">
              <a:lnSpc>
                <a:spcPct val="107000"/>
              </a:lnSpc>
              <a:spcAft>
                <a:spcPts val="800"/>
              </a:spcAft>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Forneça feedback construtivo e direcionamento à medida que os estudantes exploram possíveis soluções para o cenário proposto.  </a:t>
            </a:r>
          </a:p>
          <a:p>
            <a:pPr marL="514350" indent="-285750">
              <a:lnSpc>
                <a:spcPct val="107000"/>
              </a:lnSpc>
              <a:spcAft>
                <a:spcPts val="800"/>
              </a:spcAft>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Ajude os estudantes a refinarem suas ideias e a considerarem todas as implicações de suas sugestões.</a:t>
            </a:r>
          </a:p>
        </p:txBody>
      </p:sp>
      <p:sp>
        <p:nvSpPr>
          <p:cNvPr id="7" name="Retângulo 6">
            <a:extLst>
              <a:ext uri="{FF2B5EF4-FFF2-40B4-BE49-F238E27FC236}">
                <a16:creationId xmlns:a16="http://schemas.microsoft.com/office/drawing/2014/main" id="{3B75932C-CC80-6A56-E5BC-5DEB4AF4C62F}"/>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CaixaDeTexto 12">
            <a:extLst>
              <a:ext uri="{FF2B5EF4-FFF2-40B4-BE49-F238E27FC236}">
                <a16:creationId xmlns:a16="http://schemas.microsoft.com/office/drawing/2014/main" id="{B2A952CB-DC09-F6A6-6C6D-C1E848537DFD}"/>
              </a:ext>
            </a:extLst>
          </p:cNvPr>
          <p:cNvSpPr txBox="1"/>
          <p:nvPr/>
        </p:nvSpPr>
        <p:spPr>
          <a:xfrm>
            <a:off x="1478280" y="1193628"/>
            <a:ext cx="8884920" cy="724347"/>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14</a:t>
            </a:r>
            <a:endParaRPr lang="pt-BR" sz="4800" b="1" dirty="0">
              <a:solidFill>
                <a:schemeClr val="bg1"/>
              </a:solidFill>
              <a:latin typeface="Poppins" pitchFamily="2" charset="77"/>
              <a:cs typeface="Poppins" pitchFamily="2" charset="77"/>
            </a:endParaRPr>
          </a:p>
        </p:txBody>
      </p:sp>
      <p:cxnSp>
        <p:nvCxnSpPr>
          <p:cNvPr id="5" name="Conector Reto 6">
            <a:extLst>
              <a:ext uri="{FF2B5EF4-FFF2-40B4-BE49-F238E27FC236}">
                <a16:creationId xmlns:a16="http://schemas.microsoft.com/office/drawing/2014/main" id="{9D29F592-5ECC-3334-7478-87747046DFB8}"/>
              </a:ext>
            </a:extLst>
          </p:cNvPr>
          <p:cNvCxnSpPr>
            <a:cxnSpLocks/>
          </p:cNvCxnSpPr>
          <p:nvPr/>
        </p:nvCxnSpPr>
        <p:spPr>
          <a:xfrm flipV="1">
            <a:off x="868312" y="1594033"/>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6" name="Oval 11">
            <a:extLst>
              <a:ext uri="{FF2B5EF4-FFF2-40B4-BE49-F238E27FC236}">
                <a16:creationId xmlns:a16="http://schemas.microsoft.com/office/drawing/2014/main" id="{9DB95264-A000-015A-DB42-45E4CA05F872}"/>
              </a:ext>
            </a:extLst>
          </p:cNvPr>
          <p:cNvSpPr/>
          <p:nvPr/>
        </p:nvSpPr>
        <p:spPr>
          <a:xfrm>
            <a:off x="590646" y="2944943"/>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a:p>
        </p:txBody>
      </p:sp>
      <p:sp>
        <p:nvSpPr>
          <p:cNvPr id="9" name="Oval 12">
            <a:extLst>
              <a:ext uri="{FF2B5EF4-FFF2-40B4-BE49-F238E27FC236}">
                <a16:creationId xmlns:a16="http://schemas.microsoft.com/office/drawing/2014/main" id="{F32573A7-AE7A-A513-07BE-A83975642382}"/>
              </a:ext>
            </a:extLst>
          </p:cNvPr>
          <p:cNvSpPr/>
          <p:nvPr/>
        </p:nvSpPr>
        <p:spPr>
          <a:xfrm>
            <a:off x="606222" y="2071653"/>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16" name="Google Shape;2216;p100">
            <a:extLst>
              <a:ext uri="{FF2B5EF4-FFF2-40B4-BE49-F238E27FC236}">
                <a16:creationId xmlns:a16="http://schemas.microsoft.com/office/drawing/2014/main" id="{29E53CFB-DB8A-535C-BF67-E1DB847E8348}"/>
              </a:ext>
            </a:extLst>
          </p:cNvPr>
          <p:cNvSpPr/>
          <p:nvPr/>
        </p:nvSpPr>
        <p:spPr>
          <a:xfrm>
            <a:off x="712493" y="2194086"/>
            <a:ext cx="355853" cy="301106"/>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17" name="Imagem 16">
            <a:extLst>
              <a:ext uri="{FF2B5EF4-FFF2-40B4-BE49-F238E27FC236}">
                <a16:creationId xmlns:a16="http://schemas.microsoft.com/office/drawing/2014/main" id="{BE5EF110-78A6-FEE3-7CC5-509EF4CBB70B}"/>
              </a:ext>
            </a:extLst>
          </p:cNvPr>
          <p:cNvPicPr>
            <a:picLocks noChangeAspect="1"/>
          </p:cNvPicPr>
          <p:nvPr/>
        </p:nvPicPr>
        <p:blipFill>
          <a:blip r:embed="rId3"/>
          <a:srcRect/>
          <a:stretch/>
        </p:blipFill>
        <p:spPr>
          <a:xfrm>
            <a:off x="766183" y="3089122"/>
            <a:ext cx="235287" cy="282344"/>
          </a:xfrm>
          <a:prstGeom prst="rect">
            <a:avLst/>
          </a:prstGeom>
        </p:spPr>
      </p:pic>
      <p:sp>
        <p:nvSpPr>
          <p:cNvPr id="18" name="Oval 10">
            <a:extLst>
              <a:ext uri="{FF2B5EF4-FFF2-40B4-BE49-F238E27FC236}">
                <a16:creationId xmlns:a16="http://schemas.microsoft.com/office/drawing/2014/main" id="{DB7AA251-AB31-9772-3E53-043C1EC06B0D}"/>
              </a:ext>
            </a:extLst>
          </p:cNvPr>
          <p:cNvSpPr/>
          <p:nvPr/>
        </p:nvSpPr>
        <p:spPr>
          <a:xfrm>
            <a:off x="581660" y="3634193"/>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19" name="Google Shape;2223;p100">
            <a:extLst>
              <a:ext uri="{FF2B5EF4-FFF2-40B4-BE49-F238E27FC236}">
                <a16:creationId xmlns:a16="http://schemas.microsoft.com/office/drawing/2014/main" id="{F84DB645-9369-6D89-89C8-B15920AF4BFE}"/>
              </a:ext>
            </a:extLst>
          </p:cNvPr>
          <p:cNvSpPr>
            <a:spLocks/>
          </p:cNvSpPr>
          <p:nvPr/>
        </p:nvSpPr>
        <p:spPr>
          <a:xfrm>
            <a:off x="685177" y="3751838"/>
            <a:ext cx="368618" cy="340263"/>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177511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DBE4AB9-303B-2A6A-D1E6-C59F71F4E39B}"/>
            </a:ext>
          </a:extLst>
        </p:cNvPr>
        <p:cNvGrpSpPr/>
        <p:nvPr/>
      </p:nvGrpSpPr>
      <p:grpSpPr>
        <a:xfrm>
          <a:off x="0" y="0"/>
          <a:ext cx="0" cy="0"/>
          <a:chOff x="0" y="0"/>
          <a:chExt cx="0" cy="0"/>
        </a:xfrm>
      </p:grpSpPr>
      <p:sp>
        <p:nvSpPr>
          <p:cNvPr id="20" name="CaixaDeTexto 3">
            <a:extLst>
              <a:ext uri="{FF2B5EF4-FFF2-40B4-BE49-F238E27FC236}">
                <a16:creationId xmlns:a16="http://schemas.microsoft.com/office/drawing/2014/main" id="{7021440B-C361-176C-27C4-E171890C0AEE}"/>
              </a:ext>
            </a:extLst>
          </p:cNvPr>
          <p:cNvSpPr txBox="1"/>
          <p:nvPr/>
        </p:nvSpPr>
        <p:spPr>
          <a:xfrm>
            <a:off x="1455420" y="1977906"/>
            <a:ext cx="16394430" cy="6232347"/>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indent="-229870">
              <a:lnSpc>
                <a:spcPct val="107000"/>
              </a:lnSpc>
            </a:pPr>
            <a:endParaRPr lang="pt-BR" b="1" dirty="0">
              <a:latin typeface="Poppins" panose="00000500000000000000" pitchFamily="2" charset="0"/>
              <a:cs typeface="Poppins" panose="00000500000000000000" pitchFamily="2" charset="0"/>
            </a:endParaRPr>
          </a:p>
          <a:p>
            <a:pPr>
              <a:lnSpc>
                <a:spcPct val="107000"/>
              </a:lnSpc>
              <a:spcAft>
                <a:spcPts val="800"/>
              </a:spcAft>
            </a:pPr>
            <a:r>
              <a:rPr lang="pt-BR" b="1" dirty="0">
                <a:latin typeface="Poppins" panose="00000500000000000000" pitchFamily="2" charset="0"/>
                <a:cs typeface="Poppins" panose="00000500000000000000" pitchFamily="2" charset="0"/>
              </a:rPr>
              <a:t>Expectativas de respostas:</a:t>
            </a: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pt-BR" kern="100" dirty="0">
              <a:effectLst/>
              <a:latin typeface="Poppins" panose="00000500000000000000" pitchFamily="2" charset="0"/>
              <a:ea typeface="Aptos" panose="020B0004020202020204" pitchFamily="34" charset="0"/>
              <a:cs typeface="Poppins" panose="00000500000000000000" pitchFamily="2" charset="0"/>
            </a:endParaRPr>
          </a:p>
          <a:p>
            <a:pPr algn="l" fontAlgn="base">
              <a:buNone/>
            </a:pPr>
            <a:r>
              <a:rPr lang="pt-BR" b="1" i="0" dirty="0">
                <a:solidFill>
                  <a:schemeClr val="tx1"/>
                </a:solidFill>
                <a:effectLst/>
                <a:latin typeface="Poppins" panose="00000500000000000000" pitchFamily="2" charset="0"/>
                <a:cs typeface="Poppins" panose="00000500000000000000" pitchFamily="2" charset="0"/>
              </a:rPr>
              <a:t>1. Como você poderia contribuir com ideias diferentes ou novas formas de organizar o trabalho para ajudar o grupo a manter o ritmo e a qualidade?</a:t>
            </a:r>
          </a:p>
          <a:p>
            <a:pPr algn="l" fontAlgn="base">
              <a:buNone/>
            </a:pPr>
            <a:endParaRPr lang="pt-BR" i="0" dirty="0">
              <a:solidFill>
                <a:schemeClr val="tx1"/>
              </a:solidFill>
              <a:effectLst/>
              <a:latin typeface="Poppins" panose="00000500000000000000" pitchFamily="2" charset="0"/>
              <a:cs typeface="Poppins" panose="00000500000000000000" pitchFamily="2" charset="0"/>
            </a:endParaRPr>
          </a:p>
          <a:p>
            <a:pPr algn="l" fontAlgn="base">
              <a:buNone/>
            </a:pPr>
            <a:r>
              <a:rPr lang="pt-BR" b="1" i="0" dirty="0">
                <a:solidFill>
                  <a:schemeClr val="tx1"/>
                </a:solidFill>
                <a:effectLst/>
                <a:latin typeface="Poppins" panose="00000500000000000000" pitchFamily="2" charset="0"/>
                <a:cs typeface="Poppins" panose="00000500000000000000" pitchFamily="2" charset="0"/>
              </a:rPr>
              <a:t>Resposta:</a:t>
            </a:r>
            <a:r>
              <a:rPr lang="pt-BR" i="0" dirty="0">
                <a:solidFill>
                  <a:schemeClr val="tx1"/>
                </a:solidFill>
                <a:effectLst/>
                <a:latin typeface="Poppins" panose="00000500000000000000" pitchFamily="2" charset="0"/>
                <a:cs typeface="Poppins" panose="00000500000000000000" pitchFamily="2" charset="0"/>
              </a:rPr>
              <a:t> </a:t>
            </a:r>
          </a:p>
          <a:p>
            <a:pPr algn="l" fontAlgn="base">
              <a:buNone/>
            </a:pPr>
            <a:endParaRPr lang="pt-BR" i="0" dirty="0">
              <a:solidFill>
                <a:schemeClr val="tx1"/>
              </a:solidFill>
              <a:effectLst/>
              <a:latin typeface="Poppins" panose="00000500000000000000" pitchFamily="2" charset="0"/>
              <a:cs typeface="Poppins" panose="00000500000000000000" pitchFamily="2" charset="0"/>
            </a:endParaRPr>
          </a:p>
          <a:p>
            <a:pPr algn="l" fontAlgn="base">
              <a:buNone/>
            </a:pPr>
            <a:r>
              <a:rPr lang="pt-BR" i="0" dirty="0">
                <a:solidFill>
                  <a:schemeClr val="tx1"/>
                </a:solidFill>
                <a:effectLst/>
                <a:latin typeface="Poppins" panose="00000500000000000000" pitchFamily="2" charset="0"/>
                <a:cs typeface="Poppins" panose="00000500000000000000" pitchFamily="2" charset="0"/>
              </a:rPr>
              <a:t>Eu poderia sugerir dividir as tarefas em blocos menores e usar ferramentas simples de organização, como um quadro </a:t>
            </a:r>
            <a:r>
              <a:rPr lang="pt-BR" i="0" dirty="0" err="1">
                <a:solidFill>
                  <a:schemeClr val="tx1"/>
                </a:solidFill>
                <a:effectLst/>
                <a:latin typeface="Poppins" panose="00000500000000000000" pitchFamily="2" charset="0"/>
                <a:cs typeface="Poppins" panose="00000500000000000000" pitchFamily="2" charset="0"/>
              </a:rPr>
              <a:t>kanban</a:t>
            </a:r>
            <a:r>
              <a:rPr lang="pt-BR" i="0" dirty="0">
                <a:solidFill>
                  <a:schemeClr val="tx1"/>
                </a:solidFill>
                <a:effectLst/>
                <a:latin typeface="Poppins" panose="00000500000000000000" pitchFamily="2" charset="0"/>
                <a:cs typeface="Poppins" panose="00000500000000000000" pitchFamily="2" charset="0"/>
              </a:rPr>
              <a:t> digital, para acompanhar o que cada um está fazendo. Também posso propor que uma equipe reserve 15 minutos no início do dia para alinhamento rápido - isso pode evitar retrabalho. Outra  ideia seria rever as prioridades junto ao cliente, para focar primeiro no que é mais importante e viável dentro do prazo. </a:t>
            </a:r>
          </a:p>
          <a:p>
            <a:pPr algn="l" fontAlgn="base">
              <a:buNone/>
            </a:pPr>
            <a:endParaRPr lang="pt-BR" i="0" dirty="0">
              <a:solidFill>
                <a:schemeClr val="tx1"/>
              </a:solidFill>
              <a:effectLst/>
              <a:latin typeface="Poppins" panose="00000500000000000000" pitchFamily="2" charset="0"/>
              <a:cs typeface="Poppins" panose="00000500000000000000" pitchFamily="2" charset="0"/>
            </a:endParaRPr>
          </a:p>
          <a:p>
            <a:pPr marL="285750" indent="-285750" algn="l" fontAlgn="base">
              <a:buFont typeface="Arial" panose="020B0604020202020204" pitchFamily="34" charset="0"/>
              <a:buChar char="•"/>
            </a:pPr>
            <a:r>
              <a:rPr lang="pt-BR" b="1" i="0" dirty="0">
                <a:solidFill>
                  <a:schemeClr val="tx1"/>
                </a:solidFill>
                <a:effectLst/>
                <a:latin typeface="Poppins" panose="00000500000000000000" pitchFamily="2" charset="0"/>
                <a:cs typeface="Poppins" panose="00000500000000000000" pitchFamily="2" charset="0"/>
              </a:rPr>
              <a:t>Habilidades trabalhadas: criatividade, cooperação, motivação de realização</a:t>
            </a:r>
          </a:p>
          <a:p>
            <a:pPr algn="l" fontAlgn="base">
              <a:buNone/>
            </a:pPr>
            <a:br>
              <a:rPr lang="pt-BR" i="0" dirty="0">
                <a:solidFill>
                  <a:schemeClr val="tx1"/>
                </a:solidFill>
                <a:effectLst/>
                <a:latin typeface="Poppins" panose="00000500000000000000" pitchFamily="2" charset="0"/>
                <a:cs typeface="Poppins" panose="00000500000000000000" pitchFamily="2" charset="0"/>
              </a:rPr>
            </a:br>
            <a:endParaRPr lang="pt-BR" b="1" i="0" dirty="0">
              <a:solidFill>
                <a:schemeClr val="tx1"/>
              </a:solidFill>
              <a:effectLst/>
              <a:latin typeface="Poppins" panose="00000500000000000000" pitchFamily="2" charset="0"/>
              <a:cs typeface="Poppins" panose="00000500000000000000" pitchFamily="2" charset="0"/>
            </a:endParaRPr>
          </a:p>
          <a:p>
            <a:pPr algn="l" fontAlgn="base">
              <a:buNone/>
            </a:pPr>
            <a:r>
              <a:rPr lang="pt-BR" b="1" i="0" dirty="0">
                <a:solidFill>
                  <a:schemeClr val="tx1"/>
                </a:solidFill>
                <a:effectLst/>
                <a:latin typeface="Poppins" panose="00000500000000000000" pitchFamily="2" charset="0"/>
                <a:cs typeface="Poppins" panose="00000500000000000000" pitchFamily="2" charset="0"/>
              </a:rPr>
              <a:t>2. Além de contribuir com ideias para a organização do trabalho em equipe, que solução você apresentaria para integrar a aplicação com a API </a:t>
            </a:r>
            <a:r>
              <a:rPr lang="pt-BR" b="1" i="0" dirty="0" err="1">
                <a:solidFill>
                  <a:schemeClr val="tx1"/>
                </a:solidFill>
                <a:effectLst/>
                <a:latin typeface="Poppins" panose="00000500000000000000" pitchFamily="2" charset="0"/>
                <a:cs typeface="Poppins" panose="00000500000000000000" pitchFamily="2" charset="0"/>
              </a:rPr>
              <a:t>RESTful</a:t>
            </a:r>
            <a:r>
              <a:rPr lang="pt-BR" b="1" i="0" dirty="0">
                <a:solidFill>
                  <a:schemeClr val="tx1"/>
                </a:solidFill>
                <a:effectLst/>
                <a:latin typeface="Poppins" panose="00000500000000000000" pitchFamily="2" charset="0"/>
                <a:cs typeface="Poppins" panose="00000500000000000000" pitchFamily="2" charset="0"/>
              </a:rPr>
              <a:t> de </a:t>
            </a:r>
          </a:p>
          <a:p>
            <a:pPr algn="l" fontAlgn="base">
              <a:buNone/>
            </a:pPr>
            <a:r>
              <a:rPr lang="pt-BR" b="1" i="0" dirty="0">
                <a:solidFill>
                  <a:schemeClr val="tx1"/>
                </a:solidFill>
                <a:effectLst/>
                <a:latin typeface="Poppins" panose="00000500000000000000" pitchFamily="2" charset="0"/>
                <a:cs typeface="Poppins" panose="00000500000000000000" pitchFamily="2" charset="0"/>
              </a:rPr>
              <a:t>trânsito?</a:t>
            </a:r>
          </a:p>
          <a:p>
            <a:pPr algn="l" fontAlgn="base">
              <a:buNone/>
            </a:pPr>
            <a:endParaRPr lang="pt-BR" b="1" i="0" dirty="0">
              <a:solidFill>
                <a:schemeClr val="tx1"/>
              </a:solidFill>
              <a:effectLst/>
              <a:latin typeface="Poppins" panose="00000500000000000000" pitchFamily="2" charset="0"/>
              <a:cs typeface="Poppins" panose="00000500000000000000" pitchFamily="2" charset="0"/>
            </a:endParaRPr>
          </a:p>
          <a:p>
            <a:pPr algn="l" fontAlgn="base">
              <a:buNone/>
            </a:pPr>
            <a:r>
              <a:rPr lang="pt-BR" b="1" i="0" dirty="0">
                <a:solidFill>
                  <a:schemeClr val="tx1"/>
                </a:solidFill>
                <a:effectLst/>
                <a:latin typeface="Poppins" panose="00000500000000000000" pitchFamily="2" charset="0"/>
                <a:cs typeface="Poppins" panose="00000500000000000000" pitchFamily="2" charset="0"/>
              </a:rPr>
              <a:t>Resposta: </a:t>
            </a:r>
          </a:p>
          <a:p>
            <a:pPr algn="l" fontAlgn="base">
              <a:buNone/>
            </a:pPr>
            <a:endParaRPr lang="pt-BR" i="0" dirty="0">
              <a:solidFill>
                <a:schemeClr val="tx1"/>
              </a:solidFill>
              <a:effectLst/>
              <a:latin typeface="Poppins" panose="00000500000000000000" pitchFamily="2" charset="0"/>
              <a:cs typeface="Poppins" panose="00000500000000000000" pitchFamily="2" charset="0"/>
            </a:endParaRPr>
          </a:p>
          <a:p>
            <a:pPr algn="l" fontAlgn="base">
              <a:buNone/>
            </a:pPr>
            <a:r>
              <a:rPr lang="pt-BR" b="1" i="0" dirty="0">
                <a:solidFill>
                  <a:schemeClr val="tx1"/>
                </a:solidFill>
                <a:effectLst/>
                <a:latin typeface="Poppins" panose="00000500000000000000" pitchFamily="2" charset="0"/>
                <a:cs typeface="Poppins" panose="00000500000000000000" pitchFamily="2" charset="0"/>
              </a:rPr>
              <a:t>Análise da API:</a:t>
            </a:r>
            <a:r>
              <a:rPr lang="pt-BR" i="0" dirty="0">
                <a:solidFill>
                  <a:schemeClr val="tx1"/>
                </a:solidFill>
                <a:effectLst/>
                <a:latin typeface="Poppins" panose="00000500000000000000" pitchFamily="2" charset="0"/>
                <a:cs typeface="Poppins" panose="00000500000000000000" pitchFamily="2" charset="0"/>
              </a:rPr>
              <a:t> estudar a documentação da API de trânsito (ex.: Google Maps API); identificar os </a:t>
            </a:r>
            <a:r>
              <a:rPr lang="pt-BR" i="0" dirty="0" err="1">
                <a:solidFill>
                  <a:schemeClr val="tx1"/>
                </a:solidFill>
                <a:effectLst/>
                <a:latin typeface="Poppins" panose="00000500000000000000" pitchFamily="2" charset="0"/>
                <a:cs typeface="Poppins" panose="00000500000000000000" pitchFamily="2" charset="0"/>
              </a:rPr>
              <a:t>endpoints</a:t>
            </a:r>
            <a:r>
              <a:rPr lang="pt-BR" i="0" dirty="0">
                <a:solidFill>
                  <a:schemeClr val="tx1"/>
                </a:solidFill>
                <a:effectLst/>
                <a:latin typeface="Poppins" panose="00000500000000000000" pitchFamily="2" charset="0"/>
                <a:cs typeface="Poppins" panose="00000500000000000000" pitchFamily="2" charset="0"/>
              </a:rPr>
              <a:t> relevantes para obter informações sobre congestionamentos, acidentes e obras; compreender o formato de dados das requisições e respostas (JSON). </a:t>
            </a:r>
          </a:p>
          <a:p>
            <a:pPr algn="l" fontAlgn="base">
              <a:buNone/>
            </a:pPr>
            <a:endParaRPr lang="pt-BR" b="1" i="0" dirty="0">
              <a:solidFill>
                <a:schemeClr val="tx1"/>
              </a:solidFill>
              <a:effectLst/>
              <a:latin typeface="Poppins" panose="00000500000000000000" pitchFamily="2" charset="0"/>
              <a:cs typeface="Poppins" panose="00000500000000000000" pitchFamily="2" charset="0"/>
            </a:endParaRPr>
          </a:p>
          <a:p>
            <a:pPr algn="l" fontAlgn="base">
              <a:buNone/>
            </a:pPr>
            <a:r>
              <a:rPr lang="pt-BR" b="1" i="0" dirty="0">
                <a:solidFill>
                  <a:schemeClr val="tx1"/>
                </a:solidFill>
                <a:effectLst/>
                <a:latin typeface="Poppins" panose="00000500000000000000" pitchFamily="2" charset="0"/>
                <a:cs typeface="Poppins" panose="00000500000000000000" pitchFamily="2" charset="0"/>
              </a:rPr>
              <a:t>Implementação da integração:</a:t>
            </a:r>
            <a:r>
              <a:rPr lang="pt-BR" i="0" dirty="0">
                <a:solidFill>
                  <a:schemeClr val="tx1"/>
                </a:solidFill>
                <a:effectLst/>
                <a:latin typeface="Poppins" panose="00000500000000000000" pitchFamily="2" charset="0"/>
                <a:cs typeface="Poppins" panose="00000500000000000000" pitchFamily="2" charset="0"/>
              </a:rPr>
              <a:t> desenvolver o código necessário para realizar as requisições à API; tratar as respostas da API, verificando possíveis erros e extraindo os dados relevantes; integrar os dados do trânsito na aplicação, exibindo-os de forma clara e organizada (ex.: em um mapa, em uma lista de alertas); compartilhar dicas e melhores práticas para trabalhar com APIs </a:t>
            </a:r>
            <a:r>
              <a:rPr lang="pt-BR" i="0" dirty="0" err="1">
                <a:solidFill>
                  <a:schemeClr val="tx1"/>
                </a:solidFill>
                <a:effectLst/>
                <a:latin typeface="Poppins" panose="00000500000000000000" pitchFamily="2" charset="0"/>
                <a:cs typeface="Poppins" panose="00000500000000000000" pitchFamily="2" charset="0"/>
              </a:rPr>
              <a:t>RESTful</a:t>
            </a:r>
            <a:r>
              <a:rPr lang="pt-BR" i="0" dirty="0">
                <a:solidFill>
                  <a:schemeClr val="tx1"/>
                </a:solidFill>
                <a:effectLst/>
                <a:latin typeface="Poppins" panose="00000500000000000000" pitchFamily="2" charset="0"/>
                <a:cs typeface="Poppins" panose="00000500000000000000" pitchFamily="2" charset="0"/>
              </a:rPr>
              <a:t> complexas e com dados em tempo real.</a:t>
            </a:r>
          </a:p>
          <a:p>
            <a:pPr algn="l" fontAlgn="base">
              <a:buNone/>
            </a:pPr>
            <a:endParaRPr lang="pt-BR" i="0" dirty="0">
              <a:solidFill>
                <a:schemeClr val="tx1"/>
              </a:solidFill>
              <a:effectLst/>
              <a:latin typeface="Poppins" panose="00000500000000000000" pitchFamily="2" charset="0"/>
              <a:cs typeface="Poppins" panose="00000500000000000000" pitchFamily="2" charset="0"/>
            </a:endParaRPr>
          </a:p>
          <a:p>
            <a:pPr marL="285750" indent="-285750" algn="l" fontAlgn="base">
              <a:buFont typeface="Arial" panose="020B0604020202020204" pitchFamily="34" charset="0"/>
              <a:buChar char="•"/>
            </a:pPr>
            <a:r>
              <a:rPr lang="pt-BR" b="1" i="0" dirty="0">
                <a:solidFill>
                  <a:schemeClr val="tx1"/>
                </a:solidFill>
                <a:effectLst/>
                <a:latin typeface="Poppins" panose="00000500000000000000" pitchFamily="2" charset="0"/>
                <a:cs typeface="Poppins" panose="00000500000000000000" pitchFamily="2" charset="0"/>
              </a:rPr>
              <a:t>Habilidades trabalhadas: criatividade e curiosidade para explorar APIs </a:t>
            </a:r>
            <a:r>
              <a:rPr lang="pt-BR" b="1" i="0" dirty="0" err="1">
                <a:solidFill>
                  <a:schemeClr val="tx1"/>
                </a:solidFill>
                <a:effectLst/>
                <a:latin typeface="Poppins" panose="00000500000000000000" pitchFamily="2" charset="0"/>
                <a:cs typeface="Poppins" panose="00000500000000000000" pitchFamily="2" charset="0"/>
              </a:rPr>
              <a:t>RESTful</a:t>
            </a:r>
            <a:r>
              <a:rPr lang="pt-BR" b="1" i="0" dirty="0">
                <a:solidFill>
                  <a:schemeClr val="tx1"/>
                </a:solidFill>
                <a:effectLst/>
                <a:latin typeface="Poppins" panose="00000500000000000000" pitchFamily="2" charset="0"/>
                <a:cs typeface="Poppins" panose="00000500000000000000" pitchFamily="2" charset="0"/>
              </a:rPr>
              <a:t>.</a:t>
            </a:r>
          </a:p>
          <a:p>
            <a:pPr>
              <a:lnSpc>
                <a:spcPct val="107000"/>
              </a:lnSpc>
              <a:spcAft>
                <a:spcPts val="800"/>
              </a:spcAft>
            </a:pPr>
            <a:endParaRPr lang="pt-BR" kern="100" dirty="0">
              <a:effectLst/>
              <a:latin typeface="Poppins" panose="00000500000000000000" pitchFamily="2" charset="0"/>
              <a:ea typeface="Aptos" panose="020B0004020202020204" pitchFamily="34" charset="0"/>
              <a:cs typeface="Poppins" panose="00000500000000000000" pitchFamily="2" charset="0"/>
            </a:endParaRPr>
          </a:p>
        </p:txBody>
      </p:sp>
      <p:sp>
        <p:nvSpPr>
          <p:cNvPr id="7" name="Retângulo 6">
            <a:extLst>
              <a:ext uri="{FF2B5EF4-FFF2-40B4-BE49-F238E27FC236}">
                <a16:creationId xmlns:a16="http://schemas.microsoft.com/office/drawing/2014/main" id="{41B16351-2928-877C-15DD-348DBDCE0675}"/>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CaixaDeTexto 12">
            <a:extLst>
              <a:ext uri="{FF2B5EF4-FFF2-40B4-BE49-F238E27FC236}">
                <a16:creationId xmlns:a16="http://schemas.microsoft.com/office/drawing/2014/main" id="{EC219B5D-8BCD-CAE6-BB5F-A06F2A3B2E92}"/>
              </a:ext>
            </a:extLst>
          </p:cNvPr>
          <p:cNvSpPr txBox="1"/>
          <p:nvPr/>
        </p:nvSpPr>
        <p:spPr>
          <a:xfrm>
            <a:off x="1478280" y="1193628"/>
            <a:ext cx="8884920" cy="724347"/>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15</a:t>
            </a:r>
            <a:endParaRPr lang="pt-BR" sz="4800" b="1" dirty="0">
              <a:solidFill>
                <a:schemeClr val="bg1"/>
              </a:solidFill>
              <a:latin typeface="Poppins" pitchFamily="2" charset="77"/>
              <a:cs typeface="Poppins" pitchFamily="2" charset="77"/>
            </a:endParaRPr>
          </a:p>
        </p:txBody>
      </p:sp>
      <p:cxnSp>
        <p:nvCxnSpPr>
          <p:cNvPr id="5" name="Conector Reto 6">
            <a:extLst>
              <a:ext uri="{FF2B5EF4-FFF2-40B4-BE49-F238E27FC236}">
                <a16:creationId xmlns:a16="http://schemas.microsoft.com/office/drawing/2014/main" id="{730A0D85-E11F-5DE3-C722-AFE194BD002A}"/>
              </a:ext>
            </a:extLst>
          </p:cNvPr>
          <p:cNvCxnSpPr>
            <a:cxnSpLocks/>
          </p:cNvCxnSpPr>
          <p:nvPr/>
        </p:nvCxnSpPr>
        <p:spPr>
          <a:xfrm flipV="1">
            <a:off x="868312" y="1817057"/>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2" name="Oval 8">
            <a:extLst>
              <a:ext uri="{FF2B5EF4-FFF2-40B4-BE49-F238E27FC236}">
                <a16:creationId xmlns:a16="http://schemas.microsoft.com/office/drawing/2014/main" id="{DDB11653-5370-A4A1-853C-D9DBF1445046}"/>
              </a:ext>
            </a:extLst>
          </p:cNvPr>
          <p:cNvSpPr/>
          <p:nvPr/>
        </p:nvSpPr>
        <p:spPr>
          <a:xfrm>
            <a:off x="614957" y="2054905"/>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3" name="Gráfico 2">
            <a:extLst>
              <a:ext uri="{FF2B5EF4-FFF2-40B4-BE49-F238E27FC236}">
                <a16:creationId xmlns:a16="http://schemas.microsoft.com/office/drawing/2014/main" id="{083943E5-9AF8-2889-0CC5-B568095C11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0869" y="2136086"/>
            <a:ext cx="312039" cy="400050"/>
          </a:xfrm>
          <a:prstGeom prst="rect">
            <a:avLst/>
          </a:prstGeom>
        </p:spPr>
      </p:pic>
    </p:spTree>
    <p:extLst>
      <p:ext uri="{BB962C8B-B14F-4D97-AF65-F5344CB8AC3E}">
        <p14:creationId xmlns:p14="http://schemas.microsoft.com/office/powerpoint/2010/main" val="2701158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34548A1-E5E9-122E-F742-1D731A33B309}"/>
            </a:ext>
          </a:extLst>
        </p:cNvPr>
        <p:cNvGrpSpPr/>
        <p:nvPr/>
      </p:nvGrpSpPr>
      <p:grpSpPr>
        <a:xfrm>
          <a:off x="0" y="0"/>
          <a:ext cx="0" cy="0"/>
          <a:chOff x="0" y="0"/>
          <a:chExt cx="0" cy="0"/>
        </a:xfrm>
      </p:grpSpPr>
      <p:cxnSp>
        <p:nvCxnSpPr>
          <p:cNvPr id="7" name="Conector Reto 6">
            <a:extLst>
              <a:ext uri="{FF2B5EF4-FFF2-40B4-BE49-F238E27FC236}">
                <a16:creationId xmlns:a16="http://schemas.microsoft.com/office/drawing/2014/main" id="{1341D1D6-150C-24DD-36B4-EF1320D1E868}"/>
              </a:ext>
            </a:extLst>
          </p:cNvPr>
          <p:cNvCxnSpPr>
            <a:cxnSpLocks/>
          </p:cNvCxnSpPr>
          <p:nvPr/>
        </p:nvCxnSpPr>
        <p:spPr>
          <a:xfrm flipV="1">
            <a:off x="868312" y="1750150"/>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9" name="Oval 8">
            <a:extLst>
              <a:ext uri="{FF2B5EF4-FFF2-40B4-BE49-F238E27FC236}">
                <a16:creationId xmlns:a16="http://schemas.microsoft.com/office/drawing/2014/main" id="{7BFEF1D4-10B5-3ABB-D939-8769387BC3DC}"/>
              </a:ext>
            </a:extLst>
          </p:cNvPr>
          <p:cNvSpPr/>
          <p:nvPr/>
        </p:nvSpPr>
        <p:spPr>
          <a:xfrm>
            <a:off x="601805" y="6980348"/>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10" name="Oval 9">
            <a:extLst>
              <a:ext uri="{FF2B5EF4-FFF2-40B4-BE49-F238E27FC236}">
                <a16:creationId xmlns:a16="http://schemas.microsoft.com/office/drawing/2014/main" id="{B3CCE2F4-B9B9-C69C-D190-DAF15EB1F600}"/>
              </a:ext>
            </a:extLst>
          </p:cNvPr>
          <p:cNvSpPr/>
          <p:nvPr/>
        </p:nvSpPr>
        <p:spPr>
          <a:xfrm>
            <a:off x="600496" y="4939088"/>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17" name="Gráfico 16">
            <a:extLst>
              <a:ext uri="{FF2B5EF4-FFF2-40B4-BE49-F238E27FC236}">
                <a16:creationId xmlns:a16="http://schemas.microsoft.com/office/drawing/2014/main" id="{CEB5848D-8D43-0DA5-4795-4AECAA3C7D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7195" y="5044769"/>
            <a:ext cx="352944" cy="360965"/>
          </a:xfrm>
          <a:prstGeom prst="rect">
            <a:avLst/>
          </a:prstGeom>
        </p:spPr>
      </p:pic>
      <p:pic>
        <p:nvPicPr>
          <p:cNvPr id="18" name="Gráfico 17">
            <a:extLst>
              <a:ext uri="{FF2B5EF4-FFF2-40B4-BE49-F238E27FC236}">
                <a16:creationId xmlns:a16="http://schemas.microsoft.com/office/drawing/2014/main" id="{BB5FA0CD-3E28-9DB3-030C-921C6CC84C8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7717" y="7061529"/>
            <a:ext cx="312039" cy="400050"/>
          </a:xfrm>
          <a:prstGeom prst="rect">
            <a:avLst/>
          </a:prstGeom>
        </p:spPr>
      </p:pic>
      <p:sp>
        <p:nvSpPr>
          <p:cNvPr id="20" name="CaixaDeTexto 3">
            <a:extLst>
              <a:ext uri="{FF2B5EF4-FFF2-40B4-BE49-F238E27FC236}">
                <a16:creationId xmlns:a16="http://schemas.microsoft.com/office/drawing/2014/main" id="{3489ADD7-EC86-377C-272C-E4F3072E3784}"/>
              </a:ext>
            </a:extLst>
          </p:cNvPr>
          <p:cNvSpPr txBox="1"/>
          <p:nvPr/>
        </p:nvSpPr>
        <p:spPr>
          <a:xfrm>
            <a:off x="1478280" y="2146575"/>
            <a:ext cx="15377160" cy="5519588"/>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Orientaç</a:t>
            </a:r>
            <a:r>
              <a:rPr lang="pt-BR" b="1" kern="100" dirty="0">
                <a:latin typeface="Poppins" panose="00000500000000000000" pitchFamily="2" charset="0"/>
                <a:ea typeface="Aptos" panose="020B0004020202020204" pitchFamily="34" charset="0"/>
                <a:cs typeface="Poppins" panose="00000500000000000000" pitchFamily="2" charset="0"/>
              </a:rPr>
              <a:t>ões: </a:t>
            </a:r>
            <a:r>
              <a:rPr lang="pt-BR" kern="100" dirty="0">
                <a:latin typeface="Poppins" panose="00000500000000000000" pitchFamily="2" charset="0"/>
                <a:ea typeface="Aptos" panose="020B0004020202020204" pitchFamily="34" charset="0"/>
                <a:cs typeface="Poppins" panose="00000500000000000000" pitchFamily="2" charset="0"/>
              </a:rPr>
              <a:t>p</a:t>
            </a:r>
            <a:r>
              <a:rPr lang="pt-BR" kern="100" dirty="0">
                <a:effectLst/>
                <a:latin typeface="Poppins" panose="00000500000000000000" pitchFamily="2" charset="0"/>
                <a:ea typeface="Aptos" panose="020B0004020202020204" pitchFamily="34" charset="0"/>
                <a:cs typeface="Poppins" panose="00000500000000000000" pitchFamily="2" charset="0"/>
              </a:rPr>
              <a:t>rofessor, a seção </a:t>
            </a:r>
            <a:r>
              <a:rPr lang="pt-BR" b="1" kern="100" dirty="0">
                <a:effectLst/>
                <a:latin typeface="Poppins" panose="00000500000000000000" pitchFamily="2" charset="0"/>
                <a:ea typeface="Aptos" panose="020B0004020202020204" pitchFamily="34" charset="0"/>
                <a:cs typeface="Poppins" panose="00000500000000000000" pitchFamily="2" charset="0"/>
              </a:rPr>
              <a:t>O que nós aprendemos hoje?</a:t>
            </a:r>
            <a:r>
              <a:rPr lang="pt-BR" kern="100" dirty="0">
                <a:effectLst/>
                <a:latin typeface="Poppins" panose="00000500000000000000" pitchFamily="2" charset="0"/>
                <a:ea typeface="Aptos" panose="020B0004020202020204" pitchFamily="34" charset="0"/>
                <a:cs typeface="Poppins" panose="00000500000000000000" pitchFamily="2" charset="0"/>
              </a:rPr>
              <a:t> tem o objetivo de reforçar e esclarecer os conceitos principais discutidos na aula. Essa dinâmica pode ser uma ferramenta de avaliação informal do aprendizado dos estudantes, identificando áreas que podem precisar de mais atenção em aulas futuras. </a:t>
            </a:r>
          </a:p>
          <a:p>
            <a:pPr>
              <a:lnSpc>
                <a:spcPct val="107000"/>
              </a:lnSpc>
              <a:spcAft>
                <a:spcPts val="800"/>
              </a:spcAft>
            </a:pPr>
            <a:endParaRPr lang="pt-BR" kern="100" dirty="0">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Tempo:</a:t>
            </a:r>
            <a:r>
              <a:rPr lang="pt-BR" kern="100" dirty="0">
                <a:effectLst/>
                <a:latin typeface="Poppins" panose="00000500000000000000" pitchFamily="2" charset="0"/>
                <a:ea typeface="Aptos" panose="020B0004020202020204" pitchFamily="34" charset="0"/>
                <a:cs typeface="Poppins" panose="00000500000000000000" pitchFamily="2" charset="0"/>
              </a:rPr>
              <a:t> </a:t>
            </a:r>
            <a:r>
              <a:rPr lang="pt-BR" kern="100" dirty="0">
                <a:latin typeface="Poppins" panose="00000500000000000000" pitchFamily="2" charset="0"/>
                <a:ea typeface="Aptos" panose="020B0004020202020204" pitchFamily="34" charset="0"/>
                <a:cs typeface="Poppins" panose="00000500000000000000" pitchFamily="2" charset="0"/>
              </a:rPr>
              <a:t>1</a:t>
            </a:r>
            <a:r>
              <a:rPr lang="pt-BR" kern="100" dirty="0">
                <a:effectLst/>
                <a:latin typeface="Poppins" panose="00000500000000000000" pitchFamily="2" charset="0"/>
                <a:ea typeface="Aptos" panose="020B0004020202020204" pitchFamily="34" charset="0"/>
                <a:cs typeface="Poppins" panose="00000500000000000000" pitchFamily="2" charset="0"/>
              </a:rPr>
              <a:t> minuto.</a:t>
            </a:r>
          </a:p>
          <a:p>
            <a:pPr>
              <a:lnSpc>
                <a:spcPct val="107000"/>
              </a:lnSpc>
              <a:spcAft>
                <a:spcPts val="800"/>
              </a:spcAft>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Gestão de sala de aula:</a:t>
            </a:r>
            <a:r>
              <a:rPr lang="pt-BR" kern="100" dirty="0">
                <a:effectLst/>
                <a:latin typeface="Poppins" panose="00000500000000000000" pitchFamily="2" charset="0"/>
                <a:ea typeface="Aptos" panose="020B0004020202020204" pitchFamily="34" charset="0"/>
                <a:cs typeface="Poppins" panose="00000500000000000000" pitchFamily="2" charset="0"/>
              </a:rPr>
              <a:t> </a:t>
            </a:r>
          </a:p>
          <a:p>
            <a:pPr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Mantenha um tom positivo e construtivo, reforçando o aprendizado em vez de focar correções. </a:t>
            </a:r>
          </a:p>
          <a:p>
            <a:pPr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Seja direto e objetivo nas explicações para manter a atividade dentro do tempo estipulado. </a:t>
            </a:r>
          </a:p>
          <a:p>
            <a:pPr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Engaje os estudantes rapidamente, pedindo confirmações ou reações breves às definições apresentadas. </a:t>
            </a:r>
          </a:p>
          <a:p>
            <a:pPr>
              <a:lnSpc>
                <a:spcPct val="107000"/>
              </a:lnSpc>
              <a:spcAft>
                <a:spcPts val="800"/>
              </a:spcAft>
            </a:pPr>
            <a:endParaRPr lang="pt-BR"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pPr>
            <a:r>
              <a:rPr lang="pt-BR" b="1" kern="100" dirty="0">
                <a:effectLst/>
                <a:latin typeface="Poppins" panose="00000500000000000000" pitchFamily="2" charset="0"/>
                <a:ea typeface="Aptos" panose="020B0004020202020204" pitchFamily="34" charset="0"/>
                <a:cs typeface="Poppins" panose="00000500000000000000" pitchFamily="2" charset="0"/>
              </a:rPr>
              <a:t>Condução da dinâmica: </a:t>
            </a:r>
          </a:p>
          <a:p>
            <a:pPr marL="285750"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Explique que esta parte da seção, “Então ficamos assim...”, é um momento de reflexão e esclarecimento sobre os conceitos abordados na aula. </a:t>
            </a:r>
          </a:p>
          <a:p>
            <a:pPr marL="285750"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Informe que será uma rápida revisão para assegurar que os entendimentos dos estudantes estão alinhados com as definições corretas dos conceitos. </a:t>
            </a:r>
          </a:p>
          <a:p>
            <a:pPr marL="285750"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Destaque se as contribuições dos estudantes estavam alinhadas com o conceito e ofereça esclarecimentos rápidos caso haja discrepâncias ou mal-entendidos. </a:t>
            </a:r>
          </a:p>
          <a:p>
            <a:pPr marL="285750"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Finalize resumindo os pontos principais e reiterando a importância de cada conceito e como ele se encaixa no contexto maior da aula. </a:t>
            </a:r>
          </a:p>
          <a:p>
            <a:pPr marL="285750"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Reforce a ideia de que essa revisão ajuda a solidificar o entendimento dos estudantes e prepará-los para aplicar esses conceitos em situações práticas.</a:t>
            </a:r>
          </a:p>
          <a:p>
            <a:pPr>
              <a:lnSpc>
                <a:spcPct val="107000"/>
              </a:lnSpc>
              <a:spcAft>
                <a:spcPts val="800"/>
              </a:spcAft>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Expectativas de respostas:</a:t>
            </a:r>
            <a:r>
              <a:rPr lang="pt-BR" kern="100" dirty="0">
                <a:effectLst/>
                <a:latin typeface="Poppins" panose="00000500000000000000" pitchFamily="2" charset="0"/>
                <a:ea typeface="Aptos" panose="020B0004020202020204" pitchFamily="34" charset="0"/>
                <a:cs typeface="Poppins" panose="00000500000000000000" pitchFamily="2" charset="0"/>
              </a:rPr>
              <a:t> </a:t>
            </a:r>
            <a:r>
              <a:rPr lang="pt-BR" kern="100" dirty="0">
                <a:latin typeface="Poppins" panose="00000500000000000000" pitchFamily="2" charset="0"/>
                <a:ea typeface="Aptos" panose="020B0004020202020204" pitchFamily="34" charset="0"/>
                <a:cs typeface="Poppins" panose="00000500000000000000" pitchFamily="2" charset="0"/>
              </a:rPr>
              <a:t>o</a:t>
            </a:r>
            <a:r>
              <a:rPr lang="pt-BR" kern="100" dirty="0">
                <a:effectLst/>
                <a:latin typeface="Poppins" panose="00000500000000000000" pitchFamily="2" charset="0"/>
                <a:ea typeface="Aptos" panose="020B0004020202020204" pitchFamily="34" charset="0"/>
                <a:cs typeface="Poppins" panose="00000500000000000000" pitchFamily="2" charset="0"/>
              </a:rPr>
              <a:t>s estudantes devem sair da aula com um entendimento claro e preciso dos conceitos principais. A atividade serve como uma verificação rápida do entendimento dos estudantes e uma oportunidade para corrigir quaisquer mal-entendidos.  </a:t>
            </a:r>
            <a:endParaRPr lang="pt-BR" b="1" i="0" dirty="0">
              <a:solidFill>
                <a:srgbClr val="000000"/>
              </a:solidFill>
              <a:effectLst/>
              <a:latin typeface="Poppins" panose="00000500000000000000" pitchFamily="2" charset="0"/>
              <a:cs typeface="Poppins" panose="00000500000000000000" pitchFamily="2" charset="0"/>
            </a:endParaRPr>
          </a:p>
        </p:txBody>
      </p:sp>
      <p:sp>
        <p:nvSpPr>
          <p:cNvPr id="14" name="Oval 10">
            <a:extLst>
              <a:ext uri="{FF2B5EF4-FFF2-40B4-BE49-F238E27FC236}">
                <a16:creationId xmlns:a16="http://schemas.microsoft.com/office/drawing/2014/main" id="{3B0E0653-EC97-3D76-94CA-0201B359BB41}"/>
              </a:ext>
            </a:extLst>
          </p:cNvPr>
          <p:cNvSpPr/>
          <p:nvPr/>
        </p:nvSpPr>
        <p:spPr>
          <a:xfrm>
            <a:off x="581660" y="3638801"/>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15" name="Google Shape;2223;p100">
            <a:extLst>
              <a:ext uri="{FF2B5EF4-FFF2-40B4-BE49-F238E27FC236}">
                <a16:creationId xmlns:a16="http://schemas.microsoft.com/office/drawing/2014/main" id="{6B3D6D08-1CD9-D295-3BB4-012C728806B7}"/>
              </a:ext>
            </a:extLst>
          </p:cNvPr>
          <p:cNvSpPr>
            <a:spLocks/>
          </p:cNvSpPr>
          <p:nvPr/>
        </p:nvSpPr>
        <p:spPr>
          <a:xfrm>
            <a:off x="685177" y="3756446"/>
            <a:ext cx="368618" cy="340263"/>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 name="Oval 12">
            <a:extLst>
              <a:ext uri="{FF2B5EF4-FFF2-40B4-BE49-F238E27FC236}">
                <a16:creationId xmlns:a16="http://schemas.microsoft.com/office/drawing/2014/main" id="{EF0888DA-A6AE-6ECA-7881-01E106B21AE8}"/>
              </a:ext>
            </a:extLst>
          </p:cNvPr>
          <p:cNvSpPr/>
          <p:nvPr/>
        </p:nvSpPr>
        <p:spPr>
          <a:xfrm>
            <a:off x="607827" y="2074927"/>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a:p>
        </p:txBody>
      </p:sp>
      <p:sp>
        <p:nvSpPr>
          <p:cNvPr id="3" name="Google Shape;2216;p100">
            <a:extLst>
              <a:ext uri="{FF2B5EF4-FFF2-40B4-BE49-F238E27FC236}">
                <a16:creationId xmlns:a16="http://schemas.microsoft.com/office/drawing/2014/main" id="{A4B43B53-8588-A47B-82C4-A9A7CEDCE112}"/>
              </a:ext>
            </a:extLst>
          </p:cNvPr>
          <p:cNvSpPr/>
          <p:nvPr/>
        </p:nvSpPr>
        <p:spPr>
          <a:xfrm>
            <a:off x="715912" y="2222760"/>
            <a:ext cx="355853" cy="301106"/>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1" name="Oval 11">
            <a:extLst>
              <a:ext uri="{FF2B5EF4-FFF2-40B4-BE49-F238E27FC236}">
                <a16:creationId xmlns:a16="http://schemas.microsoft.com/office/drawing/2014/main" id="{E3E80B64-CB28-022B-17D7-ACA783924411}"/>
              </a:ext>
            </a:extLst>
          </p:cNvPr>
          <p:cNvSpPr/>
          <p:nvPr/>
        </p:nvSpPr>
        <p:spPr>
          <a:xfrm>
            <a:off x="594328" y="2884259"/>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a:p>
        </p:txBody>
      </p:sp>
      <p:pic>
        <p:nvPicPr>
          <p:cNvPr id="16" name="Imagem 15">
            <a:extLst>
              <a:ext uri="{FF2B5EF4-FFF2-40B4-BE49-F238E27FC236}">
                <a16:creationId xmlns:a16="http://schemas.microsoft.com/office/drawing/2014/main" id="{386E3F66-91D2-A2B0-91F9-B072DC35590C}"/>
              </a:ext>
            </a:extLst>
          </p:cNvPr>
          <p:cNvPicPr>
            <a:picLocks noChangeAspect="1"/>
          </p:cNvPicPr>
          <p:nvPr/>
        </p:nvPicPr>
        <p:blipFill>
          <a:blip r:embed="rId5"/>
          <a:srcRect/>
          <a:stretch/>
        </p:blipFill>
        <p:spPr>
          <a:xfrm>
            <a:off x="769865" y="3028438"/>
            <a:ext cx="235287" cy="282344"/>
          </a:xfrm>
          <a:prstGeom prst="rect">
            <a:avLst/>
          </a:prstGeom>
        </p:spPr>
      </p:pic>
      <p:sp>
        <p:nvSpPr>
          <p:cNvPr id="21" name="Retângulo 20">
            <a:extLst>
              <a:ext uri="{FF2B5EF4-FFF2-40B4-BE49-F238E27FC236}">
                <a16:creationId xmlns:a16="http://schemas.microsoft.com/office/drawing/2014/main" id="{AD8B3EE2-662B-CAE5-5E52-E2487653D88C}"/>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2" name="CaixaDeTexto 21">
            <a:extLst>
              <a:ext uri="{FF2B5EF4-FFF2-40B4-BE49-F238E27FC236}">
                <a16:creationId xmlns:a16="http://schemas.microsoft.com/office/drawing/2014/main" id="{3D47DE44-040E-7963-E355-BF5EBB0E6BF8}"/>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17</a:t>
            </a:r>
            <a:endParaRPr lang="pt-BR" sz="4800" b="1" dirty="0">
              <a:solidFill>
                <a:schemeClr val="bg1"/>
              </a:solidFill>
              <a:latin typeface="Poppins" pitchFamily="2" charset="77"/>
              <a:cs typeface="Poppins" pitchFamily="2" charset="77"/>
            </a:endParaRPr>
          </a:p>
        </p:txBody>
      </p:sp>
    </p:spTree>
    <p:extLst>
      <p:ext uri="{BB962C8B-B14F-4D97-AF65-F5344CB8AC3E}">
        <p14:creationId xmlns:p14="http://schemas.microsoft.com/office/powerpoint/2010/main" val="11722486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C235F-B0C1-3BAA-7321-585EEBEDABFD}"/>
            </a:ext>
          </a:extLst>
        </p:cNvPr>
        <p:cNvGrpSpPr/>
        <p:nvPr/>
      </p:nvGrpSpPr>
      <p:grpSpPr>
        <a:xfrm>
          <a:off x="0" y="0"/>
          <a:ext cx="0" cy="0"/>
          <a:chOff x="0" y="0"/>
          <a:chExt cx="0" cy="0"/>
        </a:xfrm>
      </p:grpSpPr>
    </p:spTree>
    <p:extLst>
      <p:ext uri="{BB962C8B-B14F-4D97-AF65-F5344CB8AC3E}">
        <p14:creationId xmlns:p14="http://schemas.microsoft.com/office/powerpoint/2010/main" val="1007423080"/>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spcFirstLastPara="1" wrap="square" lIns="91425" tIns="45700" rIns="91425" bIns="45700" anchor="t" anchorCtr="0">
        <a:normAutofit/>
      </a:bodyPr>
      <a:lstStyle>
        <a:defPPr algn="l">
          <a:defRPr sz="2400" dirty="0"/>
        </a:defPPr>
      </a:lstStyle>
    </a:txDef>
  </a:objectDefaults>
  <a:extraClrSchemeLst/>
</a:theme>
</file>

<file path=ppt/theme/theme2.xml><?xml version="1.0" encoding="utf-8"?>
<a:theme xmlns:a="http://schemas.openxmlformats.org/drawingml/2006/main" name="Trilha_SIS">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nchor="ctr"/>
      <a:lstStyle>
        <a:defPPr>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rilhas_Iniciais">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nchor="ctr"/>
      <a:lstStyle>
        <a:defPPr>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spcFirstLastPara="1" wrap="square" lIns="91425" tIns="45700" rIns="91425" bIns="45700" anchor="t" anchorCtr="0">
        <a:normAutofit/>
      </a:bodyPr>
      <a:lstStyle>
        <a:defPPr algn="l">
          <a:defRPr sz="2400" dirty="0"/>
        </a:defPPr>
      </a:lstStyle>
    </a:txDef>
  </a:objectDefaults>
  <a:extraClrSchemeLst/>
</a:theme>
</file>

<file path=ppt/theme/theme5.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4B81252851F28942875D89D2C39F1241" ma:contentTypeVersion="18" ma:contentTypeDescription="Crie um novo documento." ma:contentTypeScope="" ma:versionID="4a43562f0951836659c836b04acf3ff5">
  <xsd:schema xmlns:xsd="http://www.w3.org/2001/XMLSchema" xmlns:xs="http://www.w3.org/2001/XMLSchema" xmlns:p="http://schemas.microsoft.com/office/2006/metadata/properties" xmlns:ns2="aacb3b2f-5927-4b98-82b1-fea2b4072a87" xmlns:ns3="a45d3e5f-3e31-4187-b998-c44ee850df36" targetNamespace="http://schemas.microsoft.com/office/2006/metadata/properties" ma:root="true" ma:fieldsID="603b1973da2e891d21f14d8bb65aba69" ns2:_="" ns3:_="">
    <xsd:import namespace="aacb3b2f-5927-4b98-82b1-fea2b4072a87"/>
    <xsd:import namespace="a45d3e5f-3e31-4187-b998-c44ee850df3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lcf76f155ced4ddcb4097134ff3c332f"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Location" minOccurs="0"/>
                <xsd:element ref="ns2:Curso" minOccurs="0"/>
                <xsd:element ref="ns2:Semana" minOccurs="0"/>
                <xsd:element ref="ns2:An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cb3b2f-5927-4b98-82b1-fea2b4072a8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Marcações de imagem" ma:readOnly="false" ma:fieldId="{5cf76f15-5ced-4ddc-b409-7134ff3c332f}" ma:taxonomyMulti="true" ma:sspId="a85b3961-dbc6-48b8-bc39-d38047892866"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Location" ma:index="21" nillable="true" ma:displayName="Location" ma:description="" ma:indexed="true" ma:internalName="MediaServiceLocation" ma:readOnly="true">
      <xsd:simpleType>
        <xsd:restriction base="dms:Text"/>
      </xsd:simpleType>
    </xsd:element>
    <xsd:element name="Curso" ma:index="22" nillable="true" ma:displayName="Curso" ma:format="Dropdown" ma:internalName="Curso">
      <xsd:simpleType>
        <xsd:restriction base="dms:Text">
          <xsd:maxLength value="255"/>
        </xsd:restriction>
      </xsd:simpleType>
    </xsd:element>
    <xsd:element name="Semana" ma:index="23" nillable="true" ma:displayName="Semana" ma:format="Dropdown" ma:internalName="Semana">
      <xsd:simpleType>
        <xsd:restriction base="dms:Text">
          <xsd:maxLength value="255"/>
        </xsd:restriction>
      </xsd:simpleType>
    </xsd:element>
    <xsd:element name="Ano" ma:index="24" nillable="true" ma:displayName="Ano" ma:format="Dropdown" ma:internalName="Ano">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45d3e5f-3e31-4187-b998-c44ee850df36" elementFormDefault="qualified">
    <xsd:import namespace="http://schemas.microsoft.com/office/2006/documentManagement/types"/>
    <xsd:import namespace="http://schemas.microsoft.com/office/infopath/2007/PartnerControls"/>
    <xsd:element name="SharedWithUsers" ma:index="11"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talhes de Compartilhado Com"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aacb3b2f-5927-4b98-82b1-fea2b4072a87">
      <Terms xmlns="http://schemas.microsoft.com/office/infopath/2007/PartnerControls"/>
    </lcf76f155ced4ddcb4097134ff3c332f>
    <Curso xmlns="aacb3b2f-5927-4b98-82b1-fea2b4072a87" xsi:nil="true"/>
    <Semana xmlns="aacb3b2f-5927-4b98-82b1-fea2b4072a87" xsi:nil="true"/>
    <Ano xmlns="aacb3b2f-5927-4b98-82b1-fea2b4072a87"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B8F474A-86C9-4A4B-936A-83786E8A9FF7}">
  <ds:schemaRefs>
    <ds:schemaRef ds:uri="a45d3e5f-3e31-4187-b998-c44ee850df36"/>
    <ds:schemaRef ds:uri="aacb3b2f-5927-4b98-82b1-fea2b4072a8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C661F7A-1649-4A39-91A5-A3893F5678E5}">
  <ds:schemaRefs>
    <ds:schemaRef ds:uri="a45d3e5f-3e31-4187-b998-c44ee850df36"/>
    <ds:schemaRef ds:uri="http://www.w3.org/XML/1998/namespace"/>
    <ds:schemaRef ds:uri="http://purl.org/dc/dcmitype/"/>
    <ds:schemaRef ds:uri="http://schemas.microsoft.com/office/2006/documentManagement/types"/>
    <ds:schemaRef ds:uri="http://schemas.microsoft.com/office/infopath/2007/PartnerControls"/>
    <ds:schemaRef ds:uri="aacb3b2f-5927-4b98-82b1-fea2b4072a87"/>
    <ds:schemaRef ds:uri="http://purl.org/dc/elements/1.1/"/>
    <ds:schemaRef ds:uri="http://schemas.openxmlformats.org/package/2006/metadata/core-properties"/>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827590F2-902A-4FFC-B993-9715B30E05A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{FEC88D2B-52F4-444E-836C-622E8DFD9A7D}tf10001120</Template>
  <TotalTime>593</TotalTime>
  <Words>2797</Words>
  <Application>Microsoft Office PowerPoint</Application>
  <PresentationFormat>Personalizar</PresentationFormat>
  <Paragraphs>278</Paragraphs>
  <Slides>27</Slides>
  <Notes>26</Notes>
  <HiddenSlides>11</HiddenSlides>
  <MMClips>1</MMClips>
  <ScaleCrop>false</ScaleCrop>
  <HeadingPairs>
    <vt:vector size="6" baseType="variant">
      <vt:variant>
        <vt:lpstr>Fontes usadas</vt:lpstr>
      </vt:variant>
      <vt:variant>
        <vt:i4>6</vt:i4>
      </vt:variant>
      <vt:variant>
        <vt:lpstr>Tema</vt:lpstr>
      </vt:variant>
      <vt:variant>
        <vt:i4>4</vt:i4>
      </vt:variant>
      <vt:variant>
        <vt:lpstr>Títulos de slides</vt:lpstr>
      </vt:variant>
      <vt:variant>
        <vt:i4>27</vt:i4>
      </vt:variant>
    </vt:vector>
  </HeadingPairs>
  <TitlesOfParts>
    <vt:vector size="37" baseType="lpstr">
      <vt:lpstr>Poppins Bold</vt:lpstr>
      <vt:lpstr>Arial</vt:lpstr>
      <vt:lpstr>Poppins Light</vt:lpstr>
      <vt:lpstr>Poppins</vt:lpstr>
      <vt:lpstr>Poppins Medium</vt:lpstr>
      <vt:lpstr>Calibri</vt:lpstr>
      <vt:lpstr>Office Theme</vt:lpstr>
      <vt:lpstr>Trilha_SIS</vt:lpstr>
      <vt:lpstr>Trilhas_Iniciais</vt:lpstr>
      <vt:lpstr>1_Office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Caco Bressane Ilustração e Design</dc:creator>
  <cp:lastModifiedBy>Marcos Felipe Soares Chagas</cp:lastModifiedBy>
  <cp:revision>44</cp:revision>
  <dcterms:modified xsi:type="dcterms:W3CDTF">2026-09-17T14:57:19Z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0x0101004B81252851F28942875D89D2C39F1241</vt:lpwstr>
  </property>
  <property fmtid="{D5CDD505-2E9C-101B-9397-08002B2CF9AE}" pid="3" name="MediaServiceImageTags">
    <vt:lpwstr/>
  </property>
</Properties>
</file>