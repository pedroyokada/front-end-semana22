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slideLayouts/slideLayout44.xml" ContentType="application/vnd.openxmlformats-officedocument.presentationml.slideLayout+xml"/>
  <Override PartName="/ppt/theme/theme3.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9" r:id="rId4"/>
    <p:sldMasterId id="2147483749" r:id="rId5"/>
    <p:sldMasterId id="2147483764" r:id="rId6"/>
    <p:sldMasterId id="2147483832" r:id="rId7"/>
  </p:sldMasterIdLst>
  <p:notesMasterIdLst>
    <p:notesMasterId r:id="rId25"/>
  </p:notesMasterIdLst>
  <p:handoutMasterIdLst>
    <p:handoutMasterId r:id="rId26"/>
  </p:handoutMasterIdLst>
  <p:sldIdLst>
    <p:sldId id="981" r:id="rId8"/>
    <p:sldId id="950" r:id="rId9"/>
    <p:sldId id="987" r:id="rId10"/>
    <p:sldId id="988" r:id="rId11"/>
    <p:sldId id="953" r:id="rId12"/>
    <p:sldId id="978" r:id="rId13"/>
    <p:sldId id="994" r:id="rId14"/>
    <p:sldId id="527" r:id="rId15"/>
    <p:sldId id="979" r:id="rId16"/>
    <p:sldId id="1244" r:id="rId17"/>
    <p:sldId id="1254" r:id="rId18"/>
    <p:sldId id="1255" r:id="rId19"/>
    <p:sldId id="1256" r:id="rId20"/>
    <p:sldId id="1257" r:id="rId21"/>
    <p:sldId id="1258" r:id="rId22"/>
    <p:sldId id="1259" r:id="rId23"/>
    <p:sldId id="806" r:id="rId24"/>
  </p:sldIdLst>
  <p:sldSz cx="18288000" cy="10287000"/>
  <p:notesSz cx="6858000" cy="9144000"/>
  <p:embeddedFontLst>
    <p:embeddedFont>
      <p:font typeface="Poppins" panose="00000500000000000000" pitchFamily="2" charset="0"/>
      <p:regular r:id="rId27"/>
      <p:bold r:id="rId28"/>
      <p:italic r:id="rId29"/>
      <p:boldItalic r:id="rId30"/>
    </p:embeddedFont>
    <p:embeddedFont>
      <p:font typeface="Poppins Bold" panose="00000800000000000000" pitchFamily="2" charset="0"/>
      <p:regular r:id="rId31"/>
      <p:bold r:id="rId32"/>
      <p:italic r:id="rId33"/>
      <p:boldItalic r:id="rId34"/>
    </p:embeddedFont>
    <p:embeddedFont>
      <p:font typeface="Poppins Light" panose="00000400000000000000" pitchFamily="2" charset="0"/>
      <p:regular r:id="rId35"/>
      <p:bold r:id="rId36"/>
      <p:italic r:id="rId37"/>
      <p:boldItalic r:id="rId38"/>
    </p:embeddedFont>
    <p:embeddedFont>
      <p:font typeface="Poppins Medium" panose="00000600000000000000"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A0C091F-4F9F-B823-3F86-61B29C165090}" name="Etna Nobre" initials="EN" userId="536488f0b3312cec" providerId="Windows Live"/>
  <p188:author id="{CA82B621-AF1E-5701-9628-970A2BAC155B}" name="Marcus Vasconcelos de Castro" initials="MV" userId="S::marcus_castro@vanzolini-ead.org.br::f3e0bdc8-d4d6-4b41-86a7-248e0cb99c76" providerId="AD"/>
  <p188:author id="{5D93F123-A5E2-A62B-D9E3-D9303D1BB86B}" name="Gustavo Cruz dos Reis" initials="GC" userId="S::greis@vanzolini-ead.org.br::837664e1-438f-44d7-9e01-7f6012fe004f" providerId="AD"/>
  <p188:author id="{C6975768-E079-2129-EF66-8C7D8D20589C}" name="Usuário Convidado" initials="UC" userId="S::urn:spo:anon#9c1a6640c4cf430e37b8e52984f4ed92aa1896e2c9d3b1637fd5ce4c8fd5c9d5::" providerId="AD"/>
  <p188:author id="{50A82C6A-F915-E440-2676-7ED0B9B624D1}" name="Lilian Machado" initials="LM" userId="4ac3cebf31a33102" providerId="Windows Live"/>
  <p188:author id="{33EFA59C-6EF5-45F6-67CD-3D013F6F2F8C}" name="Utilizador Convidado" initials="UC" userId="S::urn:spo:anon#63788bea611af3497eac4dd2a3129939f1020e159a2aea8745831807f7d31e9a::" providerId="AD"/>
  <p188:author id="{BAEE28E6-BCA2-A58F-B4C5-4E73CE74ED33}" name="MARCUS VASCONCELOS DE CASTRO" initials="MC" userId="S::marcus.castro@fatec.sp.gov.br::dcc98bfb-8b88-4fff-9dd1-69ee0ad30106" providerId="AD"/>
  <p188:author id="{E0388DF7-5B9F-86E5-E6C5-3F344187204B}" name="Eloisa Dalbem" initials="ED" userId="S::eldalbem@vanzolini-ead.org.br::9ae0c03a-8642-493e-97df-c9fd93e6c398"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ariana Rimoli" initials="MR" lastIdx="4" clrIdx="0">
    <p:extLst>
      <p:ext uri="{19B8F6BF-5375-455C-9EA6-DF929625EA0E}">
        <p15:presenceInfo xmlns:p15="http://schemas.microsoft.com/office/powerpoint/2012/main" userId="6cf9166fde090e1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9AC2"/>
    <a:srgbClr val="28566E"/>
    <a:srgbClr val="263B4B"/>
    <a:srgbClr val="D9D9D9"/>
    <a:srgbClr val="D8D2D5"/>
    <a:srgbClr val="EDB1C8"/>
    <a:srgbClr val="000000"/>
    <a:srgbClr val="CAC0C4"/>
    <a:srgbClr val="D0D1D0"/>
    <a:srgbClr val="D99F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8B62AC2-CBFF-4FEF-A790-FB120B6FE34D}">
  <a:tblStyle styleId="{58B62AC2-CBFF-4FEF-A790-FB120B6FE34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319" autoAdjust="0"/>
    <p:restoredTop sz="95755" autoAdjust="0"/>
  </p:normalViewPr>
  <p:slideViewPr>
    <p:cSldViewPr snapToGrid="0">
      <p:cViewPr varScale="1">
        <p:scale>
          <a:sx n="72" d="100"/>
          <a:sy n="72" d="100"/>
        </p:scale>
        <p:origin x="708" y="7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handoutMaster" Target="handoutMasters/handoutMaster1.xml"/><Relationship Id="rId39" Type="http://schemas.openxmlformats.org/officeDocument/2006/relationships/font" Target="fonts/font13.fntdata"/><Relationship Id="rId21" Type="http://schemas.openxmlformats.org/officeDocument/2006/relationships/slide" Target="slides/slide14.xml"/><Relationship Id="rId34" Type="http://schemas.openxmlformats.org/officeDocument/2006/relationships/font" Target="fonts/font8.fntdata"/><Relationship Id="rId42" Type="http://schemas.openxmlformats.org/officeDocument/2006/relationships/font" Target="fonts/font16.fntdata"/><Relationship Id="rId47"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font" Target="fonts/font5.fntdata"/><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commentAuthors" Target="commentAuthors.xml"/><Relationship Id="rId48" Type="http://schemas.microsoft.com/office/2018/10/relationships/authors" Target="authors.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notesMaster" Target="notesMasters/notesMaster1.xml"/><Relationship Id="rId33" Type="http://schemas.openxmlformats.org/officeDocument/2006/relationships/font" Target="fonts/font7.fntdata"/><Relationship Id="rId38" Type="http://schemas.openxmlformats.org/officeDocument/2006/relationships/font" Target="fonts/font12.fntdata"/><Relationship Id="rId46" Type="http://schemas.openxmlformats.org/officeDocument/2006/relationships/theme" Target="theme/theme1.xml"/><Relationship Id="rId20" Type="http://schemas.openxmlformats.org/officeDocument/2006/relationships/slide" Target="slides/slide13.xml"/><Relationship Id="rId41" Type="http://schemas.openxmlformats.org/officeDocument/2006/relationships/font" Target="fonts/font15.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0820016A-23B3-8332-53D6-57FE04C281E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378ABBCA-ED84-8C3A-7D17-F6393BAD02D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BE6816-8789-481E-B2F2-61889E0E8584}" type="datetimeFigureOut">
              <a:rPr lang="pt-BR" smtClean="0"/>
              <a:t>17/09/2026</a:t>
            </a:fld>
            <a:endParaRPr lang="pt-BR"/>
          </a:p>
        </p:txBody>
      </p:sp>
      <p:sp>
        <p:nvSpPr>
          <p:cNvPr id="4" name="Espaço Reservado para Rodapé 3">
            <a:extLst>
              <a:ext uri="{FF2B5EF4-FFF2-40B4-BE49-F238E27FC236}">
                <a16:creationId xmlns:a16="http://schemas.microsoft.com/office/drawing/2014/main" id="{E140203C-C3C0-C509-C3D9-F91275DBAE3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A7A17361-C8A0-CABB-2146-B5B19E39C26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44F6E5-A54A-42CC-B250-9D06C7C52CD8}" type="slidenum">
              <a:rPr lang="pt-BR" smtClean="0"/>
              <a:t>‹nº›</a:t>
            </a:fld>
            <a:endParaRPr lang="pt-BR"/>
          </a:p>
        </p:txBody>
      </p:sp>
    </p:spTree>
    <p:extLst>
      <p:ext uri="{BB962C8B-B14F-4D97-AF65-F5344CB8AC3E}">
        <p14:creationId xmlns:p14="http://schemas.microsoft.com/office/powerpoint/2010/main" val="28184384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EECD-08E8-E7DB-13CA-149AE738089E}"/>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57CCAF5-8A6E-BC95-0A7E-A1A634927B3D}"/>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837B3102-E781-8043-C4B6-CC3103342A5E}"/>
              </a:ext>
            </a:extLst>
          </p:cNvPr>
          <p:cNvSpPr>
            <a:spLocks noGrp="1"/>
          </p:cNvSpPr>
          <p:nvPr>
            <p:ph type="body" idx="1"/>
          </p:nvPr>
        </p:nvSpPr>
        <p:spPr/>
        <p:txBody>
          <a:bodyPr/>
          <a:lstStyle/>
          <a:p>
            <a:r>
              <a:rPr lang="pt-BR"/>
              <a:t>		</a:t>
            </a:r>
          </a:p>
        </p:txBody>
      </p:sp>
      <p:sp>
        <p:nvSpPr>
          <p:cNvPr id="4" name="Espaço Reservado para Número de Slide 3">
            <a:extLst>
              <a:ext uri="{FF2B5EF4-FFF2-40B4-BE49-F238E27FC236}">
                <a16:creationId xmlns:a16="http://schemas.microsoft.com/office/drawing/2014/main" id="{32768E8C-927D-81A2-F647-E832C43D4942}"/>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83285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1" name="Google Shape;64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043989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5AC3D-6FAC-B820-5457-82D56655D6B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6C89517-1F6B-1934-54AF-5A1A7DD8CBFD}"/>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33AED1F-1FC9-7DE5-6F4C-185D5C74E5AD}"/>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360D8681-8CDE-39EF-E698-E31D93A365B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8BE604BA-17DA-4B63-8B72-ADA1FAE27E0B}" type="slidenum">
              <a:rPr kumimoji="0" lang="pt-BR" sz="1400" b="0" i="0" u="none" strike="noStrike" kern="0" cap="none" spc="0" normalizeH="0" baseline="0" noProof="0" smtClean="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4</a:t>
            </a:fld>
            <a:endParaRPr kumimoji="0" lang="pt-BR"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7016994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2" name="Google Shape;65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609074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30400" indent="-230400">
              <a:lnSpc>
                <a:spcPct val="107000"/>
              </a:lnSpc>
              <a:spcAft>
                <a:spcPts val="800"/>
              </a:spcAft>
            </a:pPr>
            <a:r>
              <a:rPr lang="pt-BR" sz="1800" kern="100" dirty="0">
                <a:effectLst/>
                <a:latin typeface="Poppins" panose="00000500000000000000" pitchFamily="2" charset="0"/>
                <a:ea typeface="Aptos" panose="020B0004020202020204" pitchFamily="34" charset="0"/>
                <a:cs typeface="Poppins" panose="00000500000000000000" pitchFamily="2" charset="0"/>
              </a:rPr>
              <a:t>	</a:t>
            </a:r>
          </a:p>
        </p:txBody>
      </p:sp>
      <p:sp>
        <p:nvSpPr>
          <p:cNvPr id="689" name="Google Shape;68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218530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C5E35-396E-CF5A-63A0-6B4D3C8DD4D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CA35C585-7FA3-2958-533C-C6342914711C}"/>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B3A44E9F-B968-E152-85D7-DF0B28287BA0}"/>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B672A2DC-7915-281F-2F40-68CD0A3EF306}"/>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smtClean="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7</a:t>
            </a:fld>
            <a:endParaRPr kumimoji="0" lang="en-US"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455195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a:extLst>
            <a:ext uri="{FF2B5EF4-FFF2-40B4-BE49-F238E27FC236}">
              <a16:creationId xmlns:a16="http://schemas.microsoft.com/office/drawing/2014/main" id="{65F4DAEE-9901-3731-8F08-D283C21594AC}"/>
            </a:ext>
          </a:extLst>
        </p:cNvPr>
        <p:cNvGrpSpPr/>
        <p:nvPr/>
      </p:nvGrpSpPr>
      <p:grpSpPr>
        <a:xfrm>
          <a:off x="0" y="0"/>
          <a:ext cx="0" cy="0"/>
          <a:chOff x="0" y="0"/>
          <a:chExt cx="0" cy="0"/>
        </a:xfrm>
      </p:grpSpPr>
      <p:sp>
        <p:nvSpPr>
          <p:cNvPr id="723" name="Google Shape;723;g1e5198b4dfb_0_1:notes">
            <a:extLst>
              <a:ext uri="{FF2B5EF4-FFF2-40B4-BE49-F238E27FC236}">
                <a16:creationId xmlns:a16="http://schemas.microsoft.com/office/drawing/2014/main" id="{74B7CBA6-3C74-A542-6503-85E3ED027EE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230400">
              <a:lnSpc>
                <a:spcPct val="107000"/>
              </a:lnSpc>
              <a:spcAft>
                <a:spcPts val="800"/>
              </a:spcAft>
            </a:pPr>
            <a:endParaRPr lang="pt-BR" dirty="0"/>
          </a:p>
        </p:txBody>
      </p:sp>
      <p:sp>
        <p:nvSpPr>
          <p:cNvPr id="724" name="Google Shape;724;g1e5198b4dfb_0_1:notes">
            <a:extLst>
              <a:ext uri="{FF2B5EF4-FFF2-40B4-BE49-F238E27FC236}">
                <a16:creationId xmlns:a16="http://schemas.microsoft.com/office/drawing/2014/main" id="{D3DB5D40-7473-12E9-B92C-1A646EAD81C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457162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667741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E7A64-A70A-C3FA-BC7F-62738BC80AB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F836E8C-BAF5-6CEF-AB5B-4973780B239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EC2BF7F7-8EF1-ED67-95D9-CF3E77C4FAD6}"/>
              </a:ext>
            </a:extLst>
          </p:cNvPr>
          <p:cNvSpPr>
            <a:spLocks noGrp="1"/>
          </p:cNvSpPr>
          <p:nvPr>
            <p:ph type="body" idx="1"/>
          </p:nvPr>
        </p:nvSpPr>
        <p:spPr/>
        <p:txBody>
          <a:bodyPr/>
          <a:lstStyle/>
          <a:p>
            <a:r>
              <a:rPr lang="pt-BR"/>
              <a:t>      </a:t>
            </a:r>
          </a:p>
        </p:txBody>
      </p:sp>
      <p:sp>
        <p:nvSpPr>
          <p:cNvPr id="4" name="Espaço Reservado para Número de Slide 3">
            <a:extLst>
              <a:ext uri="{FF2B5EF4-FFF2-40B4-BE49-F238E27FC236}">
                <a16:creationId xmlns:a16="http://schemas.microsoft.com/office/drawing/2014/main" id="{EF99F2DC-80E3-A38B-8279-F2593E0182BD}"/>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157177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1D8A-5B86-BD61-19FF-CBD0BDAAF3F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9C7A6ED-13F7-F15D-3871-E0AA36FE34B6}"/>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6147A340-5585-219F-AE63-2B17F439536B}"/>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A0BCB134-EA25-0209-8D0E-9C797891A478}"/>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664602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475D2-ED0E-1DD3-65C9-2B7BC4510E7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EE1B09D5-E40F-9F9A-19A4-6159482E78A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EA6C8A1-26CF-DF05-93C2-BEF8A6E4929D}"/>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CB70BE3D-07A2-EF09-EAD1-52030408A132}"/>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450618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32D88-8BB2-212B-BB53-E802DFDDD157}"/>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CC7BC1FA-3B21-298B-F6B2-EE8A06D88289}"/>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FB788DD-0E1F-1599-900A-416C71A01008}"/>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A052422E-44AC-AC27-393D-934EC8D2A97E}"/>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364715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5A7AD-E097-CE30-79DF-E08AE1B8D76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CD26AB85-18AA-128E-2056-34B198F24732}"/>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2AE115E-693F-F8D1-AD37-E34349E7F0FA}"/>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CA632CDF-50D1-86AB-5370-A0FFD834C719}"/>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409527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E4875-9BEC-9B6E-16E7-1028651FA88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495824C-A308-29A8-951F-7962B1B926D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CE9EE178-9782-F7A0-7C27-04A8A5E12BDC}"/>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F243FE11-CD0E-8A93-4A29-A349916C1AD4}"/>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81220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94CEA-67FF-2579-3028-264FC7B1300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3F85E21-5D13-5B13-C836-E80409C0FDC7}"/>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DE54B4D0-237C-3A9B-5556-E296480BFFE7}"/>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C3562A34-A92B-B83A-7858-EF95912F8278}"/>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175466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		</a:t>
            </a: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7526872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19.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7.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18.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19.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18.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19.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19.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9.png"/></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slideMaster" Target="../slideMasters/slideMaster4.xml"/><Relationship Id="rId5" Type="http://schemas.openxmlformats.org/officeDocument/2006/relationships/image" Target="../media/image23.emf"/><Relationship Id="rId4" Type="http://schemas.openxmlformats.org/officeDocument/2006/relationships/image" Target="../media/image6.png"/></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Layout Personalizado">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0F2ED3E9-3B0B-E370-C738-4D436A14D453}"/>
              </a:ext>
            </a:extLst>
          </p:cNvPr>
          <p:cNvSpPr/>
          <p:nvPr userDrawn="1"/>
        </p:nvSpPr>
        <p:spPr>
          <a:xfrm>
            <a:off x="0" y="0"/>
            <a:ext cx="18288000" cy="10287000"/>
          </a:xfrm>
          <a:prstGeom prst="rect">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2" name="Imagem 11">
            <a:extLst>
              <a:ext uri="{FF2B5EF4-FFF2-40B4-BE49-F238E27FC236}">
                <a16:creationId xmlns:a16="http://schemas.microsoft.com/office/drawing/2014/main" id="{CA62731F-BC64-F293-3D1C-FCEDFC77D2E2}"/>
              </a:ext>
            </a:extLst>
          </p:cNvPr>
          <p:cNvPicPr>
            <a:picLocks/>
          </p:cNvPicPr>
          <p:nvPr userDrawn="1"/>
        </p:nvPicPr>
        <p:blipFill>
          <a:blip r:embed="rId2"/>
          <a:stretch>
            <a:fillRect/>
          </a:stretch>
        </p:blipFill>
        <p:spPr>
          <a:xfrm>
            <a:off x="8704814" y="2055603"/>
            <a:ext cx="6307210" cy="4564807"/>
          </a:xfrm>
          <a:prstGeom prst="rect">
            <a:avLst/>
          </a:prstGeom>
        </p:spPr>
      </p:pic>
      <p:pic>
        <p:nvPicPr>
          <p:cNvPr id="9" name="Imagem 8">
            <a:extLst>
              <a:ext uri="{FF2B5EF4-FFF2-40B4-BE49-F238E27FC236}">
                <a16:creationId xmlns:a16="http://schemas.microsoft.com/office/drawing/2014/main" id="{D77DF3F2-20B4-94DD-89E7-548B88ECD8F7}"/>
              </a:ext>
            </a:extLst>
          </p:cNvPr>
          <p:cNvPicPr>
            <a:picLocks/>
          </p:cNvPicPr>
          <p:nvPr userDrawn="1"/>
        </p:nvPicPr>
        <p:blipFill>
          <a:blip r:embed="rId2"/>
          <a:stretch>
            <a:fillRect/>
          </a:stretch>
        </p:blipFill>
        <p:spPr>
          <a:xfrm>
            <a:off x="8704814" y="2055603"/>
            <a:ext cx="6307210" cy="4564807"/>
          </a:xfrm>
          <a:prstGeom prst="rect">
            <a:avLst/>
          </a:prstGeom>
        </p:spPr>
      </p:pic>
      <p:sp>
        <p:nvSpPr>
          <p:cNvPr id="7" name="TextBox 4">
            <a:extLst>
              <a:ext uri="{FF2B5EF4-FFF2-40B4-BE49-F238E27FC236}">
                <a16:creationId xmlns:a16="http://schemas.microsoft.com/office/drawing/2014/main" id="{CF524BA5-8A5B-145B-7D69-2189A7ECA0A4}"/>
              </a:ext>
            </a:extLst>
          </p:cNvPr>
          <p:cNvSpPr txBox="1"/>
          <p:nvPr userDrawn="1"/>
        </p:nvSpPr>
        <p:spPr>
          <a:xfrm>
            <a:off x="3224043" y="3598169"/>
            <a:ext cx="5102506" cy="2344928"/>
          </a:xfrm>
          <a:prstGeom prst="rect">
            <a:avLst/>
          </a:prstGeom>
        </p:spPr>
        <p:txBody>
          <a:bodyPr lIns="0" tIns="0" rIns="0" bIns="0" rtlCol="0" anchor="t">
            <a:spAutoFit/>
          </a:bodyPr>
          <a:lstStyle/>
          <a:p>
            <a:pPr algn="r">
              <a:lnSpc>
                <a:spcPts val="6015"/>
              </a:lnSpc>
            </a:pPr>
            <a:r>
              <a:rPr lang="pt-BR" sz="6399" noProof="0">
                <a:solidFill>
                  <a:srgbClr val="000000"/>
                </a:solidFill>
                <a:latin typeface="Poppins Bold"/>
              </a:rPr>
              <a:t>Educação Profissional Paulista</a:t>
            </a:r>
          </a:p>
        </p:txBody>
      </p:sp>
      <p:sp>
        <p:nvSpPr>
          <p:cNvPr id="2" name="TextBox 5">
            <a:extLst>
              <a:ext uri="{FF2B5EF4-FFF2-40B4-BE49-F238E27FC236}">
                <a16:creationId xmlns:a16="http://schemas.microsoft.com/office/drawing/2014/main" id="{6DBC72C7-C710-800A-C379-F6C1DBE65031}"/>
              </a:ext>
            </a:extLst>
          </p:cNvPr>
          <p:cNvSpPr txBox="1"/>
          <p:nvPr userDrawn="1"/>
        </p:nvSpPr>
        <p:spPr>
          <a:xfrm>
            <a:off x="9104402" y="3475910"/>
            <a:ext cx="5367683" cy="846386"/>
          </a:xfrm>
          <a:prstGeom prst="rect">
            <a:avLst/>
          </a:prstGeom>
        </p:spPr>
        <p:txBody>
          <a:bodyPr lIns="0" tIns="0" rIns="0" bIns="0" rtlCol="0" anchor="t">
            <a:spAutoFit/>
          </a:bodyPr>
          <a:lstStyle/>
          <a:p>
            <a:pPr>
              <a:lnSpc>
                <a:spcPts val="6845"/>
              </a:lnSpc>
            </a:pPr>
            <a:r>
              <a:rPr lang="pt-BR" sz="5000" noProof="0">
                <a:solidFill>
                  <a:srgbClr val="FFFFFF"/>
                </a:solidFill>
                <a:latin typeface="Poppins Light"/>
              </a:rPr>
              <a:t>Técnico em </a:t>
            </a:r>
          </a:p>
        </p:txBody>
      </p:sp>
      <p:sp>
        <p:nvSpPr>
          <p:cNvPr id="4" name="TextBox 6">
            <a:extLst>
              <a:ext uri="{FF2B5EF4-FFF2-40B4-BE49-F238E27FC236}">
                <a16:creationId xmlns:a16="http://schemas.microsoft.com/office/drawing/2014/main" id="{6C42670F-F865-673C-461A-99A20C35AD88}"/>
              </a:ext>
            </a:extLst>
          </p:cNvPr>
          <p:cNvSpPr txBox="1"/>
          <p:nvPr userDrawn="1"/>
        </p:nvSpPr>
        <p:spPr>
          <a:xfrm>
            <a:off x="9174600" y="4344718"/>
            <a:ext cx="5510664" cy="1446550"/>
          </a:xfrm>
          <a:prstGeom prst="rect">
            <a:avLst/>
          </a:prstGeom>
        </p:spPr>
        <p:txBody>
          <a:bodyPr wrap="square" lIns="0" tIns="0" rIns="0" bIns="0" rtlCol="0" anchor="t">
            <a:spAutoFit/>
          </a:bodyPr>
          <a:lstStyle/>
          <a:p>
            <a:pPr>
              <a:lnSpc>
                <a:spcPct val="100000"/>
              </a:lnSpc>
            </a:pPr>
            <a:r>
              <a:rPr lang="pt-BR" sz="4700" noProof="0">
                <a:solidFill>
                  <a:srgbClr val="FFFFFF"/>
                </a:solidFill>
                <a:latin typeface="Poppins Bold"/>
              </a:rPr>
              <a:t>Desenvolvimento de Sistemas</a:t>
            </a:r>
          </a:p>
        </p:txBody>
      </p:sp>
      <p:pic>
        <p:nvPicPr>
          <p:cNvPr id="5" name="Imagem 4">
            <a:extLst>
              <a:ext uri="{FF2B5EF4-FFF2-40B4-BE49-F238E27FC236}">
                <a16:creationId xmlns:a16="http://schemas.microsoft.com/office/drawing/2014/main" id="{9E28AC24-2204-B6E3-4BD6-5524F42F6E89}"/>
              </a:ext>
            </a:extLst>
          </p:cNvPr>
          <p:cNvPicPr>
            <a:picLocks/>
          </p:cNvPicPr>
          <p:nvPr userDrawn="1"/>
        </p:nvPicPr>
        <p:blipFill>
          <a:blip r:embed="rId3"/>
          <a:stretch>
            <a:fillRect/>
          </a:stretch>
        </p:blipFill>
        <p:spPr>
          <a:xfrm>
            <a:off x="7243211" y="8078412"/>
            <a:ext cx="3805206" cy="1720803"/>
          </a:xfrm>
          <a:prstGeom prst="rect">
            <a:avLst/>
          </a:prstGeom>
        </p:spPr>
      </p:pic>
    </p:spTree>
    <p:extLst>
      <p:ext uri="{BB962C8B-B14F-4D97-AF65-F5344CB8AC3E}">
        <p14:creationId xmlns:p14="http://schemas.microsoft.com/office/powerpoint/2010/main" val="1774967734"/>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Personalizado" userDrawn="1">
  <p:cSld name="Layout Personalizado">
    <p:spTree>
      <p:nvGrpSpPr>
        <p:cNvPr id="1" name="Shape 10"/>
        <p:cNvGrpSpPr/>
        <p:nvPr/>
      </p:nvGrpSpPr>
      <p:grpSpPr>
        <a:xfrm>
          <a:off x="0" y="0"/>
          <a:ext cx="0" cy="0"/>
          <a:chOff x="0" y="0"/>
          <a:chExt cx="0" cy="0"/>
        </a:xfrm>
      </p:grpSpPr>
      <p:pic>
        <p:nvPicPr>
          <p:cNvPr id="3" name="Google Shape;11;p2">
            <a:extLst>
              <a:ext uri="{FF2B5EF4-FFF2-40B4-BE49-F238E27FC236}">
                <a16:creationId xmlns:a16="http://schemas.microsoft.com/office/drawing/2014/main" id="{CD1033A7-228B-1DA2-EB35-B102BEEA1D77}"/>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8288000" cy="10288800"/>
          </a:xfrm>
          <a:prstGeom prst="rect">
            <a:avLst/>
          </a:prstGeom>
          <a:noFill/>
          <a:ln>
            <a:noFill/>
          </a:ln>
        </p:spPr>
      </p:pic>
      <p:pic>
        <p:nvPicPr>
          <p:cNvPr id="10" name="Imagem 9">
            <a:extLst>
              <a:ext uri="{FF2B5EF4-FFF2-40B4-BE49-F238E27FC236}">
                <a16:creationId xmlns:a16="http://schemas.microsoft.com/office/drawing/2014/main" id="{012F9C08-21A2-4FC2-67FD-5AD9FCC75FD2}"/>
              </a:ext>
            </a:extLst>
          </p:cNvPr>
          <p:cNvPicPr>
            <a:picLocks/>
          </p:cNvPicPr>
          <p:nvPr userDrawn="1"/>
        </p:nvPicPr>
        <p:blipFill>
          <a:blip r:embed="rId3"/>
          <a:stretch>
            <a:fillRect/>
          </a:stretch>
        </p:blipFill>
        <p:spPr>
          <a:xfrm>
            <a:off x="0" y="0"/>
            <a:ext cx="12848420" cy="8071212"/>
          </a:xfrm>
          <a:prstGeom prst="rect">
            <a:avLst/>
          </a:prstGeom>
        </p:spPr>
      </p:pic>
      <p:pic>
        <p:nvPicPr>
          <p:cNvPr id="12" name="Imagem 11">
            <a:extLst>
              <a:ext uri="{FF2B5EF4-FFF2-40B4-BE49-F238E27FC236}">
                <a16:creationId xmlns:a16="http://schemas.microsoft.com/office/drawing/2014/main" id="{84FC8EFD-B466-746D-0747-876B1DA4BF74}"/>
              </a:ext>
            </a:extLst>
          </p:cNvPr>
          <p:cNvPicPr>
            <a:picLocks/>
          </p:cNvPicPr>
          <p:nvPr userDrawn="1"/>
        </p:nvPicPr>
        <p:blipFill>
          <a:blip r:embed="rId3"/>
          <a:stretch>
            <a:fillRect/>
          </a:stretch>
        </p:blipFill>
        <p:spPr>
          <a:xfrm>
            <a:off x="0" y="0"/>
            <a:ext cx="12848420" cy="8071212"/>
          </a:xfrm>
          <a:prstGeom prst="rect">
            <a:avLst/>
          </a:prstGeom>
        </p:spPr>
      </p:pic>
      <p:sp>
        <p:nvSpPr>
          <p:cNvPr id="5" name="CaixaDeTexto 4">
            <a:extLst>
              <a:ext uri="{FF2B5EF4-FFF2-40B4-BE49-F238E27FC236}">
                <a16:creationId xmlns:a16="http://schemas.microsoft.com/office/drawing/2014/main" id="{8F753BE2-99F0-4892-173B-5CB027D775FC}"/>
              </a:ext>
            </a:extLst>
          </p:cNvPr>
          <p:cNvSpPr txBox="1"/>
          <p:nvPr userDrawn="1"/>
        </p:nvSpPr>
        <p:spPr>
          <a:xfrm>
            <a:off x="19576473" y="292330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Personalizado" preserve="1" userDrawn="1">
  <p:cSld name="2_Layout Personalizado">
    <p:spTree>
      <p:nvGrpSpPr>
        <p:cNvPr id="1" name="Shape 10"/>
        <p:cNvGrpSpPr/>
        <p:nvPr/>
      </p:nvGrpSpPr>
      <p:grpSpPr>
        <a:xfrm>
          <a:off x="0" y="0"/>
          <a:ext cx="0" cy="0"/>
          <a:chOff x="0" y="0"/>
          <a:chExt cx="0" cy="0"/>
        </a:xfrm>
      </p:grpSpPr>
      <p:pic>
        <p:nvPicPr>
          <p:cNvPr id="6" name="Google Shape;11;p2">
            <a:extLst>
              <a:ext uri="{FF2B5EF4-FFF2-40B4-BE49-F238E27FC236}">
                <a16:creationId xmlns:a16="http://schemas.microsoft.com/office/drawing/2014/main" id="{8A610ACC-90D2-5456-1F39-1F02FE18018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8288000" cy="10288800"/>
          </a:xfrm>
          <a:prstGeom prst="rect">
            <a:avLst/>
          </a:prstGeom>
          <a:noFill/>
          <a:ln>
            <a:noFill/>
          </a:ln>
        </p:spPr>
      </p:pic>
      <p:pic>
        <p:nvPicPr>
          <p:cNvPr id="11" name="Imagem 10">
            <a:extLst>
              <a:ext uri="{FF2B5EF4-FFF2-40B4-BE49-F238E27FC236}">
                <a16:creationId xmlns:a16="http://schemas.microsoft.com/office/drawing/2014/main" id="{F691170A-6658-0481-81E5-6A05980439BB}"/>
              </a:ext>
            </a:extLst>
          </p:cNvPr>
          <p:cNvPicPr>
            <a:picLocks/>
          </p:cNvPicPr>
          <p:nvPr userDrawn="1"/>
        </p:nvPicPr>
        <p:blipFill>
          <a:blip r:embed="rId3"/>
          <a:stretch>
            <a:fillRect/>
          </a:stretch>
        </p:blipFill>
        <p:spPr>
          <a:xfrm>
            <a:off x="0" y="0"/>
            <a:ext cx="12848420" cy="8071212"/>
          </a:xfrm>
          <a:prstGeom prst="rect">
            <a:avLst/>
          </a:prstGeom>
        </p:spPr>
      </p:pic>
      <p:pic>
        <p:nvPicPr>
          <p:cNvPr id="14" name="Imagem 13">
            <a:extLst>
              <a:ext uri="{FF2B5EF4-FFF2-40B4-BE49-F238E27FC236}">
                <a16:creationId xmlns:a16="http://schemas.microsoft.com/office/drawing/2014/main" id="{9254030E-5F01-72A8-4C9C-97F2581C33A1}"/>
              </a:ext>
            </a:extLst>
          </p:cNvPr>
          <p:cNvPicPr>
            <a:picLocks/>
          </p:cNvPicPr>
          <p:nvPr userDrawn="1"/>
        </p:nvPicPr>
        <p:blipFill>
          <a:blip r:embed="rId3"/>
          <a:stretch>
            <a:fillRect/>
          </a:stretch>
        </p:blipFill>
        <p:spPr>
          <a:xfrm>
            <a:off x="0" y="0"/>
            <a:ext cx="12848420" cy="8071212"/>
          </a:xfrm>
          <a:prstGeom prst="rect">
            <a:avLst/>
          </a:prstGeom>
        </p:spPr>
      </p:pic>
      <p:sp>
        <p:nvSpPr>
          <p:cNvPr id="5" name="CaixaDeTexto 4">
            <a:extLst>
              <a:ext uri="{FF2B5EF4-FFF2-40B4-BE49-F238E27FC236}">
                <a16:creationId xmlns:a16="http://schemas.microsoft.com/office/drawing/2014/main" id="{8F753BE2-99F0-4892-173B-5CB027D775FC}"/>
              </a:ext>
            </a:extLst>
          </p:cNvPr>
          <p:cNvSpPr txBox="1"/>
          <p:nvPr userDrawn="1"/>
        </p:nvSpPr>
        <p:spPr>
          <a:xfrm>
            <a:off x="19576473" y="292330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2" name="Google Shape;643;p43">
            <a:extLst>
              <a:ext uri="{FF2B5EF4-FFF2-40B4-BE49-F238E27FC236}">
                <a16:creationId xmlns:a16="http://schemas.microsoft.com/office/drawing/2014/main" id="{C48BB9E0-E4E1-D9BE-BCF0-CCC4171FA07E}"/>
              </a:ext>
            </a:extLst>
          </p:cNvPr>
          <p:cNvSpPr txBox="1">
            <a:spLocks/>
          </p:cNvSpPr>
          <p:nvPr userDrawn="1"/>
        </p:nvSpPr>
        <p:spPr>
          <a:xfrm>
            <a:off x="937698" y="3829934"/>
            <a:ext cx="10222120" cy="80314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a:solidFill>
                  <a:srgbClr val="FF161F"/>
                </a:solidFill>
              </a:rPr>
              <a:t>Orientações ao Professor</a:t>
            </a:r>
          </a:p>
        </p:txBody>
      </p:sp>
    </p:spTree>
    <p:extLst>
      <p:ext uri="{BB962C8B-B14F-4D97-AF65-F5344CB8AC3E}">
        <p14:creationId xmlns:p14="http://schemas.microsoft.com/office/powerpoint/2010/main" val="4191410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reserve="1" userDrawn="1">
  <p:cSld name="1_Construindo o conceito">
    <p:spTree>
      <p:nvGrpSpPr>
        <p:cNvPr id="1" name="Shape 16"/>
        <p:cNvGrpSpPr/>
        <p:nvPr/>
      </p:nvGrpSpPr>
      <p:grpSpPr>
        <a:xfrm>
          <a:off x="0" y="0"/>
          <a:ext cx="0" cy="0"/>
          <a:chOff x="0" y="0"/>
          <a:chExt cx="0" cy="0"/>
        </a:xfrm>
      </p:grpSpPr>
      <p:pic>
        <p:nvPicPr>
          <p:cNvPr id="6" name="Google Shape;164;p15">
            <a:extLst>
              <a:ext uri="{FF2B5EF4-FFF2-40B4-BE49-F238E27FC236}">
                <a16:creationId xmlns:a16="http://schemas.microsoft.com/office/drawing/2014/main" id="{2A40035A-46AA-DFA0-4141-7C162F3C6DEC}"/>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r="-3854"/>
          <a:stretch/>
        </p:blipFill>
        <p:spPr>
          <a:xfrm>
            <a:off x="0" y="0"/>
            <a:ext cx="8787534" cy="10287000"/>
          </a:xfrm>
          <a:prstGeom prst="rect">
            <a:avLst/>
          </a:prstGeom>
          <a:noFill/>
          <a:ln>
            <a:noFill/>
          </a:ln>
        </p:spPr>
      </p:pic>
      <p:sp>
        <p:nvSpPr>
          <p:cNvPr id="4" name="Retângulo 3">
            <a:extLst>
              <a:ext uri="{FF2B5EF4-FFF2-40B4-BE49-F238E27FC236}">
                <a16:creationId xmlns:a16="http://schemas.microsoft.com/office/drawing/2014/main" id="{569D7266-D0C4-A44D-9827-A0C02D9BAFF7}"/>
              </a:ext>
            </a:extLst>
          </p:cNvPr>
          <p:cNvSpPr/>
          <p:nvPr userDrawn="1"/>
        </p:nvSpPr>
        <p:spPr>
          <a:xfrm>
            <a:off x="8299521" y="-1"/>
            <a:ext cx="10013430" cy="102855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CaixaDeTexto 4">
            <a:extLst>
              <a:ext uri="{FF2B5EF4-FFF2-40B4-BE49-F238E27FC236}">
                <a16:creationId xmlns:a16="http://schemas.microsoft.com/office/drawing/2014/main" id="{94EF9377-0BC9-8D48-6EB4-411B8F209D6B}"/>
              </a:ext>
            </a:extLst>
          </p:cNvPr>
          <p:cNvSpPr txBox="1"/>
          <p:nvPr userDrawn="1"/>
        </p:nvSpPr>
        <p:spPr>
          <a:xfrm>
            <a:off x="-2203554" y="1514007"/>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12" name="Espaço Reservado para Texto 11">
            <a:extLst>
              <a:ext uri="{FF2B5EF4-FFF2-40B4-BE49-F238E27FC236}">
                <a16:creationId xmlns:a16="http://schemas.microsoft.com/office/drawing/2014/main" id="{5324B01E-494B-5E4B-E130-7F8451233889}"/>
              </a:ext>
            </a:extLst>
          </p:cNvPr>
          <p:cNvSpPr>
            <a:spLocks noGrp="1"/>
          </p:cNvSpPr>
          <p:nvPr>
            <p:ph type="body" sz="quarter" idx="10"/>
          </p:nvPr>
        </p:nvSpPr>
        <p:spPr>
          <a:xfrm>
            <a:off x="1035051" y="3822700"/>
            <a:ext cx="4076596" cy="3313113"/>
          </a:xfrm>
          <a:prstGeom prst="rect">
            <a:avLst/>
          </a:prstGeom>
        </p:spPr>
        <p:txBody>
          <a:bodyPr/>
          <a:lstStyle>
            <a:lvl1pPr>
              <a:defRPr sz="1800"/>
            </a:lvl1pPr>
          </a:lstStyle>
          <a:p>
            <a:pPr lvl="0"/>
            <a:endParaRPr lang="pt-BR"/>
          </a:p>
        </p:txBody>
      </p:sp>
      <p:sp>
        <p:nvSpPr>
          <p:cNvPr id="13" name="Espaço Reservado para Texto 11">
            <a:extLst>
              <a:ext uri="{FF2B5EF4-FFF2-40B4-BE49-F238E27FC236}">
                <a16:creationId xmlns:a16="http://schemas.microsoft.com/office/drawing/2014/main" id="{D70461BD-1593-C70D-1057-4FD1447C604E}"/>
              </a:ext>
            </a:extLst>
          </p:cNvPr>
          <p:cNvSpPr>
            <a:spLocks noGrp="1"/>
          </p:cNvSpPr>
          <p:nvPr>
            <p:ph type="body" sz="quarter" idx="11"/>
          </p:nvPr>
        </p:nvSpPr>
        <p:spPr>
          <a:xfrm>
            <a:off x="12997201" y="404944"/>
            <a:ext cx="4076596" cy="1139044"/>
          </a:xfrm>
          <a:prstGeom prst="rect">
            <a:avLst/>
          </a:prstGeom>
        </p:spPr>
        <p:txBody>
          <a:bodyPr/>
          <a:lstStyle>
            <a:lvl1pPr>
              <a:defRPr sz="1800"/>
            </a:lvl1pPr>
          </a:lstStyle>
          <a:p>
            <a:pPr lvl="0"/>
            <a:endParaRPr lang="pt-BR"/>
          </a:p>
        </p:txBody>
      </p:sp>
      <p:sp>
        <p:nvSpPr>
          <p:cNvPr id="14" name="Espaço Reservado para Texto 11">
            <a:extLst>
              <a:ext uri="{FF2B5EF4-FFF2-40B4-BE49-F238E27FC236}">
                <a16:creationId xmlns:a16="http://schemas.microsoft.com/office/drawing/2014/main" id="{78BE3200-A19B-129C-0001-7074E2293354}"/>
              </a:ext>
            </a:extLst>
          </p:cNvPr>
          <p:cNvSpPr>
            <a:spLocks noGrp="1"/>
          </p:cNvSpPr>
          <p:nvPr>
            <p:ph type="body" sz="quarter" idx="12"/>
          </p:nvPr>
        </p:nvSpPr>
        <p:spPr>
          <a:xfrm>
            <a:off x="12997201" y="1888970"/>
            <a:ext cx="4076596" cy="1139044"/>
          </a:xfrm>
          <a:prstGeom prst="rect">
            <a:avLst/>
          </a:prstGeom>
        </p:spPr>
        <p:txBody>
          <a:bodyPr/>
          <a:lstStyle>
            <a:lvl1pPr>
              <a:defRPr sz="1800"/>
            </a:lvl1pPr>
          </a:lstStyle>
          <a:p>
            <a:pPr lvl="0"/>
            <a:endParaRPr lang="pt-BR"/>
          </a:p>
        </p:txBody>
      </p:sp>
      <p:sp>
        <p:nvSpPr>
          <p:cNvPr id="15" name="Espaço Reservado para Texto 11">
            <a:extLst>
              <a:ext uri="{FF2B5EF4-FFF2-40B4-BE49-F238E27FC236}">
                <a16:creationId xmlns:a16="http://schemas.microsoft.com/office/drawing/2014/main" id="{D5B1F210-DB8A-2C19-6DC1-04B1A4E69F9E}"/>
              </a:ext>
            </a:extLst>
          </p:cNvPr>
          <p:cNvSpPr>
            <a:spLocks noGrp="1"/>
          </p:cNvSpPr>
          <p:nvPr>
            <p:ph type="body" sz="quarter" idx="13"/>
          </p:nvPr>
        </p:nvSpPr>
        <p:spPr>
          <a:xfrm>
            <a:off x="12997201" y="3552879"/>
            <a:ext cx="4076596" cy="1139044"/>
          </a:xfrm>
          <a:prstGeom prst="rect">
            <a:avLst/>
          </a:prstGeom>
        </p:spPr>
        <p:txBody>
          <a:bodyPr/>
          <a:lstStyle>
            <a:lvl1pPr>
              <a:defRPr sz="1800"/>
            </a:lvl1pPr>
          </a:lstStyle>
          <a:p>
            <a:pPr lvl="0"/>
            <a:endParaRPr lang="pt-BR"/>
          </a:p>
        </p:txBody>
      </p:sp>
      <p:sp>
        <p:nvSpPr>
          <p:cNvPr id="16" name="Espaço Reservado para Texto 11">
            <a:extLst>
              <a:ext uri="{FF2B5EF4-FFF2-40B4-BE49-F238E27FC236}">
                <a16:creationId xmlns:a16="http://schemas.microsoft.com/office/drawing/2014/main" id="{AEDDDAF3-00C6-4448-54A0-F213582A9D36}"/>
              </a:ext>
            </a:extLst>
          </p:cNvPr>
          <p:cNvSpPr>
            <a:spLocks noGrp="1"/>
          </p:cNvSpPr>
          <p:nvPr>
            <p:ph type="body" sz="quarter" idx="14"/>
          </p:nvPr>
        </p:nvSpPr>
        <p:spPr>
          <a:xfrm>
            <a:off x="12997201" y="5531581"/>
            <a:ext cx="4076596" cy="1139044"/>
          </a:xfrm>
          <a:prstGeom prst="rect">
            <a:avLst/>
          </a:prstGeom>
        </p:spPr>
        <p:txBody>
          <a:bodyPr/>
          <a:lstStyle>
            <a:lvl1pPr>
              <a:defRPr sz="1800"/>
            </a:lvl1pPr>
          </a:lstStyle>
          <a:p>
            <a:pPr lvl="0"/>
            <a:endParaRPr lang="pt-BR"/>
          </a:p>
        </p:txBody>
      </p:sp>
      <p:sp>
        <p:nvSpPr>
          <p:cNvPr id="17" name="Espaço Reservado para Texto 11">
            <a:extLst>
              <a:ext uri="{FF2B5EF4-FFF2-40B4-BE49-F238E27FC236}">
                <a16:creationId xmlns:a16="http://schemas.microsoft.com/office/drawing/2014/main" id="{33351543-E05B-156E-AB33-2E725E3AE564}"/>
              </a:ext>
            </a:extLst>
          </p:cNvPr>
          <p:cNvSpPr>
            <a:spLocks noGrp="1"/>
          </p:cNvSpPr>
          <p:nvPr>
            <p:ph type="body" sz="quarter" idx="15"/>
          </p:nvPr>
        </p:nvSpPr>
        <p:spPr>
          <a:xfrm>
            <a:off x="12997201" y="7120539"/>
            <a:ext cx="4076596" cy="1139044"/>
          </a:xfrm>
          <a:prstGeom prst="rect">
            <a:avLst/>
          </a:prstGeom>
        </p:spPr>
        <p:txBody>
          <a:bodyPr/>
          <a:lstStyle>
            <a:lvl1pPr>
              <a:defRPr sz="1800"/>
            </a:lvl1pPr>
          </a:lstStyle>
          <a:p>
            <a:pPr lvl="0"/>
            <a:endParaRPr lang="pt-BR"/>
          </a:p>
        </p:txBody>
      </p:sp>
      <p:sp>
        <p:nvSpPr>
          <p:cNvPr id="18" name="Espaço Reservado para Texto 11">
            <a:extLst>
              <a:ext uri="{FF2B5EF4-FFF2-40B4-BE49-F238E27FC236}">
                <a16:creationId xmlns:a16="http://schemas.microsoft.com/office/drawing/2014/main" id="{01D8F84B-5F4E-C2A3-883D-5A1C801EF18C}"/>
              </a:ext>
            </a:extLst>
          </p:cNvPr>
          <p:cNvSpPr>
            <a:spLocks noGrp="1"/>
          </p:cNvSpPr>
          <p:nvPr>
            <p:ph type="body" sz="quarter" idx="16"/>
          </p:nvPr>
        </p:nvSpPr>
        <p:spPr>
          <a:xfrm>
            <a:off x="12997201" y="8709496"/>
            <a:ext cx="4076596" cy="1139044"/>
          </a:xfrm>
          <a:prstGeom prst="rect">
            <a:avLst/>
          </a:prstGeom>
        </p:spPr>
        <p:txBody>
          <a:bodyPr/>
          <a:lstStyle>
            <a:lvl1pPr>
              <a:defRPr sz="1800"/>
            </a:lvl1pPr>
          </a:lstStyle>
          <a:p>
            <a:pPr lvl="0"/>
            <a:endParaRPr lang="pt-BR"/>
          </a:p>
        </p:txBody>
      </p:sp>
      <p:sp>
        <p:nvSpPr>
          <p:cNvPr id="20" name="Espaço Reservado para Imagem 19">
            <a:extLst>
              <a:ext uri="{FF2B5EF4-FFF2-40B4-BE49-F238E27FC236}">
                <a16:creationId xmlns:a16="http://schemas.microsoft.com/office/drawing/2014/main" id="{48712A06-262B-D6D3-C983-0170C2A084D1}"/>
              </a:ext>
            </a:extLst>
          </p:cNvPr>
          <p:cNvSpPr>
            <a:spLocks noGrp="1"/>
          </p:cNvSpPr>
          <p:nvPr>
            <p:ph type="pic" sz="quarter" idx="17"/>
          </p:nvPr>
        </p:nvSpPr>
        <p:spPr>
          <a:xfrm>
            <a:off x="8029575" y="438150"/>
            <a:ext cx="3922713" cy="2274888"/>
          </a:xfrm>
          <a:prstGeom prst="rect">
            <a:avLst/>
          </a:prstGeom>
          <a:solidFill>
            <a:schemeClr val="bg1">
              <a:lumMod val="85000"/>
            </a:schemeClr>
          </a:solidFill>
        </p:spPr>
        <p:txBody>
          <a:bodyPr/>
          <a:lstStyle/>
          <a:p>
            <a:endParaRPr lang="pt-BR"/>
          </a:p>
        </p:txBody>
      </p:sp>
      <p:sp>
        <p:nvSpPr>
          <p:cNvPr id="21" name="Espaço Reservado para Imagem 19">
            <a:extLst>
              <a:ext uri="{FF2B5EF4-FFF2-40B4-BE49-F238E27FC236}">
                <a16:creationId xmlns:a16="http://schemas.microsoft.com/office/drawing/2014/main" id="{0A8B1842-36CA-D18C-45E3-9B8BE54F5233}"/>
              </a:ext>
            </a:extLst>
          </p:cNvPr>
          <p:cNvSpPr>
            <a:spLocks noGrp="1"/>
          </p:cNvSpPr>
          <p:nvPr>
            <p:ph type="pic" sz="quarter" idx="18"/>
          </p:nvPr>
        </p:nvSpPr>
        <p:spPr>
          <a:xfrm>
            <a:off x="8029575" y="3361232"/>
            <a:ext cx="3922713" cy="2274888"/>
          </a:xfrm>
          <a:prstGeom prst="rect">
            <a:avLst/>
          </a:prstGeom>
          <a:solidFill>
            <a:schemeClr val="bg1">
              <a:lumMod val="85000"/>
            </a:schemeClr>
          </a:solidFill>
        </p:spPr>
        <p:txBody>
          <a:bodyPr/>
          <a:lstStyle/>
          <a:p>
            <a:endParaRPr lang="pt-BR"/>
          </a:p>
        </p:txBody>
      </p:sp>
      <p:sp>
        <p:nvSpPr>
          <p:cNvPr id="22" name="Espaço Reservado para Imagem 19">
            <a:extLst>
              <a:ext uri="{FF2B5EF4-FFF2-40B4-BE49-F238E27FC236}">
                <a16:creationId xmlns:a16="http://schemas.microsoft.com/office/drawing/2014/main" id="{9E259D35-9872-B049-FD84-CE39C4A5A725}"/>
              </a:ext>
            </a:extLst>
          </p:cNvPr>
          <p:cNvSpPr>
            <a:spLocks noGrp="1"/>
          </p:cNvSpPr>
          <p:nvPr>
            <p:ph type="pic" sz="quarter" idx="19"/>
          </p:nvPr>
        </p:nvSpPr>
        <p:spPr>
          <a:xfrm>
            <a:off x="8029575" y="5999501"/>
            <a:ext cx="3922713" cy="2274888"/>
          </a:xfrm>
          <a:prstGeom prst="rect">
            <a:avLst/>
          </a:prstGeom>
          <a:solidFill>
            <a:schemeClr val="bg1">
              <a:lumMod val="85000"/>
            </a:schemeClr>
          </a:solidFill>
        </p:spPr>
        <p:txBody>
          <a:bodyPr/>
          <a:lstStyle/>
          <a:p>
            <a:endParaRPr lang="pt-BR"/>
          </a:p>
        </p:txBody>
      </p:sp>
      <p:sp>
        <p:nvSpPr>
          <p:cNvPr id="23" name="Espaço Reservado para Texto 11">
            <a:extLst>
              <a:ext uri="{FF2B5EF4-FFF2-40B4-BE49-F238E27FC236}">
                <a16:creationId xmlns:a16="http://schemas.microsoft.com/office/drawing/2014/main" id="{AE1C7992-8AEB-845F-1366-E5FC6ECA3A5A}"/>
              </a:ext>
            </a:extLst>
          </p:cNvPr>
          <p:cNvSpPr>
            <a:spLocks noGrp="1"/>
          </p:cNvSpPr>
          <p:nvPr>
            <p:ph type="body" sz="quarter" idx="20"/>
          </p:nvPr>
        </p:nvSpPr>
        <p:spPr>
          <a:xfrm>
            <a:off x="8020466" y="2848341"/>
            <a:ext cx="4076596" cy="302847"/>
          </a:xfrm>
          <a:prstGeom prst="rect">
            <a:avLst/>
          </a:prstGeom>
        </p:spPr>
        <p:txBody>
          <a:bodyPr/>
          <a:lstStyle>
            <a:lvl1pPr>
              <a:defRPr sz="1800"/>
            </a:lvl1pPr>
          </a:lstStyle>
          <a:p>
            <a:pPr lvl="0"/>
            <a:endParaRPr lang="pt-BR"/>
          </a:p>
        </p:txBody>
      </p:sp>
      <p:sp>
        <p:nvSpPr>
          <p:cNvPr id="24" name="Espaço Reservado para Texto 11">
            <a:extLst>
              <a:ext uri="{FF2B5EF4-FFF2-40B4-BE49-F238E27FC236}">
                <a16:creationId xmlns:a16="http://schemas.microsoft.com/office/drawing/2014/main" id="{2D6CE238-2CC1-38FE-1D64-155E8DDF5FB2}"/>
              </a:ext>
            </a:extLst>
          </p:cNvPr>
          <p:cNvSpPr>
            <a:spLocks noGrp="1"/>
          </p:cNvSpPr>
          <p:nvPr>
            <p:ph type="body" sz="quarter" idx="21"/>
          </p:nvPr>
        </p:nvSpPr>
        <p:spPr>
          <a:xfrm>
            <a:off x="8020466" y="5726452"/>
            <a:ext cx="4076596" cy="302847"/>
          </a:xfrm>
          <a:prstGeom prst="rect">
            <a:avLst/>
          </a:prstGeom>
        </p:spPr>
        <p:txBody>
          <a:bodyPr/>
          <a:lstStyle>
            <a:lvl1pPr>
              <a:defRPr sz="1800"/>
            </a:lvl1pPr>
          </a:lstStyle>
          <a:p>
            <a:pPr lvl="0"/>
            <a:endParaRPr lang="pt-BR"/>
          </a:p>
        </p:txBody>
      </p:sp>
      <p:sp>
        <p:nvSpPr>
          <p:cNvPr id="25" name="Espaço Reservado para Texto 11">
            <a:extLst>
              <a:ext uri="{FF2B5EF4-FFF2-40B4-BE49-F238E27FC236}">
                <a16:creationId xmlns:a16="http://schemas.microsoft.com/office/drawing/2014/main" id="{CCF79652-1EF4-B51F-5A86-90BD5A7FF41E}"/>
              </a:ext>
            </a:extLst>
          </p:cNvPr>
          <p:cNvSpPr>
            <a:spLocks noGrp="1"/>
          </p:cNvSpPr>
          <p:nvPr>
            <p:ph type="body" sz="quarter" idx="22"/>
          </p:nvPr>
        </p:nvSpPr>
        <p:spPr>
          <a:xfrm>
            <a:off x="8020466" y="8364720"/>
            <a:ext cx="4076596" cy="302847"/>
          </a:xfrm>
          <a:prstGeom prst="rect">
            <a:avLst/>
          </a:prstGeom>
        </p:spPr>
        <p:txBody>
          <a:bodyPr/>
          <a:lstStyle>
            <a:lvl1pPr>
              <a:defRPr sz="1800"/>
            </a:lvl1pPr>
          </a:lstStyle>
          <a:p>
            <a:pPr lvl="0"/>
            <a:endParaRPr lang="pt-BR"/>
          </a:p>
        </p:txBody>
      </p:sp>
      <p:cxnSp>
        <p:nvCxnSpPr>
          <p:cNvPr id="29" name="Google Shape;88;p34">
            <a:extLst>
              <a:ext uri="{FF2B5EF4-FFF2-40B4-BE49-F238E27FC236}">
                <a16:creationId xmlns:a16="http://schemas.microsoft.com/office/drawing/2014/main" id="{A2EE80FD-890E-4D7D-AE29-D84D61A7F32E}"/>
              </a:ext>
            </a:extLst>
          </p:cNvPr>
          <p:cNvCxnSpPr/>
          <p:nvPr userDrawn="1"/>
        </p:nvCxnSpPr>
        <p:spPr>
          <a:xfrm>
            <a:off x="11534273" y="42431"/>
            <a:ext cx="0" cy="10287000"/>
          </a:xfrm>
          <a:prstGeom prst="straightConnector1">
            <a:avLst/>
          </a:prstGeom>
          <a:noFill/>
          <a:ln w="28575" cap="flat" cmpd="sng">
            <a:solidFill>
              <a:schemeClr val="dk1"/>
            </a:solidFill>
            <a:prstDash val="dot"/>
            <a:round/>
            <a:headEnd type="none" w="sm" len="sm"/>
            <a:tailEnd type="none" w="sm" len="sm"/>
          </a:ln>
        </p:spPr>
      </p:cxnSp>
      <p:cxnSp>
        <p:nvCxnSpPr>
          <p:cNvPr id="26" name="Google Shape;89;p34">
            <a:extLst>
              <a:ext uri="{FF2B5EF4-FFF2-40B4-BE49-F238E27FC236}">
                <a16:creationId xmlns:a16="http://schemas.microsoft.com/office/drawing/2014/main" id="{E6CB6094-B327-4FE9-85C2-75046C92B43B}"/>
              </a:ext>
            </a:extLst>
          </p:cNvPr>
          <p:cNvCxnSpPr/>
          <p:nvPr userDrawn="1"/>
        </p:nvCxnSpPr>
        <p:spPr>
          <a:xfrm rot="10800000">
            <a:off x="11091472" y="1514148"/>
            <a:ext cx="5800865" cy="0"/>
          </a:xfrm>
          <a:prstGeom prst="straightConnector1">
            <a:avLst/>
          </a:prstGeom>
          <a:noFill/>
          <a:ln w="19050" cap="flat" cmpd="sng">
            <a:solidFill>
              <a:srgbClr val="F4F4F4"/>
            </a:solidFill>
            <a:prstDash val="solid"/>
            <a:round/>
            <a:headEnd type="diamond" w="med" len="med"/>
            <a:tailEnd type="none" w="sm" len="sm"/>
          </a:ln>
        </p:spPr>
      </p:cxnSp>
      <p:cxnSp>
        <p:nvCxnSpPr>
          <p:cNvPr id="27" name="Google Shape;92;p34">
            <a:extLst>
              <a:ext uri="{FF2B5EF4-FFF2-40B4-BE49-F238E27FC236}">
                <a16:creationId xmlns:a16="http://schemas.microsoft.com/office/drawing/2014/main" id="{752A9B77-04F6-2F45-AE2A-463001DA7DFB}"/>
              </a:ext>
            </a:extLst>
          </p:cNvPr>
          <p:cNvCxnSpPr/>
          <p:nvPr userDrawn="1"/>
        </p:nvCxnSpPr>
        <p:spPr>
          <a:xfrm rot="10800000">
            <a:off x="11091472" y="4591077"/>
            <a:ext cx="5800865" cy="0"/>
          </a:xfrm>
          <a:prstGeom prst="straightConnector1">
            <a:avLst/>
          </a:prstGeom>
          <a:noFill/>
          <a:ln w="19050" cap="flat" cmpd="sng">
            <a:solidFill>
              <a:srgbClr val="F4F4F4"/>
            </a:solidFill>
            <a:prstDash val="solid"/>
            <a:round/>
            <a:headEnd type="diamond" w="med" len="med"/>
            <a:tailEnd type="none" w="sm" len="sm"/>
          </a:ln>
        </p:spPr>
      </p:cxnSp>
      <p:cxnSp>
        <p:nvCxnSpPr>
          <p:cNvPr id="28" name="Google Shape;95;p34">
            <a:extLst>
              <a:ext uri="{FF2B5EF4-FFF2-40B4-BE49-F238E27FC236}">
                <a16:creationId xmlns:a16="http://schemas.microsoft.com/office/drawing/2014/main" id="{BEADF656-22C2-5F8B-EF5F-18B5EE22D464}"/>
              </a:ext>
            </a:extLst>
          </p:cNvPr>
          <p:cNvCxnSpPr/>
          <p:nvPr userDrawn="1"/>
        </p:nvCxnSpPr>
        <p:spPr>
          <a:xfrm rot="10800000">
            <a:off x="11091471" y="7642394"/>
            <a:ext cx="5800865" cy="0"/>
          </a:xfrm>
          <a:prstGeom prst="straightConnector1">
            <a:avLst/>
          </a:prstGeom>
          <a:noFill/>
          <a:ln w="19050" cap="flat" cmpd="sng">
            <a:solidFill>
              <a:srgbClr val="F4F4F4"/>
            </a:solidFill>
            <a:prstDash val="solid"/>
            <a:round/>
            <a:headEnd type="diamond" w="med" len="med"/>
            <a:tailEnd type="none" w="sm" len="sm"/>
          </a:ln>
        </p:spPr>
      </p:cxnSp>
      <p:pic>
        <p:nvPicPr>
          <p:cNvPr id="11" name="Imagem 10">
            <a:extLst>
              <a:ext uri="{FF2B5EF4-FFF2-40B4-BE49-F238E27FC236}">
                <a16:creationId xmlns:a16="http://schemas.microsoft.com/office/drawing/2014/main" id="{0090E598-8B0D-7664-5CAB-233B5191F44B}"/>
              </a:ext>
            </a:extLst>
          </p:cNvPr>
          <p:cNvPicPr>
            <a:picLocks/>
          </p:cNvPicPr>
          <p:nvPr userDrawn="1"/>
        </p:nvPicPr>
        <p:blipFill>
          <a:blip r:embed="rId3"/>
          <a:stretch>
            <a:fillRect/>
          </a:stretch>
        </p:blipFill>
        <p:spPr>
          <a:xfrm>
            <a:off x="381601" y="327600"/>
            <a:ext cx="3434405" cy="2390404"/>
          </a:xfrm>
          <a:prstGeom prst="rect">
            <a:avLst/>
          </a:prstGeom>
        </p:spPr>
      </p:pic>
      <p:sp>
        <p:nvSpPr>
          <p:cNvPr id="7" name="Google Shape;101;p34">
            <a:extLst>
              <a:ext uri="{FF2B5EF4-FFF2-40B4-BE49-F238E27FC236}">
                <a16:creationId xmlns:a16="http://schemas.microsoft.com/office/drawing/2014/main" id="{606FAC63-7E4F-1C04-DB5A-A68FE33CD612}"/>
              </a:ext>
            </a:extLst>
          </p:cNvPr>
          <p:cNvSpPr txBox="1"/>
          <p:nvPr userDrawn="1"/>
        </p:nvSpPr>
        <p:spPr>
          <a:xfrm>
            <a:off x="743543" y="1014222"/>
            <a:ext cx="2720160"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chemeClr val="lt1"/>
                </a:solidFill>
                <a:latin typeface="Poppins Light" pitchFamily="2" charset="77"/>
                <a:ea typeface="Poppins Medium"/>
                <a:cs typeface="Poppins Light" pitchFamily="2" charset="77"/>
                <a:sym typeface="Poppins Medium"/>
              </a:rPr>
              <a:t>Construindo o</a:t>
            </a:r>
            <a:r>
              <a:rPr lang="pt-BR" sz="3500" b="0" i="0" u="none" strike="noStrike" cap="none">
                <a:solidFill>
                  <a:schemeClr val="lt1"/>
                </a:solidFill>
                <a:latin typeface="Poppins Medium"/>
                <a:ea typeface="Poppins Medium"/>
                <a:cs typeface="Poppins Medium"/>
                <a:sym typeface="Poppins Medium"/>
              </a:rPr>
              <a:t> </a:t>
            </a:r>
            <a:r>
              <a:rPr lang="pt-BR" sz="3500" b="1" i="0" u="none" strike="noStrike" cap="none">
                <a:solidFill>
                  <a:schemeClr val="lt1"/>
                </a:solidFill>
                <a:latin typeface="Poppins"/>
                <a:ea typeface="Poppins"/>
                <a:cs typeface="Poppins"/>
                <a:sym typeface="Poppins"/>
              </a:rPr>
              <a:t>conceito</a:t>
            </a:r>
            <a:endParaRPr sz="3500" b="0" i="0" u="none" strike="noStrike" cap="none">
              <a:solidFill>
                <a:schemeClr val="lt1"/>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649BBA63-7482-E6D1-CC24-EC86DF5C161D}"/>
              </a:ext>
            </a:extLst>
          </p:cNvPr>
          <p:cNvSpPr txBox="1"/>
          <p:nvPr userDrawn="1"/>
        </p:nvSpPr>
        <p:spPr>
          <a:xfrm>
            <a:off x="-1135626" y="929148"/>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982718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1. Conteudo" preserve="1" userDrawn="1">
  <p:cSld name="2_1. Conteudo">
    <p:spTree>
      <p:nvGrpSpPr>
        <p:cNvPr id="1" name="Shape 21"/>
        <p:cNvGrpSpPr/>
        <p:nvPr/>
      </p:nvGrpSpPr>
      <p:grpSpPr>
        <a:xfrm>
          <a:off x="0" y="0"/>
          <a:ext cx="0" cy="0"/>
          <a:chOff x="0" y="0"/>
          <a:chExt cx="0" cy="0"/>
        </a:xfrm>
      </p:grpSpPr>
      <p:pic>
        <p:nvPicPr>
          <p:cNvPr id="6" name="Google Shape;142;p13">
            <a:extLst>
              <a:ext uri="{FF2B5EF4-FFF2-40B4-BE49-F238E27FC236}">
                <a16:creationId xmlns:a16="http://schemas.microsoft.com/office/drawing/2014/main" id="{F07B1DA4-0BE0-8D2F-5B14-D586124A95EE}"/>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0" name="Google Shape;143;p13">
            <a:extLst>
              <a:ext uri="{FF2B5EF4-FFF2-40B4-BE49-F238E27FC236}">
                <a16:creationId xmlns:a16="http://schemas.microsoft.com/office/drawing/2014/main" id="{B59D7DFC-8F64-A1D7-B11E-A2CCF7E244A1}"/>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4762"/>
            <a:ext cx="18288000" cy="852451"/>
          </a:xfrm>
          <a:prstGeom prst="rect">
            <a:avLst/>
          </a:prstGeom>
          <a:noFill/>
          <a:ln>
            <a:noFill/>
          </a:ln>
        </p:spPr>
      </p:pic>
      <p:cxnSp>
        <p:nvCxnSpPr>
          <p:cNvPr id="16" name="Conector reto 136">
            <a:extLst>
              <a:ext uri="{FF2B5EF4-FFF2-40B4-BE49-F238E27FC236}">
                <a16:creationId xmlns:a16="http://schemas.microsoft.com/office/drawing/2014/main" id="{28ED8E59-867A-4118-491D-688DDC058D38}"/>
              </a:ext>
            </a:extLst>
          </p:cNvPr>
          <p:cNvCxnSpPr/>
          <p:nvPr userDrawn="1"/>
        </p:nvCxnSpPr>
        <p:spPr>
          <a:xfrm>
            <a:off x="9135066" y="1261373"/>
            <a:ext cx="0" cy="7651573"/>
          </a:xfrm>
          <a:prstGeom prst="line">
            <a:avLst/>
          </a:prstGeom>
          <a:ln w="38100">
            <a:solidFill>
              <a:srgbClr val="BFBFBF"/>
            </a:solidFill>
          </a:ln>
        </p:spPr>
        <p:style>
          <a:lnRef idx="1">
            <a:schemeClr val="accent1"/>
          </a:lnRef>
          <a:fillRef idx="0">
            <a:schemeClr val="accent1"/>
          </a:fillRef>
          <a:effectRef idx="0">
            <a:schemeClr val="accent1"/>
          </a:effectRef>
          <a:fontRef idx="minor">
            <a:schemeClr val="tx1"/>
          </a:fontRef>
        </p:style>
      </p:cxnSp>
      <p:sp>
        <p:nvSpPr>
          <p:cNvPr id="30" name="Google Shape;30;p31">
            <a:extLst>
              <a:ext uri="{FF2B5EF4-FFF2-40B4-BE49-F238E27FC236}">
                <a16:creationId xmlns:a16="http://schemas.microsoft.com/office/drawing/2014/main" id="{FB7070B6-E757-A6E0-8016-A32842AE691E}"/>
              </a:ext>
            </a:extLst>
          </p:cNvPr>
          <p:cNvSpPr txBox="1"/>
          <p:nvPr userDrawn="1"/>
        </p:nvSpPr>
        <p:spPr>
          <a:xfrm>
            <a:off x="2201317" y="1328935"/>
            <a:ext cx="6068031"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Objetivos da aula</a:t>
            </a:r>
            <a:endParaRPr sz="2700" b="1" i="0" u="none" strike="noStrike" cap="none">
              <a:solidFill>
                <a:srgbClr val="000000"/>
              </a:solidFill>
              <a:latin typeface="Poppins"/>
              <a:ea typeface="Poppins"/>
              <a:cs typeface="Poppins"/>
              <a:sym typeface="Poppins"/>
            </a:endParaRPr>
          </a:p>
        </p:txBody>
      </p:sp>
      <p:sp>
        <p:nvSpPr>
          <p:cNvPr id="51" name="Google Shape;29;p31">
            <a:extLst>
              <a:ext uri="{FF2B5EF4-FFF2-40B4-BE49-F238E27FC236}">
                <a16:creationId xmlns:a16="http://schemas.microsoft.com/office/drawing/2014/main" id="{741C94F6-1F01-E259-385F-4E743D12E89E}"/>
              </a:ext>
            </a:extLst>
          </p:cNvPr>
          <p:cNvSpPr txBox="1"/>
          <p:nvPr userDrawn="1"/>
        </p:nvSpPr>
        <p:spPr>
          <a:xfrm>
            <a:off x="11200516" y="1328480"/>
            <a:ext cx="6452345"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Habilidades técnicas</a:t>
            </a:r>
            <a:endParaRPr lang="pt-BR" sz="1400" b="0" i="0" u="none" strike="noStrike" cap="none">
              <a:solidFill>
                <a:srgbClr val="000000"/>
              </a:solidFill>
              <a:latin typeface="Poppins"/>
              <a:ea typeface="Poppins"/>
              <a:cs typeface="Poppins"/>
              <a:sym typeface="Poppins"/>
            </a:endParaRPr>
          </a:p>
        </p:txBody>
      </p:sp>
      <p:sp>
        <p:nvSpPr>
          <p:cNvPr id="52" name="Google Shape;27;p31">
            <a:extLst>
              <a:ext uri="{FF2B5EF4-FFF2-40B4-BE49-F238E27FC236}">
                <a16:creationId xmlns:a16="http://schemas.microsoft.com/office/drawing/2014/main" id="{D3A1B340-B3C1-6E5A-098C-780E2B17C68B}"/>
              </a:ext>
            </a:extLst>
          </p:cNvPr>
          <p:cNvSpPr txBox="1"/>
          <p:nvPr userDrawn="1"/>
        </p:nvSpPr>
        <p:spPr>
          <a:xfrm>
            <a:off x="2149782" y="4366136"/>
            <a:ext cx="5053542"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Recursos didáticos</a:t>
            </a:r>
            <a:endParaRPr sz="1400" b="0" i="0" u="none" strike="noStrike" cap="none">
              <a:solidFill>
                <a:srgbClr val="000000"/>
              </a:solidFill>
              <a:latin typeface="Poppins"/>
              <a:ea typeface="Poppins"/>
              <a:cs typeface="Poppins"/>
              <a:sym typeface="Poppins"/>
            </a:endParaRPr>
          </a:p>
        </p:txBody>
      </p:sp>
      <p:sp>
        <p:nvSpPr>
          <p:cNvPr id="53" name="Google Shape;28;p31">
            <a:extLst>
              <a:ext uri="{FF2B5EF4-FFF2-40B4-BE49-F238E27FC236}">
                <a16:creationId xmlns:a16="http://schemas.microsoft.com/office/drawing/2014/main" id="{5B559A0E-AD04-115A-BF39-7DBA374B9335}"/>
              </a:ext>
            </a:extLst>
          </p:cNvPr>
          <p:cNvSpPr txBox="1"/>
          <p:nvPr userDrawn="1"/>
        </p:nvSpPr>
        <p:spPr>
          <a:xfrm>
            <a:off x="2168198" y="6974477"/>
            <a:ext cx="4900873"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Duração da aula</a:t>
            </a:r>
            <a:endParaRPr sz="1400" b="0" i="0" u="none" strike="noStrike" cap="none">
              <a:solidFill>
                <a:srgbClr val="000000"/>
              </a:solidFill>
              <a:latin typeface="Poppins"/>
              <a:ea typeface="Poppins"/>
              <a:cs typeface="Poppins"/>
              <a:sym typeface="Poppins"/>
            </a:endParaRPr>
          </a:p>
        </p:txBody>
      </p:sp>
      <p:sp>
        <p:nvSpPr>
          <p:cNvPr id="54" name="Google Shape;29;p31">
            <a:extLst>
              <a:ext uri="{FF2B5EF4-FFF2-40B4-BE49-F238E27FC236}">
                <a16:creationId xmlns:a16="http://schemas.microsoft.com/office/drawing/2014/main" id="{EE47DDFB-5B6D-7333-B980-89821CD5C453}"/>
              </a:ext>
            </a:extLst>
          </p:cNvPr>
          <p:cNvSpPr txBox="1"/>
          <p:nvPr userDrawn="1"/>
        </p:nvSpPr>
        <p:spPr>
          <a:xfrm>
            <a:off x="11200516" y="4673913"/>
            <a:ext cx="6571620"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Habilidades socioemocionais</a:t>
            </a:r>
            <a:endParaRPr lang="pt-BR" sz="1400" b="0" i="0" u="none" strike="noStrike" cap="none">
              <a:solidFill>
                <a:srgbClr val="000000"/>
              </a:solidFill>
              <a:latin typeface="Poppins"/>
              <a:ea typeface="Poppins"/>
              <a:cs typeface="Poppins"/>
              <a:sym typeface="Poppins"/>
            </a:endParaRPr>
          </a:p>
        </p:txBody>
      </p:sp>
      <p:sp>
        <p:nvSpPr>
          <p:cNvPr id="55" name="CaixaDeTexto 54">
            <a:extLst>
              <a:ext uri="{FF2B5EF4-FFF2-40B4-BE49-F238E27FC236}">
                <a16:creationId xmlns:a16="http://schemas.microsoft.com/office/drawing/2014/main" id="{40945717-DA64-748C-A1D1-9DD06F304E75}"/>
              </a:ext>
            </a:extLst>
          </p:cNvPr>
          <p:cNvSpPr txBox="1"/>
          <p:nvPr userDrawn="1"/>
        </p:nvSpPr>
        <p:spPr>
          <a:xfrm>
            <a:off x="7076661" y="3366052"/>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6" name="Google Shape;359;p5">
            <a:extLst>
              <a:ext uri="{FF2B5EF4-FFF2-40B4-BE49-F238E27FC236}">
                <a16:creationId xmlns:a16="http://schemas.microsoft.com/office/drawing/2014/main" id="{0B37A977-D54F-7CA4-065E-4F5646195719}"/>
              </a:ext>
            </a:extLst>
          </p:cNvPr>
          <p:cNvSpPr txBox="1"/>
          <p:nvPr userDrawn="1"/>
        </p:nvSpPr>
        <p:spPr>
          <a:xfrm>
            <a:off x="2093342" y="7576950"/>
            <a:ext cx="2585709" cy="400069"/>
          </a:xfrm>
          <a:prstGeom prst="rect">
            <a:avLst/>
          </a:prstGeom>
          <a:solidFill>
            <a:schemeClr val="lt1"/>
          </a:solidFill>
          <a:ln>
            <a:noFill/>
          </a:ln>
        </p:spPr>
        <p:style>
          <a:lnRef idx="0">
            <a:scrgbClr r="0" g="0" b="0"/>
          </a:lnRef>
          <a:fillRef idx="0">
            <a:scrgbClr r="0" g="0" b="0"/>
          </a:fillRef>
          <a:effectRef idx="0">
            <a:scrgbClr r="0" g="0" b="0"/>
          </a:effectRef>
          <a:fontRef idx="major"/>
        </p:style>
        <p:txBody>
          <a:bodyPr spcFirstLastPara="1" wrap="square" lIns="91425" tIns="45700" rIns="91425" bIns="4570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00000"/>
              </a:lnSpc>
              <a:spcBef>
                <a:spcPts val="0"/>
              </a:spcBef>
              <a:spcAft>
                <a:spcPts val="0"/>
              </a:spcAft>
              <a:buClr>
                <a:srgbClr val="000000"/>
              </a:buClr>
              <a:buSzPts val="2400"/>
              <a:buFont typeface="Arial"/>
              <a:buNone/>
            </a:pPr>
            <a:r>
              <a:rPr lang="pt-BR" sz="2000" b="0" i="0" u="none" strike="noStrike" cap="none" dirty="0">
                <a:solidFill>
                  <a:srgbClr val="000000"/>
                </a:solidFill>
                <a:latin typeface="Poppins" panose="00000500000000000000" pitchFamily="2" charset="0"/>
                <a:ea typeface="Arial"/>
                <a:cs typeface="Poppins" panose="00000500000000000000" pitchFamily="2" charset="0"/>
                <a:sym typeface="Arial"/>
              </a:rPr>
              <a:t>50 minutos.</a:t>
            </a:r>
          </a:p>
        </p:txBody>
      </p:sp>
      <p:sp>
        <p:nvSpPr>
          <p:cNvPr id="57" name="Espaço Reservado para Texto 7">
            <a:extLst>
              <a:ext uri="{FF2B5EF4-FFF2-40B4-BE49-F238E27FC236}">
                <a16:creationId xmlns:a16="http://schemas.microsoft.com/office/drawing/2014/main" id="{9D3B3D7B-3AB2-D2E0-42C8-BEE1A273FFA1}"/>
              </a:ext>
            </a:extLst>
          </p:cNvPr>
          <p:cNvSpPr>
            <a:spLocks noGrp="1"/>
          </p:cNvSpPr>
          <p:nvPr>
            <p:ph type="body" sz="quarter" idx="10"/>
          </p:nvPr>
        </p:nvSpPr>
        <p:spPr>
          <a:xfrm>
            <a:off x="2201863" y="2085975"/>
            <a:ext cx="6067478" cy="2096544"/>
          </a:xfrm>
          <a:prstGeom prst="rect">
            <a:avLst/>
          </a:prstGeom>
        </p:spPr>
        <p:txBody>
          <a:bodyPr/>
          <a:lstStyle>
            <a:lvl1pPr marL="342900" indent="-342900">
              <a:buClr>
                <a:schemeClr val="tx1"/>
              </a:buClr>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58" name="Espaço Reservado para Texto 7">
            <a:extLst>
              <a:ext uri="{FF2B5EF4-FFF2-40B4-BE49-F238E27FC236}">
                <a16:creationId xmlns:a16="http://schemas.microsoft.com/office/drawing/2014/main" id="{2B4474D7-F7C1-8A04-F7F3-06AE90E020C9}"/>
              </a:ext>
            </a:extLst>
          </p:cNvPr>
          <p:cNvSpPr>
            <a:spLocks noGrp="1"/>
          </p:cNvSpPr>
          <p:nvPr>
            <p:ph type="body" sz="quarter" idx="11"/>
          </p:nvPr>
        </p:nvSpPr>
        <p:spPr>
          <a:xfrm>
            <a:off x="11201062" y="2033198"/>
            <a:ext cx="6067478" cy="2332938"/>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59" name="Espaço Reservado para Texto 7">
            <a:extLst>
              <a:ext uri="{FF2B5EF4-FFF2-40B4-BE49-F238E27FC236}">
                <a16:creationId xmlns:a16="http://schemas.microsoft.com/office/drawing/2014/main" id="{750A0485-F79D-BB58-9F3F-FA9A8926590E}"/>
              </a:ext>
            </a:extLst>
          </p:cNvPr>
          <p:cNvSpPr>
            <a:spLocks noGrp="1"/>
          </p:cNvSpPr>
          <p:nvPr>
            <p:ph type="body" sz="quarter" idx="12"/>
          </p:nvPr>
        </p:nvSpPr>
        <p:spPr>
          <a:xfrm>
            <a:off x="11201062" y="5473994"/>
            <a:ext cx="6067478" cy="2385257"/>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60" name="Espaço Reservado para Texto 7">
            <a:extLst>
              <a:ext uri="{FF2B5EF4-FFF2-40B4-BE49-F238E27FC236}">
                <a16:creationId xmlns:a16="http://schemas.microsoft.com/office/drawing/2014/main" id="{E690A38C-21A5-1DD3-8FD9-05A05F954A38}"/>
              </a:ext>
            </a:extLst>
          </p:cNvPr>
          <p:cNvSpPr>
            <a:spLocks noGrp="1"/>
          </p:cNvSpPr>
          <p:nvPr>
            <p:ph type="body" sz="quarter" idx="13"/>
          </p:nvPr>
        </p:nvSpPr>
        <p:spPr>
          <a:xfrm>
            <a:off x="2165273" y="5234349"/>
            <a:ext cx="6067478" cy="1568360"/>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61" name="Google Shape;26;p31">
            <a:extLst>
              <a:ext uri="{FF2B5EF4-FFF2-40B4-BE49-F238E27FC236}">
                <a16:creationId xmlns:a16="http://schemas.microsoft.com/office/drawing/2014/main" id="{94671E74-5053-0B75-2554-2EC14FBC543F}"/>
              </a:ext>
            </a:extLst>
          </p:cNvPr>
          <p:cNvSpPr/>
          <p:nvPr userDrawn="1"/>
        </p:nvSpPr>
        <p:spPr>
          <a:xfrm>
            <a:off x="807426" y="1440121"/>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62" name="Google Shape;34;p31">
            <a:extLst>
              <a:ext uri="{FF2B5EF4-FFF2-40B4-BE49-F238E27FC236}">
                <a16:creationId xmlns:a16="http://schemas.microsoft.com/office/drawing/2014/main" id="{094CE120-6DC2-B836-C78B-958857E32918}"/>
              </a:ext>
            </a:extLst>
          </p:cNvPr>
          <p:cNvGrpSpPr/>
          <p:nvPr userDrawn="1"/>
        </p:nvGrpSpPr>
        <p:grpSpPr>
          <a:xfrm>
            <a:off x="984626" y="1586920"/>
            <a:ext cx="642753" cy="642752"/>
            <a:chOff x="9358184" y="2764785"/>
            <a:chExt cx="495514" cy="495513"/>
          </a:xfrm>
        </p:grpSpPr>
        <p:grpSp>
          <p:nvGrpSpPr>
            <p:cNvPr id="63" name="Google Shape;35;p31">
              <a:extLst>
                <a:ext uri="{FF2B5EF4-FFF2-40B4-BE49-F238E27FC236}">
                  <a16:creationId xmlns:a16="http://schemas.microsoft.com/office/drawing/2014/main" id="{E46B2FE3-266B-CF02-D8D2-75497E399F1B}"/>
                </a:ext>
              </a:extLst>
            </p:cNvPr>
            <p:cNvGrpSpPr/>
            <p:nvPr/>
          </p:nvGrpSpPr>
          <p:grpSpPr>
            <a:xfrm>
              <a:off x="9358184" y="2802389"/>
              <a:ext cx="457909" cy="457909"/>
              <a:chOff x="9358184" y="2802389"/>
              <a:chExt cx="457909" cy="457909"/>
            </a:xfrm>
          </p:grpSpPr>
          <p:sp>
            <p:nvSpPr>
              <p:cNvPr id="66" name="Google Shape;36;p31">
                <a:extLst>
                  <a:ext uri="{FF2B5EF4-FFF2-40B4-BE49-F238E27FC236}">
                    <a16:creationId xmlns:a16="http://schemas.microsoft.com/office/drawing/2014/main" id="{E21811E9-DB1E-1BA0-75E9-117F29646F68}"/>
                  </a:ext>
                </a:extLst>
              </p:cNvPr>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7" name="Google Shape;37;p31">
                <a:extLst>
                  <a:ext uri="{FF2B5EF4-FFF2-40B4-BE49-F238E27FC236}">
                    <a16:creationId xmlns:a16="http://schemas.microsoft.com/office/drawing/2014/main" id="{A2F25380-A4F9-BF9A-F39B-9E7A4E5B43A3}"/>
                  </a:ext>
                </a:extLst>
              </p:cNvPr>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8" name="Google Shape;38;p31">
                <a:extLst>
                  <a:ext uri="{FF2B5EF4-FFF2-40B4-BE49-F238E27FC236}">
                    <a16:creationId xmlns:a16="http://schemas.microsoft.com/office/drawing/2014/main" id="{6A2B401C-3625-8C2F-E46D-458CF073E15D}"/>
                  </a:ext>
                </a:extLst>
              </p:cNvPr>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64" name="Google Shape;39;p31">
              <a:extLst>
                <a:ext uri="{FF2B5EF4-FFF2-40B4-BE49-F238E27FC236}">
                  <a16:creationId xmlns:a16="http://schemas.microsoft.com/office/drawing/2014/main" id="{8F00A6C3-B77A-F07E-05FF-EF372511D07A}"/>
                </a:ext>
              </a:extLst>
            </p:cNvPr>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5" name="Google Shape;40;p31">
              <a:extLst>
                <a:ext uri="{FF2B5EF4-FFF2-40B4-BE49-F238E27FC236}">
                  <a16:creationId xmlns:a16="http://schemas.microsoft.com/office/drawing/2014/main" id="{C568D4FE-9F66-CAB7-A0D0-1D65DBFCBB6A}"/>
                </a:ext>
              </a:extLst>
            </p:cNvPr>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69" name="Google Shape;42;p31">
            <a:extLst>
              <a:ext uri="{FF2B5EF4-FFF2-40B4-BE49-F238E27FC236}">
                <a16:creationId xmlns:a16="http://schemas.microsoft.com/office/drawing/2014/main" id="{9872EE60-7A4F-1BA5-6C65-F74323570E69}"/>
              </a:ext>
            </a:extLst>
          </p:cNvPr>
          <p:cNvSpPr/>
          <p:nvPr userDrawn="1"/>
        </p:nvSpPr>
        <p:spPr>
          <a:xfrm>
            <a:off x="771809" y="4448751"/>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70" name="Google Shape;44;p31">
            <a:extLst>
              <a:ext uri="{FF2B5EF4-FFF2-40B4-BE49-F238E27FC236}">
                <a16:creationId xmlns:a16="http://schemas.microsoft.com/office/drawing/2014/main" id="{E7AF0D48-4EAB-4341-56B9-E5180E18D687}"/>
              </a:ext>
            </a:extLst>
          </p:cNvPr>
          <p:cNvGrpSpPr/>
          <p:nvPr userDrawn="1"/>
        </p:nvGrpSpPr>
        <p:grpSpPr>
          <a:xfrm>
            <a:off x="949009" y="4644751"/>
            <a:ext cx="729196" cy="721749"/>
            <a:chOff x="8278989" y="8660413"/>
            <a:chExt cx="568927" cy="563118"/>
          </a:xfrm>
        </p:grpSpPr>
        <p:grpSp>
          <p:nvGrpSpPr>
            <p:cNvPr id="71" name="Google Shape;45;p31">
              <a:extLst>
                <a:ext uri="{FF2B5EF4-FFF2-40B4-BE49-F238E27FC236}">
                  <a16:creationId xmlns:a16="http://schemas.microsoft.com/office/drawing/2014/main" id="{25EE43B4-55D5-638C-B8E0-7683EE07DEFE}"/>
                </a:ext>
              </a:extLst>
            </p:cNvPr>
            <p:cNvGrpSpPr/>
            <p:nvPr/>
          </p:nvGrpSpPr>
          <p:grpSpPr>
            <a:xfrm>
              <a:off x="8278989" y="8852628"/>
              <a:ext cx="265651" cy="370903"/>
              <a:chOff x="8278989" y="8852628"/>
              <a:chExt cx="265651" cy="370903"/>
            </a:xfrm>
          </p:grpSpPr>
          <p:sp>
            <p:nvSpPr>
              <p:cNvPr id="75" name="Google Shape;46;p31">
                <a:extLst>
                  <a:ext uri="{FF2B5EF4-FFF2-40B4-BE49-F238E27FC236}">
                    <a16:creationId xmlns:a16="http://schemas.microsoft.com/office/drawing/2014/main" id="{D06AC268-D753-3703-84A7-70B8CEE1953D}"/>
                  </a:ext>
                </a:extLst>
              </p:cNvPr>
              <p:cNvSpPr/>
              <p:nvPr/>
            </p:nvSpPr>
            <p:spPr>
              <a:xfrm>
                <a:off x="8358808" y="8932770"/>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6" name="Google Shape;47;p31">
                <a:extLst>
                  <a:ext uri="{FF2B5EF4-FFF2-40B4-BE49-F238E27FC236}">
                    <a16:creationId xmlns:a16="http://schemas.microsoft.com/office/drawing/2014/main" id="{3CA9B3D1-6574-F459-2D19-20757E9DA548}"/>
                  </a:ext>
                </a:extLst>
              </p:cNvPr>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72" name="Google Shape;48;p31">
              <a:extLst>
                <a:ext uri="{FF2B5EF4-FFF2-40B4-BE49-F238E27FC236}">
                  <a16:creationId xmlns:a16="http://schemas.microsoft.com/office/drawing/2014/main" id="{9C48133A-5E44-59D4-D07A-9F4DA1DB4FB6}"/>
                </a:ext>
              </a:extLst>
            </p:cNvPr>
            <p:cNvSpPr/>
            <p:nvPr/>
          </p:nvSpPr>
          <p:spPr>
            <a:xfrm>
              <a:off x="8397765" y="8660413"/>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3" name="Google Shape;49;p31">
              <a:extLst>
                <a:ext uri="{FF2B5EF4-FFF2-40B4-BE49-F238E27FC236}">
                  <a16:creationId xmlns:a16="http://schemas.microsoft.com/office/drawing/2014/main" id="{52692079-AC69-2A35-9041-6474957E1B76}"/>
                </a:ext>
              </a:extLst>
            </p:cNvPr>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4" name="Google Shape;50;p31">
              <a:extLst>
                <a:ext uri="{FF2B5EF4-FFF2-40B4-BE49-F238E27FC236}">
                  <a16:creationId xmlns:a16="http://schemas.microsoft.com/office/drawing/2014/main" id="{DF1F27D0-EFFF-7207-95F6-31380C6AD755}"/>
                </a:ext>
              </a:extLst>
            </p:cNvPr>
            <p:cNvSpPr/>
            <p:nvPr/>
          </p:nvSpPr>
          <p:spPr>
            <a:xfrm>
              <a:off x="8533211" y="8750044"/>
              <a:ext cx="314705" cy="225171"/>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77" name="Google Shape;43;p31">
            <a:extLst>
              <a:ext uri="{FF2B5EF4-FFF2-40B4-BE49-F238E27FC236}">
                <a16:creationId xmlns:a16="http://schemas.microsoft.com/office/drawing/2014/main" id="{6105EC4C-2897-6550-3658-7F87FDA2E46D}"/>
              </a:ext>
            </a:extLst>
          </p:cNvPr>
          <p:cNvSpPr/>
          <p:nvPr userDrawn="1"/>
        </p:nvSpPr>
        <p:spPr>
          <a:xfrm>
            <a:off x="774307" y="7050150"/>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78" name="Google Shape;51;p31">
            <a:extLst>
              <a:ext uri="{FF2B5EF4-FFF2-40B4-BE49-F238E27FC236}">
                <a16:creationId xmlns:a16="http://schemas.microsoft.com/office/drawing/2014/main" id="{73A799AF-B157-40EC-DCBE-B8FCFBE7F3C5}"/>
              </a:ext>
            </a:extLst>
          </p:cNvPr>
          <p:cNvPicPr preferRelativeResize="0"/>
          <p:nvPr userDrawn="1"/>
        </p:nvPicPr>
        <p:blipFill rotWithShape="1">
          <a:blip r:embed="rId4" cstate="hqprint">
            <a:alphaModFix/>
            <a:extLst>
              <a:ext uri="{28A0092B-C50C-407E-A947-70E740481C1C}">
                <a14:useLocalDpi xmlns:a14="http://schemas.microsoft.com/office/drawing/2010/main"/>
              </a:ext>
            </a:extLst>
          </a:blip>
          <a:srcRect/>
          <a:stretch/>
        </p:blipFill>
        <p:spPr>
          <a:xfrm>
            <a:off x="988375" y="7287873"/>
            <a:ext cx="571378" cy="571378"/>
          </a:xfrm>
          <a:prstGeom prst="rect">
            <a:avLst/>
          </a:prstGeom>
          <a:noFill/>
          <a:ln>
            <a:noFill/>
          </a:ln>
        </p:spPr>
      </p:pic>
      <p:sp>
        <p:nvSpPr>
          <p:cNvPr id="79" name="Google Shape;41;p31">
            <a:extLst>
              <a:ext uri="{FF2B5EF4-FFF2-40B4-BE49-F238E27FC236}">
                <a16:creationId xmlns:a16="http://schemas.microsoft.com/office/drawing/2014/main" id="{B3B56EED-70D4-931C-A420-FE71A037A5B3}"/>
              </a:ext>
            </a:extLst>
          </p:cNvPr>
          <p:cNvSpPr/>
          <p:nvPr userDrawn="1"/>
        </p:nvSpPr>
        <p:spPr>
          <a:xfrm>
            <a:off x="9806625" y="1462223"/>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80" name="Google Shape;52;p31">
            <a:extLst>
              <a:ext uri="{FF2B5EF4-FFF2-40B4-BE49-F238E27FC236}">
                <a16:creationId xmlns:a16="http://schemas.microsoft.com/office/drawing/2014/main" id="{150405F6-AD92-3E93-A0F2-62123F63C231}"/>
              </a:ext>
            </a:extLst>
          </p:cNvPr>
          <p:cNvGrpSpPr/>
          <p:nvPr userDrawn="1"/>
        </p:nvGrpSpPr>
        <p:grpSpPr>
          <a:xfrm>
            <a:off x="9964992" y="1615822"/>
            <a:ext cx="709176" cy="652866"/>
            <a:chOff x="8560697" y="2808577"/>
            <a:chExt cx="496370" cy="456957"/>
          </a:xfrm>
        </p:grpSpPr>
        <p:sp>
          <p:nvSpPr>
            <p:cNvPr id="81" name="Google Shape;53;p31">
              <a:extLst>
                <a:ext uri="{FF2B5EF4-FFF2-40B4-BE49-F238E27FC236}">
                  <a16:creationId xmlns:a16="http://schemas.microsoft.com/office/drawing/2014/main" id="{E89D22AA-CDF5-F8EF-533A-455BBF7ED376}"/>
                </a:ext>
              </a:extLst>
            </p:cNvPr>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82" name="Google Shape;54;p31">
              <a:extLst>
                <a:ext uri="{FF2B5EF4-FFF2-40B4-BE49-F238E27FC236}">
                  <a16:creationId xmlns:a16="http://schemas.microsoft.com/office/drawing/2014/main" id="{34CAB52C-B8E8-A6A1-22C9-58CFDA6BF939}"/>
                </a:ext>
              </a:extLst>
            </p:cNvPr>
            <p:cNvGrpSpPr/>
            <p:nvPr/>
          </p:nvGrpSpPr>
          <p:grpSpPr>
            <a:xfrm>
              <a:off x="8560697" y="2875026"/>
              <a:ext cx="496370" cy="324059"/>
              <a:chOff x="8560697" y="2875026"/>
              <a:chExt cx="496370" cy="324059"/>
            </a:xfrm>
          </p:grpSpPr>
          <p:sp>
            <p:nvSpPr>
              <p:cNvPr id="83" name="Google Shape;55;p31">
                <a:extLst>
                  <a:ext uri="{FF2B5EF4-FFF2-40B4-BE49-F238E27FC236}">
                    <a16:creationId xmlns:a16="http://schemas.microsoft.com/office/drawing/2014/main" id="{0380A354-0C36-FBBD-5A99-BEB6A92922F2}"/>
                  </a:ext>
                </a:extLst>
              </p:cNvPr>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4" name="Google Shape;56;p31">
                <a:extLst>
                  <a:ext uri="{FF2B5EF4-FFF2-40B4-BE49-F238E27FC236}">
                    <a16:creationId xmlns:a16="http://schemas.microsoft.com/office/drawing/2014/main" id="{B3EF03DC-1D7C-1510-0CD0-0F69395B797F}"/>
                  </a:ext>
                </a:extLst>
              </p:cNvPr>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5" name="Google Shape;57;p31">
                <a:extLst>
                  <a:ext uri="{FF2B5EF4-FFF2-40B4-BE49-F238E27FC236}">
                    <a16:creationId xmlns:a16="http://schemas.microsoft.com/office/drawing/2014/main" id="{42F9CEE5-E68B-076C-BB6F-7A025F686840}"/>
                  </a:ext>
                </a:extLst>
              </p:cNvPr>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6" name="Google Shape;58;p31">
                <a:extLst>
                  <a:ext uri="{FF2B5EF4-FFF2-40B4-BE49-F238E27FC236}">
                    <a16:creationId xmlns:a16="http://schemas.microsoft.com/office/drawing/2014/main" id="{99B7DFE5-0CDE-9C9C-3FD3-49285C4CFB39}"/>
                  </a:ext>
                </a:extLst>
              </p:cNvPr>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7" name="Google Shape;59;p31">
                <a:extLst>
                  <a:ext uri="{FF2B5EF4-FFF2-40B4-BE49-F238E27FC236}">
                    <a16:creationId xmlns:a16="http://schemas.microsoft.com/office/drawing/2014/main" id="{0F963431-0407-0C32-190B-BA13628B3689}"/>
                  </a:ext>
                </a:extLst>
              </p:cNvPr>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8" name="Google Shape;60;p31">
                <a:extLst>
                  <a:ext uri="{FF2B5EF4-FFF2-40B4-BE49-F238E27FC236}">
                    <a16:creationId xmlns:a16="http://schemas.microsoft.com/office/drawing/2014/main" id="{F439FC39-5565-97D2-9A14-46058DB5EF62}"/>
                  </a:ext>
                </a:extLst>
              </p:cNvPr>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sp>
        <p:nvSpPr>
          <p:cNvPr id="89" name="Google Shape;41;p31">
            <a:extLst>
              <a:ext uri="{FF2B5EF4-FFF2-40B4-BE49-F238E27FC236}">
                <a16:creationId xmlns:a16="http://schemas.microsoft.com/office/drawing/2014/main" id="{4FB79224-C783-AB92-7785-7C018D12A249}"/>
              </a:ext>
            </a:extLst>
          </p:cNvPr>
          <p:cNvSpPr/>
          <p:nvPr userDrawn="1"/>
        </p:nvSpPr>
        <p:spPr>
          <a:xfrm>
            <a:off x="9806625" y="4717036"/>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0" name="Google Shape;2215;p100">
            <a:extLst>
              <a:ext uri="{FF2B5EF4-FFF2-40B4-BE49-F238E27FC236}">
                <a16:creationId xmlns:a16="http://schemas.microsoft.com/office/drawing/2014/main" id="{0E0D728E-3A33-4EF4-5212-177932EB7D37}"/>
              </a:ext>
            </a:extLst>
          </p:cNvPr>
          <p:cNvSpPr/>
          <p:nvPr userDrawn="1"/>
        </p:nvSpPr>
        <p:spPr>
          <a:xfrm>
            <a:off x="9956978" y="4878913"/>
            <a:ext cx="687995" cy="687841"/>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 name="CaixaDeTexto 7">
            <a:extLst>
              <a:ext uri="{FF2B5EF4-FFF2-40B4-BE49-F238E27FC236}">
                <a16:creationId xmlns:a16="http://schemas.microsoft.com/office/drawing/2014/main" id="{758C464C-51C2-DB3D-4C1D-F67CB5B688F7}"/>
              </a:ext>
            </a:extLst>
          </p:cNvPr>
          <p:cNvSpPr txBox="1"/>
          <p:nvPr userDrawn="1"/>
        </p:nvSpPr>
        <p:spPr>
          <a:xfrm>
            <a:off x="19782692" y="7086600"/>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CaixaDeTexto 4">
            <a:extLst>
              <a:ext uri="{FF2B5EF4-FFF2-40B4-BE49-F238E27FC236}">
                <a16:creationId xmlns:a16="http://schemas.microsoft.com/office/drawing/2014/main" id="{104D0029-2A90-CBAF-53E9-DD1D730BADAB}"/>
              </a:ext>
            </a:extLst>
          </p:cNvPr>
          <p:cNvSpPr txBox="1"/>
          <p:nvPr userDrawn="1"/>
        </p:nvSpPr>
        <p:spPr>
          <a:xfrm>
            <a:off x="-707923" y="-88490"/>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333627844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 Conteudo" preserve="1" userDrawn="1">
  <p:cSld name="2_1. Conteudo">
    <p:spTree>
      <p:nvGrpSpPr>
        <p:cNvPr id="1" name="Shape 78"/>
        <p:cNvGrpSpPr/>
        <p:nvPr/>
      </p:nvGrpSpPr>
      <p:grpSpPr>
        <a:xfrm>
          <a:off x="0" y="0"/>
          <a:ext cx="0" cy="0"/>
          <a:chOff x="0" y="0"/>
          <a:chExt cx="0" cy="0"/>
        </a:xfrm>
      </p:grpSpPr>
      <p:pic>
        <p:nvPicPr>
          <p:cNvPr id="7" name="Imagem 6">
            <a:extLst>
              <a:ext uri="{FF2B5EF4-FFF2-40B4-BE49-F238E27FC236}">
                <a16:creationId xmlns:a16="http://schemas.microsoft.com/office/drawing/2014/main" id="{78F1B8AC-CC2D-E3A0-DC76-5D300D31C1E2}"/>
              </a:ext>
            </a:extLst>
          </p:cNvPr>
          <p:cNvPicPr>
            <a:picLocks/>
          </p:cNvPicPr>
          <p:nvPr userDrawn="1"/>
        </p:nvPicPr>
        <p:blipFill>
          <a:blip r:embed="rId2"/>
          <a:stretch>
            <a:fillRect/>
          </a:stretch>
        </p:blipFill>
        <p:spPr>
          <a:xfrm>
            <a:off x="298800" y="691201"/>
            <a:ext cx="3434405" cy="2390404"/>
          </a:xfrm>
          <a:prstGeom prst="rect">
            <a:avLst/>
          </a:prstGeom>
        </p:spPr>
      </p:pic>
      <p:sp>
        <p:nvSpPr>
          <p:cNvPr id="10" name="Google Shape;69;p32">
            <a:extLst>
              <a:ext uri="{FF2B5EF4-FFF2-40B4-BE49-F238E27FC236}">
                <a16:creationId xmlns:a16="http://schemas.microsoft.com/office/drawing/2014/main" id="{4A47350A-59ED-4380-8C9D-33FB53D2A25D}"/>
              </a:ext>
            </a:extLst>
          </p:cNvPr>
          <p:cNvSpPr txBox="1"/>
          <p:nvPr/>
        </p:nvSpPr>
        <p:spPr>
          <a:xfrm>
            <a:off x="1050819" y="1514972"/>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4" name="Espaço Reservado para Texto 7">
            <a:extLst>
              <a:ext uri="{FF2B5EF4-FFF2-40B4-BE49-F238E27FC236}">
                <a16:creationId xmlns:a16="http://schemas.microsoft.com/office/drawing/2014/main" id="{1010BB96-2C5C-93CB-0DE4-6ADDB142D01A}"/>
              </a:ext>
            </a:extLst>
          </p:cNvPr>
          <p:cNvSpPr>
            <a:spLocks noGrp="1"/>
          </p:cNvSpPr>
          <p:nvPr>
            <p:ph type="body" sz="quarter" idx="11"/>
          </p:nvPr>
        </p:nvSpPr>
        <p:spPr>
          <a:xfrm>
            <a:off x="5627757" y="32553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11" name="Espaço Reservado para Texto 7">
            <a:extLst>
              <a:ext uri="{FF2B5EF4-FFF2-40B4-BE49-F238E27FC236}">
                <a16:creationId xmlns:a16="http://schemas.microsoft.com/office/drawing/2014/main" id="{9550BDCE-8C17-2808-26AD-19DADB9A406A}"/>
              </a:ext>
            </a:extLst>
          </p:cNvPr>
          <p:cNvSpPr>
            <a:spLocks noGrp="1"/>
          </p:cNvSpPr>
          <p:nvPr>
            <p:ph type="body" sz="quarter" idx="12"/>
          </p:nvPr>
        </p:nvSpPr>
        <p:spPr>
          <a:xfrm>
            <a:off x="5627757" y="468414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16" name="Espaço Reservado para Texto 7">
            <a:extLst>
              <a:ext uri="{FF2B5EF4-FFF2-40B4-BE49-F238E27FC236}">
                <a16:creationId xmlns:a16="http://schemas.microsoft.com/office/drawing/2014/main" id="{24714A58-2E0F-BD3B-F270-0F26F9E6CD6C}"/>
              </a:ext>
            </a:extLst>
          </p:cNvPr>
          <p:cNvSpPr>
            <a:spLocks noGrp="1"/>
          </p:cNvSpPr>
          <p:nvPr>
            <p:ph type="body" sz="quarter" idx="13"/>
          </p:nvPr>
        </p:nvSpPr>
        <p:spPr>
          <a:xfrm>
            <a:off x="5627757" y="60747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20" name="Espaço Reservado para Texto 7">
            <a:extLst>
              <a:ext uri="{FF2B5EF4-FFF2-40B4-BE49-F238E27FC236}">
                <a16:creationId xmlns:a16="http://schemas.microsoft.com/office/drawing/2014/main" id="{5E0069F1-0137-2FAA-27B5-5B98A6D199E5}"/>
              </a:ext>
            </a:extLst>
          </p:cNvPr>
          <p:cNvSpPr>
            <a:spLocks noGrp="1"/>
          </p:cNvSpPr>
          <p:nvPr>
            <p:ph type="body" sz="quarter" idx="14"/>
          </p:nvPr>
        </p:nvSpPr>
        <p:spPr>
          <a:xfrm>
            <a:off x="5627757" y="74844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21" name="Espaço Reservado para Texto 19">
            <a:extLst>
              <a:ext uri="{FF2B5EF4-FFF2-40B4-BE49-F238E27FC236}">
                <a16:creationId xmlns:a16="http://schemas.microsoft.com/office/drawing/2014/main" id="{C140BF74-0D8B-686D-7192-D2693E320B14}"/>
              </a:ext>
            </a:extLst>
          </p:cNvPr>
          <p:cNvSpPr>
            <a:spLocks noGrp="1"/>
          </p:cNvSpPr>
          <p:nvPr>
            <p:ph type="body" sz="quarter" idx="15"/>
          </p:nvPr>
        </p:nvSpPr>
        <p:spPr>
          <a:xfrm>
            <a:off x="5272088" y="838807"/>
            <a:ext cx="10812462" cy="1890940"/>
          </a:xfrm>
          <a:prstGeom prst="rect">
            <a:avLst/>
          </a:prstGeom>
        </p:spPr>
        <p:txBody>
          <a:bodyPr/>
          <a:lstStyle>
            <a:lvl1pPr>
              <a:defRPr sz="20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1625498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D6CDD641-8D49-E70A-469D-74FDC42F972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B388D9F2-C56F-B18B-8159-02981D475ED3}"/>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Google Shape;69;p32">
            <a:extLst>
              <a:ext uri="{FF2B5EF4-FFF2-40B4-BE49-F238E27FC236}">
                <a16:creationId xmlns:a16="http://schemas.microsoft.com/office/drawing/2014/main" id="{07D774CC-AEE0-AAA5-E348-DAFD716E0666}"/>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0" name="Espaço Reservado para Texto 9">
            <a:extLst>
              <a:ext uri="{FF2B5EF4-FFF2-40B4-BE49-F238E27FC236}">
                <a16:creationId xmlns:a16="http://schemas.microsoft.com/office/drawing/2014/main" id="{2B528574-1FD1-7B70-2B2F-0F4F07E103CA}"/>
              </a:ext>
            </a:extLst>
          </p:cNvPr>
          <p:cNvSpPr>
            <a:spLocks noGrp="1"/>
          </p:cNvSpPr>
          <p:nvPr>
            <p:ph type="body" sz="quarter" idx="10"/>
          </p:nvPr>
        </p:nvSpPr>
        <p:spPr>
          <a:xfrm>
            <a:off x="5560902" y="962025"/>
            <a:ext cx="11049093" cy="2598738"/>
          </a:xfrm>
          <a:prstGeom prst="rect">
            <a:avLst/>
          </a:prstGeom>
        </p:spPr>
        <p:txBody>
          <a:bodyPr/>
          <a:lstStyle>
            <a:lvl1pPr>
              <a:defRPr sz="2400" b="0" i="0">
                <a:latin typeface="Poppins" pitchFamily="2" charset="77"/>
                <a:cs typeface="Poppins" pitchFamily="2" charset="77"/>
              </a:defRPr>
            </a:lvl1pPr>
            <a:lvl2pPr>
              <a:defRPr sz="2400" b="0" i="0">
                <a:latin typeface="Poppins" pitchFamily="2" charset="77"/>
                <a:cs typeface="Poppins" pitchFamily="2" charset="77"/>
              </a:defRPr>
            </a:lvl2pPr>
            <a:lvl3pPr>
              <a:defRPr sz="2400" b="0" i="0">
                <a:latin typeface="Poppins" pitchFamily="2" charset="77"/>
                <a:cs typeface="Poppins" pitchFamily="2" charset="77"/>
              </a:defRPr>
            </a:lvl3pPr>
            <a:lvl4pPr>
              <a:defRPr sz="2400" b="0" i="0">
                <a:latin typeface="Poppins" pitchFamily="2" charset="77"/>
                <a:cs typeface="Poppins" pitchFamily="2" charset="77"/>
              </a:defRPr>
            </a:lvl4pPr>
            <a:lvl5pPr>
              <a:defRPr sz="2400" b="0" i="0">
                <a:latin typeface="Poppins" pitchFamily="2" charset="77"/>
                <a:cs typeface="Poppins" pitchFamily="2" charset="77"/>
              </a:defRPr>
            </a:lvl5pPr>
          </a:lstStyle>
          <a:p>
            <a:pPr lvl="0"/>
            <a:endParaRPr lang="pt-BR"/>
          </a:p>
        </p:txBody>
      </p:sp>
      <p:sp>
        <p:nvSpPr>
          <p:cNvPr id="11" name="Espaço Reservado para Texto 9">
            <a:extLst>
              <a:ext uri="{FF2B5EF4-FFF2-40B4-BE49-F238E27FC236}">
                <a16:creationId xmlns:a16="http://schemas.microsoft.com/office/drawing/2014/main" id="{ACFD55BC-1BD9-04E3-9059-B617F5BF54E7}"/>
              </a:ext>
            </a:extLst>
          </p:cNvPr>
          <p:cNvSpPr>
            <a:spLocks noGrp="1"/>
          </p:cNvSpPr>
          <p:nvPr>
            <p:ph type="body" sz="quarter" idx="11"/>
          </p:nvPr>
        </p:nvSpPr>
        <p:spPr>
          <a:xfrm>
            <a:off x="6643035" y="3810156"/>
            <a:ext cx="9966960" cy="5229726"/>
          </a:xfrm>
          <a:prstGeom prst="rect">
            <a:avLst/>
          </a:prstGeom>
        </p:spPr>
        <p:txBody>
          <a:bodyPr/>
          <a:lstStyle>
            <a:lvl1pPr>
              <a:defRPr sz="2400" b="0" i="0">
                <a:latin typeface="Poppins" pitchFamily="2" charset="77"/>
                <a:cs typeface="Poppins" pitchFamily="2" charset="77"/>
              </a:defRPr>
            </a:lvl1pPr>
            <a:lvl2pPr>
              <a:defRPr sz="2400" b="0" i="0">
                <a:latin typeface="Poppins" pitchFamily="2" charset="77"/>
                <a:cs typeface="Poppins" pitchFamily="2" charset="77"/>
              </a:defRPr>
            </a:lvl2pPr>
            <a:lvl3pPr>
              <a:defRPr sz="2400" b="0" i="0">
                <a:latin typeface="Poppins" pitchFamily="2" charset="77"/>
                <a:cs typeface="Poppins" pitchFamily="2" charset="77"/>
              </a:defRPr>
            </a:lvl3pPr>
            <a:lvl4pPr>
              <a:defRPr sz="2400" b="0" i="0">
                <a:latin typeface="Poppins" pitchFamily="2" charset="77"/>
                <a:cs typeface="Poppins" pitchFamily="2" charset="77"/>
              </a:defRPr>
            </a:lvl4pPr>
            <a:lvl5pPr>
              <a:defRPr sz="2400" b="0" i="0">
                <a:latin typeface="Poppins" pitchFamily="2" charset="77"/>
                <a:cs typeface="Poppins" pitchFamily="2" charset="77"/>
              </a:defRPr>
            </a:lvl5pPr>
          </a:lstStyle>
          <a:p>
            <a:pPr lvl="0"/>
            <a:endParaRPr lang="pt-BR"/>
          </a:p>
        </p:txBody>
      </p:sp>
    </p:spTree>
    <p:extLst>
      <p:ext uri="{BB962C8B-B14F-4D97-AF65-F5344CB8AC3E}">
        <p14:creationId xmlns:p14="http://schemas.microsoft.com/office/powerpoint/2010/main" val="2293429439"/>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C06DD873-35AF-F358-AF2A-2DF2E1112D5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6" name="Imagem 5">
            <a:extLst>
              <a:ext uri="{FF2B5EF4-FFF2-40B4-BE49-F238E27FC236}">
                <a16:creationId xmlns:a16="http://schemas.microsoft.com/office/drawing/2014/main" id="{93888878-DCF7-8841-F409-0DCC75ABFDBC}"/>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10" name="Google Shape;69;p32">
            <a:extLst>
              <a:ext uri="{FF2B5EF4-FFF2-40B4-BE49-F238E27FC236}">
                <a16:creationId xmlns:a16="http://schemas.microsoft.com/office/drawing/2014/main" id="{795FD3B7-2662-CA2C-E60B-37DD4AC3C5E2}"/>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2" name="Espaço Reservado para Texto 11">
            <a:extLst>
              <a:ext uri="{FF2B5EF4-FFF2-40B4-BE49-F238E27FC236}">
                <a16:creationId xmlns:a16="http://schemas.microsoft.com/office/drawing/2014/main" id="{54B02D53-E743-F37B-BC9A-24214A83B763}"/>
              </a:ext>
            </a:extLst>
          </p:cNvPr>
          <p:cNvSpPr>
            <a:spLocks noGrp="1"/>
          </p:cNvSpPr>
          <p:nvPr>
            <p:ph type="body" sz="quarter" idx="10"/>
          </p:nvPr>
        </p:nvSpPr>
        <p:spPr>
          <a:xfrm>
            <a:off x="5397615" y="950913"/>
            <a:ext cx="12079173" cy="1743075"/>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3" name="Espaço Reservado para Texto 11">
            <a:extLst>
              <a:ext uri="{FF2B5EF4-FFF2-40B4-BE49-F238E27FC236}">
                <a16:creationId xmlns:a16="http://schemas.microsoft.com/office/drawing/2014/main" id="{498470DA-9F77-2314-5148-BE7D0A21C8B5}"/>
              </a:ext>
            </a:extLst>
          </p:cNvPr>
          <p:cNvSpPr>
            <a:spLocks noGrp="1"/>
          </p:cNvSpPr>
          <p:nvPr>
            <p:ph type="body" sz="quarter" idx="11"/>
          </p:nvPr>
        </p:nvSpPr>
        <p:spPr>
          <a:xfrm>
            <a:off x="9561402" y="3559201"/>
            <a:ext cx="7915386" cy="5358724"/>
          </a:xfrm>
          <a:prstGeom prst="rect">
            <a:avLst/>
          </a:prstGeom>
        </p:spPr>
        <p:txBody>
          <a:bodyPr/>
          <a:lstStyle>
            <a:lvl1pPr>
              <a:defRPr sz="2000" b="0" i="0">
                <a:latin typeface="Poppins" pitchFamily="2" charset="77"/>
                <a:cs typeface="Poppins" pitchFamily="2" charset="77"/>
              </a:defRPr>
            </a:lvl1pPr>
          </a:lstStyle>
          <a:p>
            <a:pPr lvl="0"/>
            <a:endParaRPr lang="pt-BR"/>
          </a:p>
        </p:txBody>
      </p:sp>
      <p:sp>
        <p:nvSpPr>
          <p:cNvPr id="14" name="Espaço Reservado para Texto 11">
            <a:extLst>
              <a:ext uri="{FF2B5EF4-FFF2-40B4-BE49-F238E27FC236}">
                <a16:creationId xmlns:a16="http://schemas.microsoft.com/office/drawing/2014/main" id="{7DB9C7F3-F00D-DC50-70C9-8A4151886218}"/>
              </a:ext>
            </a:extLst>
          </p:cNvPr>
          <p:cNvSpPr>
            <a:spLocks noGrp="1"/>
          </p:cNvSpPr>
          <p:nvPr>
            <p:ph type="body" sz="quarter" idx="12"/>
          </p:nvPr>
        </p:nvSpPr>
        <p:spPr>
          <a:xfrm>
            <a:off x="5394135" y="8553645"/>
            <a:ext cx="3746383" cy="364279"/>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16" name="Espaço Reservado para Imagem 15">
            <a:extLst>
              <a:ext uri="{FF2B5EF4-FFF2-40B4-BE49-F238E27FC236}">
                <a16:creationId xmlns:a16="http://schemas.microsoft.com/office/drawing/2014/main" id="{788A7CCB-CA65-CA3D-8095-5D379F504D08}"/>
              </a:ext>
            </a:extLst>
          </p:cNvPr>
          <p:cNvSpPr>
            <a:spLocks noGrp="1"/>
          </p:cNvSpPr>
          <p:nvPr>
            <p:ph type="pic" sz="quarter" idx="13"/>
          </p:nvPr>
        </p:nvSpPr>
        <p:spPr>
          <a:xfrm>
            <a:off x="5394136" y="3546475"/>
            <a:ext cx="3746690" cy="4824413"/>
          </a:xfrm>
          <a:prstGeom prst="rect">
            <a:avLst/>
          </a:prstGeom>
          <a:solidFill>
            <a:srgbClr val="D9D9D9"/>
          </a:solidFill>
        </p:spPr>
        <p:txBody>
          <a:bodyPr/>
          <a:lstStyle>
            <a:lvl1pPr>
              <a:defRPr sz="1800" b="0" i="0">
                <a:latin typeface="Poppins" pitchFamily="2" charset="77"/>
                <a:cs typeface="Poppins" pitchFamily="2" charset="77"/>
              </a:defRPr>
            </a:lvl1pPr>
          </a:lstStyle>
          <a:p>
            <a:endParaRPr lang="pt-BR"/>
          </a:p>
        </p:txBody>
      </p:sp>
    </p:spTree>
    <p:extLst>
      <p:ext uri="{BB962C8B-B14F-4D97-AF65-F5344CB8AC3E}">
        <p14:creationId xmlns:p14="http://schemas.microsoft.com/office/powerpoint/2010/main" val="3010264346"/>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1C75F0AC-ED14-F43B-FEDB-D40371225B4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13C19184-31DC-1F37-0618-859736C80ABA}"/>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Google Shape;69;p32">
            <a:extLst>
              <a:ext uri="{FF2B5EF4-FFF2-40B4-BE49-F238E27FC236}">
                <a16:creationId xmlns:a16="http://schemas.microsoft.com/office/drawing/2014/main" id="{F1039184-47E3-FA3C-DC62-77911A625287}"/>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2" name="Espaço Reservado para Texto 11">
            <a:extLst>
              <a:ext uri="{FF2B5EF4-FFF2-40B4-BE49-F238E27FC236}">
                <a16:creationId xmlns:a16="http://schemas.microsoft.com/office/drawing/2014/main" id="{E8F0484C-01B8-1892-690C-5B5AC00E36D4}"/>
              </a:ext>
            </a:extLst>
          </p:cNvPr>
          <p:cNvSpPr>
            <a:spLocks noGrp="1"/>
          </p:cNvSpPr>
          <p:nvPr>
            <p:ph type="body" sz="quarter" idx="10"/>
          </p:nvPr>
        </p:nvSpPr>
        <p:spPr>
          <a:xfrm>
            <a:off x="5397614" y="928688"/>
            <a:ext cx="12079174" cy="1784350"/>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3" name="Espaço Reservado para Texto 11">
            <a:extLst>
              <a:ext uri="{FF2B5EF4-FFF2-40B4-BE49-F238E27FC236}">
                <a16:creationId xmlns:a16="http://schemas.microsoft.com/office/drawing/2014/main" id="{0340D95F-EA14-0DD7-406F-7EB73CFBF52D}"/>
              </a:ext>
            </a:extLst>
          </p:cNvPr>
          <p:cNvSpPr>
            <a:spLocks noGrp="1"/>
          </p:cNvSpPr>
          <p:nvPr>
            <p:ph type="body" sz="quarter" idx="11"/>
          </p:nvPr>
        </p:nvSpPr>
        <p:spPr>
          <a:xfrm>
            <a:off x="5397614" y="8790287"/>
            <a:ext cx="12079074" cy="443472"/>
          </a:xfrm>
          <a:prstGeom prst="rect">
            <a:avLst/>
          </a:prstGeom>
        </p:spPr>
        <p:txBody>
          <a:bodyPr/>
          <a:lstStyle>
            <a:lvl1pPr>
              <a:defRPr sz="1800" b="0" i="0">
                <a:latin typeface="Poppins" pitchFamily="2" charset="77"/>
                <a:cs typeface="Poppins" pitchFamily="2" charset="77"/>
              </a:defRPr>
            </a:lvl1pPr>
          </a:lstStyle>
          <a:p>
            <a:pPr lvl="0"/>
            <a:endParaRPr lang="pt-BR"/>
          </a:p>
        </p:txBody>
      </p:sp>
      <p:sp>
        <p:nvSpPr>
          <p:cNvPr id="14" name="CaixaDeTexto 13">
            <a:extLst>
              <a:ext uri="{FF2B5EF4-FFF2-40B4-BE49-F238E27FC236}">
                <a16:creationId xmlns:a16="http://schemas.microsoft.com/office/drawing/2014/main" id="{F0401573-FB28-43CB-7EDE-CAF562F5894E}"/>
              </a:ext>
            </a:extLst>
          </p:cNvPr>
          <p:cNvSpPr txBox="1"/>
          <p:nvPr userDrawn="1"/>
        </p:nvSpPr>
        <p:spPr>
          <a:xfrm>
            <a:off x="18048157" y="8679305"/>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16" name="Espaço Reservado para Texto 11">
            <a:extLst>
              <a:ext uri="{FF2B5EF4-FFF2-40B4-BE49-F238E27FC236}">
                <a16:creationId xmlns:a16="http://schemas.microsoft.com/office/drawing/2014/main" id="{3641E8C7-8963-3BA2-52E9-AD936766A664}"/>
              </a:ext>
            </a:extLst>
          </p:cNvPr>
          <p:cNvSpPr>
            <a:spLocks noGrp="1"/>
          </p:cNvSpPr>
          <p:nvPr>
            <p:ph type="body" sz="quarter" idx="12"/>
          </p:nvPr>
        </p:nvSpPr>
        <p:spPr>
          <a:xfrm>
            <a:off x="5397614" y="3019074"/>
            <a:ext cx="12079074" cy="5604226"/>
          </a:xfrm>
          <a:prstGeom prst="rect">
            <a:avLst/>
          </a:prstGeom>
        </p:spPr>
        <p:txBody>
          <a:bodyPr/>
          <a:lstStyle>
            <a:lvl1pPr>
              <a:defRPr sz="18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2846968342"/>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319116EA-081B-D3E0-ABB2-5593DC7A2024}"/>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CAECABC7-84E4-0CE6-F001-2B2BCDD9C9F8}"/>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Espaço Reservado para Imagem 4">
            <a:extLst>
              <a:ext uri="{FF2B5EF4-FFF2-40B4-BE49-F238E27FC236}">
                <a16:creationId xmlns:a16="http://schemas.microsoft.com/office/drawing/2014/main" id="{3CA1D1C2-A504-78F2-B5D1-B96B35BDDB02}"/>
              </a:ext>
            </a:extLst>
          </p:cNvPr>
          <p:cNvSpPr>
            <a:spLocks noGrp="1"/>
          </p:cNvSpPr>
          <p:nvPr>
            <p:ph type="pic" sz="quarter" idx="4294967295"/>
          </p:nvPr>
        </p:nvSpPr>
        <p:spPr>
          <a:xfrm>
            <a:off x="5397611" y="3041018"/>
            <a:ext cx="12079075" cy="5549698"/>
          </a:xfrm>
          <a:prstGeom prst="rect">
            <a:avLst/>
          </a:prstGeom>
          <a:solidFill>
            <a:schemeClr val="bg1">
              <a:lumMod val="85000"/>
            </a:schemeClr>
          </a:solidFill>
        </p:spPr>
        <p:txBody>
          <a:bodyPr/>
          <a:lstStyle>
            <a:lvl1pPr>
              <a:defRPr sz="1800">
                <a:latin typeface="Poppins" pitchFamily="2" charset="77"/>
                <a:cs typeface="Poppins" pitchFamily="2" charset="77"/>
              </a:defRPr>
            </a:lvl1pPr>
          </a:lstStyle>
          <a:p>
            <a:endParaRPr lang="pt-BR"/>
          </a:p>
        </p:txBody>
      </p:sp>
      <p:sp>
        <p:nvSpPr>
          <p:cNvPr id="9" name="Google Shape;69;p32">
            <a:extLst>
              <a:ext uri="{FF2B5EF4-FFF2-40B4-BE49-F238E27FC236}">
                <a16:creationId xmlns:a16="http://schemas.microsoft.com/office/drawing/2014/main" id="{DE14EB72-1A65-A5DB-A2E7-252C0E2F6F47}"/>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1" name="Espaço Reservado para Texto 10">
            <a:extLst>
              <a:ext uri="{FF2B5EF4-FFF2-40B4-BE49-F238E27FC236}">
                <a16:creationId xmlns:a16="http://schemas.microsoft.com/office/drawing/2014/main" id="{69EF6828-47A5-8129-5988-5EC45D078756}"/>
              </a:ext>
            </a:extLst>
          </p:cNvPr>
          <p:cNvSpPr>
            <a:spLocks noGrp="1"/>
          </p:cNvSpPr>
          <p:nvPr>
            <p:ph type="body" sz="quarter" idx="10"/>
          </p:nvPr>
        </p:nvSpPr>
        <p:spPr>
          <a:xfrm>
            <a:off x="5397611" y="950913"/>
            <a:ext cx="12079177" cy="1743075"/>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2" name="Espaço Reservado para Texto 10">
            <a:extLst>
              <a:ext uri="{FF2B5EF4-FFF2-40B4-BE49-F238E27FC236}">
                <a16:creationId xmlns:a16="http://schemas.microsoft.com/office/drawing/2014/main" id="{388D1399-8328-B730-C092-B8697982ADB5}"/>
              </a:ext>
            </a:extLst>
          </p:cNvPr>
          <p:cNvSpPr>
            <a:spLocks noGrp="1"/>
          </p:cNvSpPr>
          <p:nvPr>
            <p:ph type="body" sz="quarter" idx="11"/>
          </p:nvPr>
        </p:nvSpPr>
        <p:spPr>
          <a:xfrm>
            <a:off x="5397611" y="8764236"/>
            <a:ext cx="12079177" cy="465463"/>
          </a:xfrm>
          <a:prstGeom prst="rect">
            <a:avLst/>
          </a:prstGeom>
        </p:spPr>
        <p:txBody>
          <a:bodyPr/>
          <a:lstStyle>
            <a:lvl1pPr>
              <a:defRPr sz="18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2827352174"/>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87FCC07C-4BE2-37BE-B92C-3F0C1F9F9F0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8" name="Imagem 7">
            <a:extLst>
              <a:ext uri="{FF2B5EF4-FFF2-40B4-BE49-F238E27FC236}">
                <a16:creationId xmlns:a16="http://schemas.microsoft.com/office/drawing/2014/main" id="{D8A0644B-F490-70C9-C29C-BC55F13A6FF9}"/>
              </a:ext>
            </a:extLst>
          </p:cNvPr>
          <p:cNvPicPr>
            <a:picLocks/>
          </p:cNvPicPr>
          <p:nvPr userDrawn="1"/>
        </p:nvPicPr>
        <p:blipFill>
          <a:blip r:embed="rId3"/>
          <a:stretch>
            <a:fillRect/>
          </a:stretch>
        </p:blipFill>
        <p:spPr>
          <a:xfrm>
            <a:off x="298800" y="439201"/>
            <a:ext cx="3434405" cy="2390404"/>
          </a:xfrm>
          <a:prstGeom prst="rect">
            <a:avLst/>
          </a:prstGeom>
        </p:spPr>
      </p:pic>
      <p:sp>
        <p:nvSpPr>
          <p:cNvPr id="18" name="Google Shape;82;p33">
            <a:extLst>
              <a:ext uri="{FF2B5EF4-FFF2-40B4-BE49-F238E27FC236}">
                <a16:creationId xmlns:a16="http://schemas.microsoft.com/office/drawing/2014/main" id="{BA9FF48C-E6ED-8BE9-735C-1F6F208016AF}"/>
              </a:ext>
            </a:extLst>
          </p:cNvPr>
          <p:cNvSpPr txBox="1"/>
          <p:nvPr userDrawn="1"/>
        </p:nvSpPr>
        <p:spPr>
          <a:xfrm>
            <a:off x="1090502" y="1123988"/>
            <a:ext cx="1970750"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chemeClr val="lt1"/>
                </a:solidFill>
                <a:latin typeface="Poppins Light" pitchFamily="2" charset="77"/>
                <a:ea typeface="Poppins Medium"/>
                <a:cs typeface="Poppins Light" pitchFamily="2" charset="77"/>
                <a:sym typeface="Poppins Medium"/>
              </a:rPr>
              <a:t>Ponto</a:t>
            </a:r>
            <a:r>
              <a:rPr lang="pt-BR" sz="3500" b="0" i="0" u="none" strike="noStrike" cap="none">
                <a:solidFill>
                  <a:schemeClr val="lt1"/>
                </a:solidFill>
                <a:latin typeface="Poppins Medium"/>
                <a:ea typeface="Poppins Medium"/>
                <a:cs typeface="Poppins Medium"/>
                <a:sym typeface="Poppins Medium"/>
              </a:rPr>
              <a:t> </a:t>
            </a:r>
            <a:r>
              <a:rPr lang="pt-BR" sz="3500" b="0" i="0" u="none" strike="noStrike" cap="none">
                <a:solidFill>
                  <a:schemeClr val="lt1"/>
                </a:solidFill>
                <a:latin typeface="Poppins Light" pitchFamily="2" charset="77"/>
                <a:ea typeface="Poppins Medium"/>
                <a:cs typeface="Poppins Light" pitchFamily="2" charset="77"/>
                <a:sym typeface="Poppins Medium"/>
              </a:rPr>
              <a:t>de</a:t>
            </a:r>
            <a:r>
              <a:rPr lang="pt-BR" sz="3500" b="0" i="0" u="none" strike="noStrike" cap="none">
                <a:solidFill>
                  <a:schemeClr val="lt1"/>
                </a:solidFill>
                <a:latin typeface="Poppins Medium"/>
                <a:ea typeface="Poppins Medium"/>
                <a:cs typeface="Poppins Medium"/>
                <a:sym typeface="Poppins Medium"/>
              </a:rPr>
              <a:t> </a:t>
            </a:r>
            <a:r>
              <a:rPr lang="pt-BR" sz="3500" b="1" i="0" u="none" strike="noStrike" cap="none">
                <a:solidFill>
                  <a:schemeClr val="lt1"/>
                </a:solidFill>
                <a:latin typeface="Poppins"/>
                <a:ea typeface="Poppins"/>
                <a:cs typeface="Poppins"/>
                <a:sym typeface="Poppins"/>
              </a:rPr>
              <a:t>partida</a:t>
            </a:r>
            <a:endParaRPr sz="3500" b="0" i="0" u="none" strike="noStrike" cap="none">
              <a:solidFill>
                <a:schemeClr val="lt1"/>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Espaço Reservado para Texto 3">
            <a:extLst>
              <a:ext uri="{FF2B5EF4-FFF2-40B4-BE49-F238E27FC236}">
                <a16:creationId xmlns:a16="http://schemas.microsoft.com/office/drawing/2014/main" id="{4065A3E7-CBB3-DD59-24FC-B5AAEBB7F498}"/>
              </a:ext>
            </a:extLst>
          </p:cNvPr>
          <p:cNvSpPr>
            <a:spLocks noGrp="1"/>
          </p:cNvSpPr>
          <p:nvPr>
            <p:ph type="body" idx="4294967295"/>
          </p:nvPr>
        </p:nvSpPr>
        <p:spPr>
          <a:xfrm>
            <a:off x="5397614" y="950279"/>
            <a:ext cx="5705815" cy="8197519"/>
          </a:xfrm>
          <a:prstGeom prst="rect">
            <a:avLst/>
          </a:prstGeom>
        </p:spPr>
        <p:txBody>
          <a:bodyPr>
            <a:normAutofit/>
          </a:bodyPr>
          <a:lstStyle/>
          <a:p>
            <a:endParaRPr lang="pt-BR" sz="2400">
              <a:latin typeface="Poppins" pitchFamily="2" charset="77"/>
              <a:cs typeface="Poppins" pitchFamily="2" charset="77"/>
            </a:endParaRPr>
          </a:p>
        </p:txBody>
      </p:sp>
      <p:sp>
        <p:nvSpPr>
          <p:cNvPr id="7" name="Espaço Reservado para Texto 9">
            <a:extLst>
              <a:ext uri="{FF2B5EF4-FFF2-40B4-BE49-F238E27FC236}">
                <a16:creationId xmlns:a16="http://schemas.microsoft.com/office/drawing/2014/main" id="{F4FE14C4-C438-D68E-A10E-2CC8A26ACD09}"/>
              </a:ext>
            </a:extLst>
          </p:cNvPr>
          <p:cNvSpPr>
            <a:spLocks noGrp="1"/>
          </p:cNvSpPr>
          <p:nvPr>
            <p:ph type="body" idx="4294967295"/>
          </p:nvPr>
        </p:nvSpPr>
        <p:spPr>
          <a:xfrm>
            <a:off x="11651455" y="946480"/>
            <a:ext cx="5705815" cy="8197519"/>
          </a:xfrm>
          <a:prstGeom prst="rect">
            <a:avLst/>
          </a:prstGeom>
        </p:spPr>
        <p:txBody>
          <a:bodyPr>
            <a:normAutofit/>
          </a:bodyPr>
          <a:lstStyle/>
          <a:p>
            <a:endParaRPr lang="pt-BR" sz="2400">
              <a:latin typeface="Poppins" pitchFamily="2" charset="77"/>
              <a:cs typeface="Poppins" pitchFamily="2" charset="77"/>
            </a:endParaRPr>
          </a:p>
        </p:txBody>
      </p:sp>
    </p:spTree>
    <p:extLst>
      <p:ext uri="{BB962C8B-B14F-4D97-AF65-F5344CB8AC3E}">
        <p14:creationId xmlns:p14="http://schemas.microsoft.com/office/powerpoint/2010/main" val="4196146794"/>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AE0DC479-3E72-CDCB-DBFF-155CA6D6AB6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A60E373B-5C5F-1D4A-CEC1-AD520382FCA0}"/>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Google Shape;69;p32">
            <a:extLst>
              <a:ext uri="{FF2B5EF4-FFF2-40B4-BE49-F238E27FC236}">
                <a16:creationId xmlns:a16="http://schemas.microsoft.com/office/drawing/2014/main" id="{1A04F5B2-68B0-2193-1467-BC61C52DF55C}"/>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9" name="Espaço Reservado para Texto 3">
            <a:extLst>
              <a:ext uri="{FF2B5EF4-FFF2-40B4-BE49-F238E27FC236}">
                <a16:creationId xmlns:a16="http://schemas.microsoft.com/office/drawing/2014/main" id="{73C6FE8A-0E62-070F-4EFF-7956D56EAEB7}"/>
              </a:ext>
            </a:extLst>
          </p:cNvPr>
          <p:cNvSpPr>
            <a:spLocks noGrp="1"/>
          </p:cNvSpPr>
          <p:nvPr>
            <p:ph type="body" idx="4294967295"/>
          </p:nvPr>
        </p:nvSpPr>
        <p:spPr>
          <a:xfrm>
            <a:off x="5397614" y="950279"/>
            <a:ext cx="5705815" cy="8197519"/>
          </a:xfrm>
          <a:prstGeom prst="rect">
            <a:avLst/>
          </a:prstGeom>
        </p:spPr>
        <p:txBody>
          <a:bodyPr>
            <a:normAutofit/>
          </a:bodyPr>
          <a:lstStyle/>
          <a:p>
            <a:endParaRPr lang="pt-BR" sz="2400">
              <a:latin typeface="Poppins" pitchFamily="2" charset="77"/>
              <a:cs typeface="Poppins" pitchFamily="2" charset="77"/>
            </a:endParaRPr>
          </a:p>
        </p:txBody>
      </p:sp>
      <p:sp>
        <p:nvSpPr>
          <p:cNvPr id="10" name="Espaço Reservado para Texto 9">
            <a:extLst>
              <a:ext uri="{FF2B5EF4-FFF2-40B4-BE49-F238E27FC236}">
                <a16:creationId xmlns:a16="http://schemas.microsoft.com/office/drawing/2014/main" id="{D9108072-6283-1E2A-3D04-EE1896CEE3F4}"/>
              </a:ext>
            </a:extLst>
          </p:cNvPr>
          <p:cNvSpPr>
            <a:spLocks noGrp="1"/>
          </p:cNvSpPr>
          <p:nvPr>
            <p:ph type="body" idx="4294967295"/>
          </p:nvPr>
        </p:nvSpPr>
        <p:spPr>
          <a:xfrm>
            <a:off x="11651455" y="946480"/>
            <a:ext cx="5705815" cy="8197519"/>
          </a:xfrm>
          <a:prstGeom prst="rect">
            <a:avLst/>
          </a:prstGeom>
        </p:spPr>
        <p:txBody>
          <a:bodyPr>
            <a:normAutofit/>
          </a:bodyPr>
          <a:lstStyle/>
          <a:p>
            <a:endParaRPr lang="pt-BR" sz="2400">
              <a:latin typeface="Poppins" pitchFamily="2" charset="77"/>
              <a:cs typeface="Poppins" pitchFamily="2" charset="77"/>
            </a:endParaRPr>
          </a:p>
        </p:txBody>
      </p:sp>
    </p:spTree>
    <p:extLst>
      <p:ext uri="{BB962C8B-B14F-4D97-AF65-F5344CB8AC3E}">
        <p14:creationId xmlns:p14="http://schemas.microsoft.com/office/powerpoint/2010/main" val="1188993371"/>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2_Linha do Tempo1" preserve="1" userDrawn="1">
  <p:cSld name="3_Linha do Tempo1">
    <p:spTree>
      <p:nvGrpSpPr>
        <p:cNvPr id="1" name="Shape 178"/>
        <p:cNvGrpSpPr/>
        <p:nvPr/>
      </p:nvGrpSpPr>
      <p:grpSpPr>
        <a:xfrm>
          <a:off x="0" y="0"/>
          <a:ext cx="0" cy="0"/>
          <a:chOff x="0" y="0"/>
          <a:chExt cx="0" cy="0"/>
        </a:xfrm>
      </p:grpSpPr>
      <p:cxnSp>
        <p:nvCxnSpPr>
          <p:cNvPr id="181" name="Google Shape;181;p15"/>
          <p:cNvCxnSpPr>
            <a:cxnSpLocks/>
          </p:cNvCxnSpPr>
          <p:nvPr/>
        </p:nvCxnSpPr>
        <p:spPr>
          <a:xfrm flipH="1">
            <a:off x="7496197" y="3927724"/>
            <a:ext cx="9026798" cy="0"/>
          </a:xfrm>
          <a:prstGeom prst="straightConnector1">
            <a:avLst/>
          </a:prstGeom>
          <a:noFill/>
          <a:ln w="19050" cap="flat" cmpd="sng">
            <a:solidFill>
              <a:srgbClr val="F4F4F4"/>
            </a:solidFill>
            <a:prstDash val="solid"/>
            <a:round/>
            <a:headEnd type="diamond" w="med" len="med"/>
            <a:tailEnd type="none" w="sm" len="sm"/>
          </a:ln>
        </p:spPr>
      </p:cxnSp>
      <p:sp>
        <p:nvSpPr>
          <p:cNvPr id="182" name="Google Shape;182;p15"/>
          <p:cNvSpPr>
            <a:spLocks noGrp="1"/>
          </p:cNvSpPr>
          <p:nvPr>
            <p:ph type="pic" idx="2"/>
          </p:nvPr>
        </p:nvSpPr>
        <p:spPr>
          <a:xfrm>
            <a:off x="3306485" y="3414557"/>
            <a:ext cx="4189710" cy="2516188"/>
          </a:xfrm>
          <a:prstGeom prst="rect">
            <a:avLst/>
          </a:prstGeom>
          <a:solidFill>
            <a:srgbClr val="D8D8D8"/>
          </a:solidFill>
          <a:ln>
            <a:noFill/>
          </a:ln>
        </p:spPr>
      </p:sp>
      <p:sp>
        <p:nvSpPr>
          <p:cNvPr id="183" name="Google Shape;183;p15"/>
          <p:cNvSpPr txBox="1">
            <a:spLocks noGrp="1"/>
          </p:cNvSpPr>
          <p:nvPr>
            <p:ph type="body" idx="1"/>
          </p:nvPr>
        </p:nvSpPr>
        <p:spPr>
          <a:xfrm>
            <a:off x="8358411" y="4229807"/>
            <a:ext cx="8164583" cy="169611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2100"/>
              <a:buFont typeface="Poppins"/>
              <a:buNone/>
              <a:defRPr sz="21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cxnSp>
        <p:nvCxnSpPr>
          <p:cNvPr id="184" name="Google Shape;184;p15"/>
          <p:cNvCxnSpPr>
            <a:cxnSpLocks/>
          </p:cNvCxnSpPr>
          <p:nvPr/>
        </p:nvCxnSpPr>
        <p:spPr>
          <a:xfrm flipH="1">
            <a:off x="7496197" y="7004653"/>
            <a:ext cx="8941738" cy="0"/>
          </a:xfrm>
          <a:prstGeom prst="straightConnector1">
            <a:avLst/>
          </a:prstGeom>
          <a:noFill/>
          <a:ln w="19050" cap="flat" cmpd="sng">
            <a:solidFill>
              <a:srgbClr val="F4F4F4"/>
            </a:solidFill>
            <a:prstDash val="solid"/>
            <a:round/>
            <a:headEnd type="diamond" w="med" len="med"/>
            <a:tailEnd type="none" w="sm" len="sm"/>
          </a:ln>
        </p:spPr>
      </p:cxnSp>
      <p:sp>
        <p:nvSpPr>
          <p:cNvPr id="185" name="Google Shape;185;p15"/>
          <p:cNvSpPr>
            <a:spLocks noGrp="1"/>
          </p:cNvSpPr>
          <p:nvPr>
            <p:ph type="pic" idx="3"/>
          </p:nvPr>
        </p:nvSpPr>
        <p:spPr>
          <a:xfrm>
            <a:off x="3306485" y="6491486"/>
            <a:ext cx="4189710" cy="2516188"/>
          </a:xfrm>
          <a:prstGeom prst="rect">
            <a:avLst/>
          </a:prstGeom>
          <a:solidFill>
            <a:srgbClr val="D8D8D8"/>
          </a:solidFill>
          <a:ln>
            <a:noFill/>
          </a:ln>
        </p:spPr>
      </p:sp>
      <p:sp>
        <p:nvSpPr>
          <p:cNvPr id="186" name="Google Shape;186;p15"/>
          <p:cNvSpPr txBox="1">
            <a:spLocks noGrp="1"/>
          </p:cNvSpPr>
          <p:nvPr>
            <p:ph type="body" idx="4"/>
          </p:nvPr>
        </p:nvSpPr>
        <p:spPr>
          <a:xfrm>
            <a:off x="8358411" y="7306737"/>
            <a:ext cx="8164579" cy="169611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2100"/>
              <a:buFont typeface="Poppins"/>
              <a:buNone/>
              <a:defRPr sz="21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
        <p:nvSpPr>
          <p:cNvPr id="190" name="Google Shape;190;p15"/>
          <p:cNvSpPr txBox="1">
            <a:spLocks noGrp="1"/>
          </p:cNvSpPr>
          <p:nvPr>
            <p:ph type="body" idx="7"/>
          </p:nvPr>
        </p:nvSpPr>
        <p:spPr>
          <a:xfrm>
            <a:off x="3306485" y="2226787"/>
            <a:ext cx="13216509" cy="924288"/>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rgbClr val="000000"/>
              </a:buClr>
              <a:buSzPts val="2200"/>
              <a:buFont typeface="Poppins"/>
              <a:buNone/>
              <a:defRPr sz="22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
        <p:nvSpPr>
          <p:cNvPr id="191" name="Google Shape;191;p15"/>
          <p:cNvSpPr txBox="1">
            <a:spLocks noGrp="1"/>
          </p:cNvSpPr>
          <p:nvPr>
            <p:ph type="body" idx="8"/>
          </p:nvPr>
        </p:nvSpPr>
        <p:spPr>
          <a:xfrm>
            <a:off x="3306484" y="681247"/>
            <a:ext cx="13216507" cy="1243457"/>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rgbClr val="000000"/>
              </a:buClr>
              <a:buSzPts val="3500"/>
              <a:buFont typeface="Poppins"/>
              <a:buNone/>
              <a:defRPr sz="3500"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196734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2_Linha do Tempo1" preserve="1" userDrawn="1">
  <p:cSld name="3_Linha do Tempo1">
    <p:spTree>
      <p:nvGrpSpPr>
        <p:cNvPr id="1" name="Shape 178"/>
        <p:cNvGrpSpPr/>
        <p:nvPr/>
      </p:nvGrpSpPr>
      <p:grpSpPr>
        <a:xfrm>
          <a:off x="0" y="0"/>
          <a:ext cx="0" cy="0"/>
          <a:chOff x="0" y="0"/>
          <a:chExt cx="0" cy="0"/>
        </a:xfrm>
      </p:grpSpPr>
      <p:pic>
        <p:nvPicPr>
          <p:cNvPr id="8" name="Google Shape;142;p13">
            <a:extLst>
              <a:ext uri="{FF2B5EF4-FFF2-40B4-BE49-F238E27FC236}">
                <a16:creationId xmlns:a16="http://schemas.microsoft.com/office/drawing/2014/main" id="{C1899201-5DAF-E974-F58A-A1AEAB93C16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7" name="Google Shape;143;p13">
            <a:extLst>
              <a:ext uri="{FF2B5EF4-FFF2-40B4-BE49-F238E27FC236}">
                <a16:creationId xmlns:a16="http://schemas.microsoft.com/office/drawing/2014/main" id="{33DC5791-7C7E-1A35-F1B9-7D904EC4D10F}"/>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2" name="CaixaDeTexto 1">
            <a:extLst>
              <a:ext uri="{FF2B5EF4-FFF2-40B4-BE49-F238E27FC236}">
                <a16:creationId xmlns:a16="http://schemas.microsoft.com/office/drawing/2014/main" id="{A002D0E8-22C3-90CC-B114-9B35A1342FE0}"/>
              </a:ext>
            </a:extLst>
          </p:cNvPr>
          <p:cNvSpPr txBox="1"/>
          <p:nvPr userDrawn="1"/>
        </p:nvSpPr>
        <p:spPr>
          <a:xfrm>
            <a:off x="4359965" y="28227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Espaço Reservado para Texto 3">
            <a:extLst>
              <a:ext uri="{FF2B5EF4-FFF2-40B4-BE49-F238E27FC236}">
                <a16:creationId xmlns:a16="http://schemas.microsoft.com/office/drawing/2014/main" id="{7BC2819B-91AA-1651-F5F9-7B0D1509AE13}"/>
              </a:ext>
            </a:extLst>
          </p:cNvPr>
          <p:cNvSpPr>
            <a:spLocks noGrp="1"/>
          </p:cNvSpPr>
          <p:nvPr>
            <p:ph type="body" sz="quarter" idx="10"/>
          </p:nvPr>
        </p:nvSpPr>
        <p:spPr>
          <a:xfrm>
            <a:off x="4914900" y="1782261"/>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5" name="Espaço Reservado para Texto 3">
            <a:extLst>
              <a:ext uri="{FF2B5EF4-FFF2-40B4-BE49-F238E27FC236}">
                <a16:creationId xmlns:a16="http://schemas.microsoft.com/office/drawing/2014/main" id="{481EC73E-B5CF-9DF6-2B18-5F201BFD1BC9}"/>
              </a:ext>
            </a:extLst>
          </p:cNvPr>
          <p:cNvSpPr>
            <a:spLocks noGrp="1"/>
          </p:cNvSpPr>
          <p:nvPr>
            <p:ph type="body" sz="quarter" idx="11"/>
          </p:nvPr>
        </p:nvSpPr>
        <p:spPr>
          <a:xfrm>
            <a:off x="4914900" y="2712074"/>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6" name="Espaço Reservado para Texto 3">
            <a:extLst>
              <a:ext uri="{FF2B5EF4-FFF2-40B4-BE49-F238E27FC236}">
                <a16:creationId xmlns:a16="http://schemas.microsoft.com/office/drawing/2014/main" id="{E22F0728-FF89-57C8-564C-0F3FB75D68BE}"/>
              </a:ext>
            </a:extLst>
          </p:cNvPr>
          <p:cNvSpPr>
            <a:spLocks noGrp="1"/>
          </p:cNvSpPr>
          <p:nvPr>
            <p:ph type="body" sz="quarter" idx="12"/>
          </p:nvPr>
        </p:nvSpPr>
        <p:spPr>
          <a:xfrm>
            <a:off x="4914900" y="3663317"/>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7" name="Espaço Reservado para Texto 3">
            <a:extLst>
              <a:ext uri="{FF2B5EF4-FFF2-40B4-BE49-F238E27FC236}">
                <a16:creationId xmlns:a16="http://schemas.microsoft.com/office/drawing/2014/main" id="{08173B0E-FC6F-4B79-645E-F7C05C5165D3}"/>
              </a:ext>
            </a:extLst>
          </p:cNvPr>
          <p:cNvSpPr>
            <a:spLocks noGrp="1"/>
          </p:cNvSpPr>
          <p:nvPr>
            <p:ph type="body" sz="quarter" idx="13"/>
          </p:nvPr>
        </p:nvSpPr>
        <p:spPr>
          <a:xfrm>
            <a:off x="4914900" y="4663285"/>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9" name="Espaço Reservado para Texto 3">
            <a:extLst>
              <a:ext uri="{FF2B5EF4-FFF2-40B4-BE49-F238E27FC236}">
                <a16:creationId xmlns:a16="http://schemas.microsoft.com/office/drawing/2014/main" id="{777D4752-A3A8-E6ED-FF9C-9D9D8F16B077}"/>
              </a:ext>
            </a:extLst>
          </p:cNvPr>
          <p:cNvSpPr>
            <a:spLocks noGrp="1"/>
          </p:cNvSpPr>
          <p:nvPr>
            <p:ph type="body" sz="quarter" idx="14"/>
          </p:nvPr>
        </p:nvSpPr>
        <p:spPr>
          <a:xfrm>
            <a:off x="4914900" y="5708314"/>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10" name="Espaço Reservado para Texto 3">
            <a:extLst>
              <a:ext uri="{FF2B5EF4-FFF2-40B4-BE49-F238E27FC236}">
                <a16:creationId xmlns:a16="http://schemas.microsoft.com/office/drawing/2014/main" id="{CD27E91A-725C-6108-065B-301FEE078C62}"/>
              </a:ext>
            </a:extLst>
          </p:cNvPr>
          <p:cNvSpPr>
            <a:spLocks noGrp="1"/>
          </p:cNvSpPr>
          <p:nvPr>
            <p:ph type="body" sz="quarter" idx="15"/>
          </p:nvPr>
        </p:nvSpPr>
        <p:spPr>
          <a:xfrm>
            <a:off x="4914900" y="6769671"/>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pic>
        <p:nvPicPr>
          <p:cNvPr id="16" name="Imagem 15">
            <a:extLst>
              <a:ext uri="{FF2B5EF4-FFF2-40B4-BE49-F238E27FC236}">
                <a16:creationId xmlns:a16="http://schemas.microsoft.com/office/drawing/2014/main" id="{D1930F2E-97D4-A01A-E026-5AC7EAB03D22}"/>
              </a:ext>
            </a:extLst>
          </p:cNvPr>
          <p:cNvPicPr>
            <a:picLocks/>
          </p:cNvPicPr>
          <p:nvPr userDrawn="1"/>
        </p:nvPicPr>
        <p:blipFill>
          <a:blip r:embed="rId4"/>
          <a:stretch>
            <a:fillRect/>
          </a:stretch>
        </p:blipFill>
        <p:spPr>
          <a:xfrm>
            <a:off x="381601" y="327600"/>
            <a:ext cx="3434405" cy="2390404"/>
          </a:xfrm>
          <a:prstGeom prst="rect">
            <a:avLst/>
          </a:prstGeom>
        </p:spPr>
      </p:pic>
      <p:sp>
        <p:nvSpPr>
          <p:cNvPr id="12" name="Google Shape;101;p34">
            <a:extLst>
              <a:ext uri="{FF2B5EF4-FFF2-40B4-BE49-F238E27FC236}">
                <a16:creationId xmlns:a16="http://schemas.microsoft.com/office/drawing/2014/main" id="{B642C3FE-A5A7-DE40-B0EC-693188905B79}"/>
              </a:ext>
            </a:extLst>
          </p:cNvPr>
          <p:cNvSpPr txBox="1"/>
          <p:nvPr userDrawn="1"/>
        </p:nvSpPr>
        <p:spPr>
          <a:xfrm>
            <a:off x="710238" y="1045716"/>
            <a:ext cx="2744693"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chemeClr val="lt1"/>
                </a:solidFill>
                <a:latin typeface="Poppins Light" pitchFamily="2" charset="77"/>
                <a:ea typeface="Poppins Medium"/>
                <a:cs typeface="Poppins Light" pitchFamily="2" charset="77"/>
                <a:sym typeface="Poppins Medium"/>
              </a:rPr>
              <a:t>Construindo o</a:t>
            </a:r>
            <a:r>
              <a:rPr lang="pt-BR" sz="3500" b="0" i="0" u="none" strike="noStrike" cap="none">
                <a:solidFill>
                  <a:schemeClr val="lt1"/>
                </a:solidFill>
                <a:latin typeface="Poppins Medium"/>
                <a:ea typeface="Poppins Medium"/>
                <a:cs typeface="Poppins Medium"/>
                <a:sym typeface="Poppins Medium"/>
              </a:rPr>
              <a:t> </a:t>
            </a:r>
            <a:r>
              <a:rPr lang="pt-BR" sz="3500" b="1" i="0" u="none" strike="noStrike" cap="none">
                <a:solidFill>
                  <a:schemeClr val="lt1"/>
                </a:solidFill>
                <a:latin typeface="Poppins" pitchFamily="2" charset="77"/>
                <a:ea typeface="Poppins"/>
                <a:cs typeface="Poppins" pitchFamily="2" charset="77"/>
                <a:sym typeface="Poppins"/>
              </a:rPr>
              <a:t>conceito</a:t>
            </a:r>
            <a:endParaRPr sz="3500" b="1" i="0" u="none" strike="noStrike" cap="none">
              <a:solidFill>
                <a:schemeClr val="lt1"/>
              </a:solidFill>
              <a:latin typeface="Poppins" pitchFamily="2" charset="77"/>
              <a:ea typeface="Poppins Light"/>
              <a:cs typeface="Poppins" pitchFamily="2" charset="77"/>
              <a:sym typeface="Poppins Light"/>
            </a:endParaRPr>
          </a:p>
        </p:txBody>
      </p:sp>
    </p:spTree>
    <p:extLst>
      <p:ext uri="{BB962C8B-B14F-4D97-AF65-F5344CB8AC3E}">
        <p14:creationId xmlns:p14="http://schemas.microsoft.com/office/powerpoint/2010/main" val="42712842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Atividade" preserve="1" userDrawn="1">
  <p:cSld name="3_Atividade">
    <p:spTree>
      <p:nvGrpSpPr>
        <p:cNvPr id="1" name="Shape 227"/>
        <p:cNvGrpSpPr/>
        <p:nvPr/>
      </p:nvGrpSpPr>
      <p:grpSpPr>
        <a:xfrm>
          <a:off x="0" y="0"/>
          <a:ext cx="0" cy="0"/>
          <a:chOff x="0" y="0"/>
          <a:chExt cx="0" cy="0"/>
        </a:xfrm>
      </p:grpSpPr>
      <p:sp>
        <p:nvSpPr>
          <p:cNvPr id="2" name="Retângulo 1">
            <a:extLst>
              <a:ext uri="{FF2B5EF4-FFF2-40B4-BE49-F238E27FC236}">
                <a16:creationId xmlns:a16="http://schemas.microsoft.com/office/drawing/2014/main" id="{20D52867-BD12-53CB-FAEF-C79A88197553}"/>
              </a:ext>
            </a:extLst>
          </p:cNvPr>
          <p:cNvSpPr/>
          <p:nvPr userDrawn="1"/>
        </p:nvSpPr>
        <p:spPr>
          <a:xfrm>
            <a:off x="0" y="0"/>
            <a:ext cx="18288000" cy="10287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9543989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Atividade" preserve="1" userDrawn="1">
  <p:cSld name="3_Atividade">
    <p:spTree>
      <p:nvGrpSpPr>
        <p:cNvPr id="1" name="Shape 227"/>
        <p:cNvGrpSpPr/>
        <p:nvPr/>
      </p:nvGrpSpPr>
      <p:grpSpPr>
        <a:xfrm>
          <a:off x="0" y="0"/>
          <a:ext cx="0" cy="0"/>
          <a:chOff x="0" y="0"/>
          <a:chExt cx="0" cy="0"/>
        </a:xfrm>
      </p:grpSpPr>
      <p:pic>
        <p:nvPicPr>
          <p:cNvPr id="4" name="Google Shape;190;p17">
            <a:extLst>
              <a:ext uri="{FF2B5EF4-FFF2-40B4-BE49-F238E27FC236}">
                <a16:creationId xmlns:a16="http://schemas.microsoft.com/office/drawing/2014/main" id="{A0810382-A324-7F5F-6D72-CCF68117DDE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6" name="Imagem 5">
            <a:extLst>
              <a:ext uri="{FF2B5EF4-FFF2-40B4-BE49-F238E27FC236}">
                <a16:creationId xmlns:a16="http://schemas.microsoft.com/office/drawing/2014/main" id="{2F6F2DBF-1E73-4AF5-5084-131BA9B2E634}"/>
              </a:ext>
            </a:extLst>
          </p:cNvPr>
          <p:cNvPicPr>
            <a:picLocks/>
          </p:cNvPicPr>
          <p:nvPr userDrawn="1"/>
        </p:nvPicPr>
        <p:blipFill>
          <a:blip r:embed="rId3"/>
          <a:stretch>
            <a:fillRect/>
          </a:stretch>
        </p:blipFill>
        <p:spPr>
          <a:xfrm>
            <a:off x="298800" y="691201"/>
            <a:ext cx="3434405" cy="2390404"/>
          </a:xfrm>
          <a:prstGeom prst="rect">
            <a:avLst/>
          </a:prstGeom>
        </p:spPr>
      </p:pic>
      <p:sp>
        <p:nvSpPr>
          <p:cNvPr id="231" name="Google Shape;231;p21"/>
          <p:cNvSpPr txBox="1"/>
          <p:nvPr userDrawn="1"/>
        </p:nvSpPr>
        <p:spPr>
          <a:xfrm>
            <a:off x="1210701" y="1160039"/>
            <a:ext cx="1967095" cy="16158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rgbClr val="FFFFFF"/>
                </a:solidFill>
                <a:latin typeface="Poppins Light" pitchFamily="2" charset="77"/>
                <a:ea typeface="Poppins Light"/>
                <a:cs typeface="Poppins Light" pitchFamily="2" charset="77"/>
                <a:sym typeface="Poppins Light"/>
              </a:rPr>
              <a:t>Vamos fazer um</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a:solidFill>
                  <a:srgbClr val="FFFFFF"/>
                </a:solidFill>
                <a:latin typeface="Poppins"/>
                <a:ea typeface="Poppins"/>
                <a:cs typeface="Poppins"/>
                <a:sym typeface="Poppins"/>
              </a:rPr>
              <a:t>quiz</a:t>
            </a:r>
            <a:endParaRPr lang="pt-BR" sz="3500" b="0" i="0" u="none" strike="noStrike" cap="none" noProof="0">
              <a:solidFill>
                <a:srgbClr val="FFFFFF"/>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78E9625F-D19E-624E-A52E-3E35C3F742DF}"/>
              </a:ext>
            </a:extLst>
          </p:cNvPr>
          <p:cNvSpPr txBox="1"/>
          <p:nvPr userDrawn="1"/>
        </p:nvSpPr>
        <p:spPr>
          <a:xfrm>
            <a:off x="3765176" y="-8785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8" name="Espaço Reservado para Texto 10">
            <a:extLst>
              <a:ext uri="{FF2B5EF4-FFF2-40B4-BE49-F238E27FC236}">
                <a16:creationId xmlns:a16="http://schemas.microsoft.com/office/drawing/2014/main" id="{E3EABF6E-626A-0802-C919-B97335045E73}"/>
              </a:ext>
            </a:extLst>
          </p:cNvPr>
          <p:cNvSpPr>
            <a:spLocks noGrp="1"/>
          </p:cNvSpPr>
          <p:nvPr>
            <p:ph type="body" sz="quarter" idx="10"/>
          </p:nvPr>
        </p:nvSpPr>
        <p:spPr>
          <a:xfrm>
            <a:off x="4539582" y="2093913"/>
            <a:ext cx="10660731" cy="773112"/>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endParaRPr lang="pt-BR"/>
          </a:p>
        </p:txBody>
      </p:sp>
      <p:sp>
        <p:nvSpPr>
          <p:cNvPr id="10" name="Espaço Reservado para Texto 10">
            <a:extLst>
              <a:ext uri="{FF2B5EF4-FFF2-40B4-BE49-F238E27FC236}">
                <a16:creationId xmlns:a16="http://schemas.microsoft.com/office/drawing/2014/main" id="{24C57C54-2E58-E7B5-ECF5-2C905E340D3C}"/>
              </a:ext>
            </a:extLst>
          </p:cNvPr>
          <p:cNvSpPr>
            <a:spLocks noGrp="1"/>
          </p:cNvSpPr>
          <p:nvPr>
            <p:ph type="body" sz="quarter" idx="11"/>
          </p:nvPr>
        </p:nvSpPr>
        <p:spPr>
          <a:xfrm>
            <a:off x="4539583" y="3113243"/>
            <a:ext cx="10660730" cy="1098879"/>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2200" b="0" i="0">
                <a:solidFill>
                  <a:schemeClr val="bg1"/>
                </a:solidFill>
                <a:latin typeface="Poppins" pitchFamily="2" charset="77"/>
                <a:cs typeface="Poppins" pitchFamily="2" charset="77"/>
              </a:defRPr>
            </a:lvl5pPr>
          </a:lstStyle>
          <a:p>
            <a:pPr lvl="4"/>
            <a:endParaRPr lang="pt-BR"/>
          </a:p>
        </p:txBody>
      </p:sp>
    </p:spTree>
    <p:extLst>
      <p:ext uri="{BB962C8B-B14F-4D97-AF65-F5344CB8AC3E}">
        <p14:creationId xmlns:p14="http://schemas.microsoft.com/office/powerpoint/2010/main" val="13741301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Atividade" preserve="1" userDrawn="1">
  <p:cSld name="1_Atividade">
    <p:spTree>
      <p:nvGrpSpPr>
        <p:cNvPr id="1" name="Shape 227"/>
        <p:cNvGrpSpPr/>
        <p:nvPr/>
      </p:nvGrpSpPr>
      <p:grpSpPr>
        <a:xfrm>
          <a:off x="0" y="0"/>
          <a:ext cx="0" cy="0"/>
          <a:chOff x="0" y="0"/>
          <a:chExt cx="0" cy="0"/>
        </a:xfrm>
      </p:grpSpPr>
      <p:pic>
        <p:nvPicPr>
          <p:cNvPr id="6" name="Google Shape;190;p17">
            <a:extLst>
              <a:ext uri="{FF2B5EF4-FFF2-40B4-BE49-F238E27FC236}">
                <a16:creationId xmlns:a16="http://schemas.microsoft.com/office/drawing/2014/main" id="{F9357E3A-0A47-5C6A-4624-2811914CCED8}"/>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8" name="Imagem 7">
            <a:extLst>
              <a:ext uri="{FF2B5EF4-FFF2-40B4-BE49-F238E27FC236}">
                <a16:creationId xmlns:a16="http://schemas.microsoft.com/office/drawing/2014/main" id="{696DF5E4-2F80-242A-D680-DE319A19A09A}"/>
              </a:ext>
            </a:extLst>
          </p:cNvPr>
          <p:cNvPicPr>
            <a:picLocks/>
          </p:cNvPicPr>
          <p:nvPr userDrawn="1"/>
        </p:nvPicPr>
        <p:blipFill>
          <a:blip r:embed="rId3"/>
          <a:stretch>
            <a:fillRect/>
          </a:stretch>
        </p:blipFill>
        <p:spPr>
          <a:xfrm>
            <a:off x="298800" y="691201"/>
            <a:ext cx="3434405" cy="2390404"/>
          </a:xfrm>
          <a:prstGeom prst="rect">
            <a:avLst/>
          </a:prstGeom>
        </p:spPr>
      </p:pic>
      <p:sp>
        <p:nvSpPr>
          <p:cNvPr id="2" name="CaixaDeTexto 1">
            <a:extLst>
              <a:ext uri="{FF2B5EF4-FFF2-40B4-BE49-F238E27FC236}">
                <a16:creationId xmlns:a16="http://schemas.microsoft.com/office/drawing/2014/main" id="{78E9625F-D19E-624E-A52E-3E35C3F742DF}"/>
              </a:ext>
            </a:extLst>
          </p:cNvPr>
          <p:cNvSpPr txBox="1"/>
          <p:nvPr userDrawn="1"/>
        </p:nvSpPr>
        <p:spPr>
          <a:xfrm>
            <a:off x="3765176" y="-8785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Google Shape;231;p21">
            <a:extLst>
              <a:ext uri="{FF2B5EF4-FFF2-40B4-BE49-F238E27FC236}">
                <a16:creationId xmlns:a16="http://schemas.microsoft.com/office/drawing/2014/main" id="{76C6D641-729D-5478-E0FD-4482BC0110EA}"/>
              </a:ext>
            </a:extLst>
          </p:cNvPr>
          <p:cNvSpPr txBox="1"/>
          <p:nvPr userDrawn="1"/>
        </p:nvSpPr>
        <p:spPr>
          <a:xfrm>
            <a:off x="943708" y="1324162"/>
            <a:ext cx="2292704"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rgbClr val="FFFFFF"/>
                </a:solidFill>
                <a:latin typeface="Poppins Light" pitchFamily="2" charset="77"/>
                <a:ea typeface="Poppins Light"/>
                <a:cs typeface="Poppins Light" pitchFamily="2" charset="77"/>
                <a:sym typeface="Poppins Light"/>
              </a:rPr>
              <a:t>Pause e</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a:solidFill>
                  <a:srgbClr val="FFFFFF"/>
                </a:solidFill>
                <a:latin typeface="Poppins"/>
                <a:ea typeface="Poppins Light"/>
                <a:cs typeface="Poppins"/>
                <a:sym typeface="Poppins"/>
              </a:rPr>
              <a:t>responda</a:t>
            </a:r>
            <a:endParaRPr lang="pt-BR" sz="3500" b="0" i="0" u="none" strike="noStrike" cap="none" noProof="0">
              <a:solidFill>
                <a:srgbClr val="FFFFFF"/>
              </a:solidFill>
              <a:latin typeface="Poppins Light"/>
              <a:ea typeface="Poppins Light"/>
              <a:cs typeface="Poppins Light"/>
              <a:sym typeface="Poppins Light"/>
            </a:endParaRPr>
          </a:p>
        </p:txBody>
      </p:sp>
      <p:sp>
        <p:nvSpPr>
          <p:cNvPr id="11" name="Espaço Reservado para Texto 10">
            <a:extLst>
              <a:ext uri="{FF2B5EF4-FFF2-40B4-BE49-F238E27FC236}">
                <a16:creationId xmlns:a16="http://schemas.microsoft.com/office/drawing/2014/main" id="{195C8DE1-D92C-0520-6827-BF4E2122A3E1}"/>
              </a:ext>
            </a:extLst>
          </p:cNvPr>
          <p:cNvSpPr>
            <a:spLocks noGrp="1"/>
          </p:cNvSpPr>
          <p:nvPr>
            <p:ph type="body" sz="quarter" idx="10"/>
          </p:nvPr>
        </p:nvSpPr>
        <p:spPr>
          <a:xfrm>
            <a:off x="4539582" y="2093913"/>
            <a:ext cx="10660731" cy="773112"/>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endParaRPr lang="pt-BR"/>
          </a:p>
        </p:txBody>
      </p:sp>
      <p:sp>
        <p:nvSpPr>
          <p:cNvPr id="12" name="Espaço Reservado para Texto 10">
            <a:extLst>
              <a:ext uri="{FF2B5EF4-FFF2-40B4-BE49-F238E27FC236}">
                <a16:creationId xmlns:a16="http://schemas.microsoft.com/office/drawing/2014/main" id="{D96DF696-0CE9-222F-9539-CCDCDE3B62F4}"/>
              </a:ext>
            </a:extLst>
          </p:cNvPr>
          <p:cNvSpPr>
            <a:spLocks noGrp="1"/>
          </p:cNvSpPr>
          <p:nvPr>
            <p:ph type="body" sz="quarter" idx="11"/>
          </p:nvPr>
        </p:nvSpPr>
        <p:spPr>
          <a:xfrm>
            <a:off x="4539583" y="3113243"/>
            <a:ext cx="10660730" cy="1098879"/>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2200" b="0" i="0">
                <a:solidFill>
                  <a:schemeClr val="bg1"/>
                </a:solidFill>
                <a:latin typeface="Poppins" pitchFamily="2" charset="77"/>
                <a:cs typeface="Poppins" pitchFamily="2" charset="77"/>
              </a:defRPr>
            </a:lvl5pPr>
          </a:lstStyle>
          <a:p>
            <a:pPr lvl="4"/>
            <a:endParaRPr lang="pt-BR"/>
          </a:p>
        </p:txBody>
      </p:sp>
    </p:spTree>
    <p:extLst>
      <p:ext uri="{BB962C8B-B14F-4D97-AF65-F5344CB8AC3E}">
        <p14:creationId xmlns:p14="http://schemas.microsoft.com/office/powerpoint/2010/main" val="20368292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Layout Personalizado">
    <p:spTree>
      <p:nvGrpSpPr>
        <p:cNvPr id="1" name=""/>
        <p:cNvGrpSpPr/>
        <p:nvPr/>
      </p:nvGrpSpPr>
      <p:grpSpPr>
        <a:xfrm>
          <a:off x="0" y="0"/>
          <a:ext cx="0" cy="0"/>
          <a:chOff x="0" y="0"/>
          <a:chExt cx="0" cy="0"/>
        </a:xfrm>
      </p:grpSpPr>
      <p:pic>
        <p:nvPicPr>
          <p:cNvPr id="5" name="Google Shape;190;p17">
            <a:extLst>
              <a:ext uri="{FF2B5EF4-FFF2-40B4-BE49-F238E27FC236}">
                <a16:creationId xmlns:a16="http://schemas.microsoft.com/office/drawing/2014/main" id="{DF08B642-629D-10BC-758C-D4D28C96BC5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12" name="Imagem 11">
            <a:extLst>
              <a:ext uri="{FF2B5EF4-FFF2-40B4-BE49-F238E27FC236}">
                <a16:creationId xmlns:a16="http://schemas.microsoft.com/office/drawing/2014/main" id="{45FEB2F3-2DD2-A902-02AA-718E960F516E}"/>
              </a:ext>
            </a:extLst>
          </p:cNvPr>
          <p:cNvPicPr>
            <a:picLocks/>
          </p:cNvPicPr>
          <p:nvPr userDrawn="1"/>
        </p:nvPicPr>
        <p:blipFill>
          <a:blip r:embed="rId3"/>
          <a:stretch>
            <a:fillRect/>
          </a:stretch>
        </p:blipFill>
        <p:spPr>
          <a:xfrm>
            <a:off x="0" y="0"/>
            <a:ext cx="12848420" cy="8071212"/>
          </a:xfrm>
          <a:prstGeom prst="rect">
            <a:avLst/>
          </a:prstGeom>
        </p:spPr>
      </p:pic>
      <p:pic>
        <p:nvPicPr>
          <p:cNvPr id="10" name="Imagem 9">
            <a:extLst>
              <a:ext uri="{FF2B5EF4-FFF2-40B4-BE49-F238E27FC236}">
                <a16:creationId xmlns:a16="http://schemas.microsoft.com/office/drawing/2014/main" id="{0A6790FB-A09B-CE75-55A8-B8125BC1CCEF}"/>
              </a:ext>
            </a:extLst>
          </p:cNvPr>
          <p:cNvPicPr>
            <a:picLocks/>
          </p:cNvPicPr>
          <p:nvPr userDrawn="1"/>
        </p:nvPicPr>
        <p:blipFill>
          <a:blip r:embed="rId3"/>
          <a:stretch>
            <a:fillRect/>
          </a:stretch>
        </p:blipFill>
        <p:spPr>
          <a:xfrm>
            <a:off x="0" y="0"/>
            <a:ext cx="12848420" cy="8071212"/>
          </a:xfrm>
          <a:prstGeom prst="rect">
            <a:avLst/>
          </a:prstGeom>
        </p:spPr>
      </p:pic>
      <p:sp>
        <p:nvSpPr>
          <p:cNvPr id="6" name="Espaço Reservado para Texto 17">
            <a:extLst>
              <a:ext uri="{FF2B5EF4-FFF2-40B4-BE49-F238E27FC236}">
                <a16:creationId xmlns:a16="http://schemas.microsoft.com/office/drawing/2014/main" id="{99B3C895-9A6A-3A70-111A-A4701F153597}"/>
              </a:ext>
            </a:extLst>
          </p:cNvPr>
          <p:cNvSpPr>
            <a:spLocks noGrp="1"/>
          </p:cNvSpPr>
          <p:nvPr>
            <p:ph type="body" sz="quarter" idx="11" hasCustomPrompt="1"/>
          </p:nvPr>
        </p:nvSpPr>
        <p:spPr>
          <a:xfrm>
            <a:off x="3657194" y="1498708"/>
            <a:ext cx="6254750" cy="4692650"/>
          </a:xfrm>
          <a:prstGeom prst="rect">
            <a:avLst/>
          </a:prstGeom>
        </p:spPr>
        <p:txBody>
          <a:bodyPr/>
          <a:lstStyle>
            <a:lvl1pPr>
              <a:defRPr sz="2400">
                <a:latin typeface="Poppins" panose="00000500000000000000" pitchFamily="2" charset="0"/>
                <a:cs typeface="Poppins" panose="00000500000000000000" pitchFamily="2" charset="0"/>
              </a:defRPr>
            </a:lvl1pPr>
            <a:lvl2pPr>
              <a:defRPr sz="1600"/>
            </a:lvl2pPr>
            <a:lvl3pPr>
              <a:defRPr sz="1600"/>
            </a:lvl3pPr>
            <a:lvl4pPr>
              <a:defRPr sz="1600"/>
            </a:lvl4pPr>
            <a:lvl5pPr>
              <a:defRPr sz="1600"/>
            </a:lvl5pPr>
          </a:lstStyle>
          <a:p>
            <a:pPr lvl="0"/>
            <a:r>
              <a:rPr lang="pt-BR" noProof="0"/>
              <a:t>Escreva a citação nesta área </a:t>
            </a:r>
            <a:r>
              <a:rPr lang="en-US"/>
              <a:t>do layout. Lorem Ipsum has been the industry's standard dummy text ever since the 1500s . Lorem Ipsum has been the industry's standard dummy text ever since the 1500s. Lorem Ipsum has been the industry's standard dummy text ever since the 1500s. Lorem Ipsum has been the industry's standard dummy text ever since the 1500s. Lorem Ipsum has been the industry's standard dummy text ever since the 1500s.”</a:t>
            </a:r>
          </a:p>
        </p:txBody>
      </p:sp>
      <p:sp>
        <p:nvSpPr>
          <p:cNvPr id="7" name="Espaço Reservado para Texto 19">
            <a:extLst>
              <a:ext uri="{FF2B5EF4-FFF2-40B4-BE49-F238E27FC236}">
                <a16:creationId xmlns:a16="http://schemas.microsoft.com/office/drawing/2014/main" id="{015A9257-63A1-16A0-C8E8-D41B83F04B6E}"/>
              </a:ext>
            </a:extLst>
          </p:cNvPr>
          <p:cNvSpPr>
            <a:spLocks noGrp="1"/>
          </p:cNvSpPr>
          <p:nvPr>
            <p:ph type="body" sz="quarter" idx="12" hasCustomPrompt="1"/>
          </p:nvPr>
        </p:nvSpPr>
        <p:spPr>
          <a:xfrm>
            <a:off x="3656551" y="6370106"/>
            <a:ext cx="5018087" cy="606425"/>
          </a:xfrm>
          <a:prstGeom prst="rect">
            <a:avLst/>
          </a:prstGeom>
        </p:spPr>
        <p:txBody>
          <a:bodyPr/>
          <a:lstStyle>
            <a:lvl1pPr>
              <a:defRPr sz="1800">
                <a:latin typeface="Poppins" panose="00000500000000000000" pitchFamily="2" charset="0"/>
                <a:cs typeface="Poppins" panose="00000500000000000000" pitchFamily="2" charset="0"/>
              </a:defRPr>
            </a:lvl1pPr>
          </a:lstStyle>
          <a:p>
            <a:pPr lvl="0"/>
            <a:r>
              <a:rPr lang="pt-BR"/>
              <a:t>Referência completa da citação/autoria</a:t>
            </a:r>
          </a:p>
        </p:txBody>
      </p:sp>
    </p:spTree>
    <p:extLst>
      <p:ext uri="{BB962C8B-B14F-4D97-AF65-F5344CB8AC3E}">
        <p14:creationId xmlns:p14="http://schemas.microsoft.com/office/powerpoint/2010/main" val="30297290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_Atividade_Resposta" preserve="1" userDrawn="1">
  <p:cSld name="3_Atividade_Resposta">
    <p:spTree>
      <p:nvGrpSpPr>
        <p:cNvPr id="1" name="Shape 235"/>
        <p:cNvGrpSpPr/>
        <p:nvPr/>
      </p:nvGrpSpPr>
      <p:grpSpPr>
        <a:xfrm>
          <a:off x="0" y="0"/>
          <a:ext cx="0" cy="0"/>
          <a:chOff x="0" y="0"/>
          <a:chExt cx="0" cy="0"/>
        </a:xfrm>
      </p:grpSpPr>
    </p:spTree>
    <p:extLst>
      <p:ext uri="{BB962C8B-B14F-4D97-AF65-F5344CB8AC3E}">
        <p14:creationId xmlns:p14="http://schemas.microsoft.com/office/powerpoint/2010/main" val="37132638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_Atividade_Resposta" preserve="1" userDrawn="1">
  <p:cSld name="3_Atividade_Resposta">
    <p:spTree>
      <p:nvGrpSpPr>
        <p:cNvPr id="1" name="Shape 244"/>
        <p:cNvGrpSpPr/>
        <p:nvPr/>
      </p:nvGrpSpPr>
      <p:grpSpPr>
        <a:xfrm>
          <a:off x="0" y="0"/>
          <a:ext cx="0" cy="0"/>
          <a:chOff x="0" y="0"/>
          <a:chExt cx="0" cy="0"/>
        </a:xfrm>
      </p:grpSpPr>
      <p:pic>
        <p:nvPicPr>
          <p:cNvPr id="2" name="Google Shape;10;p29">
            <a:extLst>
              <a:ext uri="{FF2B5EF4-FFF2-40B4-BE49-F238E27FC236}">
                <a16:creationId xmlns:a16="http://schemas.microsoft.com/office/drawing/2014/main" id="{69B899E0-256B-4ABD-B3CF-5D0279BAB1DB}"/>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17414310" y="169102"/>
            <a:ext cx="648222" cy="304469"/>
          </a:xfrm>
          <a:prstGeom prst="rect">
            <a:avLst/>
          </a:prstGeom>
          <a:noFill/>
          <a:ln>
            <a:noFill/>
          </a:ln>
        </p:spPr>
      </p:pic>
      <p:sp>
        <p:nvSpPr>
          <p:cNvPr id="7" name="Espaço Reservado para Texto 6">
            <a:extLst>
              <a:ext uri="{FF2B5EF4-FFF2-40B4-BE49-F238E27FC236}">
                <a16:creationId xmlns:a16="http://schemas.microsoft.com/office/drawing/2014/main" id="{E128FBB6-9361-0CA4-4757-4C6494BD6187}"/>
              </a:ext>
            </a:extLst>
          </p:cNvPr>
          <p:cNvSpPr>
            <a:spLocks noGrp="1"/>
          </p:cNvSpPr>
          <p:nvPr>
            <p:ph type="body" sz="quarter" idx="10"/>
          </p:nvPr>
        </p:nvSpPr>
        <p:spPr>
          <a:xfrm>
            <a:off x="3950716" y="1987423"/>
            <a:ext cx="7497763" cy="1255713"/>
          </a:xfrm>
          <a:prstGeom prst="rect">
            <a:avLst/>
          </a:prstGeom>
        </p:spPr>
        <p:txBody>
          <a:bodyPr/>
          <a:lstStyle/>
          <a:p>
            <a:pPr lvl="0"/>
            <a:endParaRPr lang="pt-BR"/>
          </a:p>
        </p:txBody>
      </p:sp>
      <p:sp>
        <p:nvSpPr>
          <p:cNvPr id="8" name="Espaço Reservado para Texto 6">
            <a:extLst>
              <a:ext uri="{FF2B5EF4-FFF2-40B4-BE49-F238E27FC236}">
                <a16:creationId xmlns:a16="http://schemas.microsoft.com/office/drawing/2014/main" id="{004B621D-7063-CB00-D5F7-DD7041FE5E25}"/>
              </a:ext>
            </a:extLst>
          </p:cNvPr>
          <p:cNvSpPr>
            <a:spLocks noGrp="1"/>
          </p:cNvSpPr>
          <p:nvPr>
            <p:ph type="body" sz="quarter" idx="11"/>
          </p:nvPr>
        </p:nvSpPr>
        <p:spPr>
          <a:xfrm>
            <a:off x="3950716" y="3511423"/>
            <a:ext cx="7497763" cy="1255713"/>
          </a:xfrm>
          <a:prstGeom prst="rect">
            <a:avLst/>
          </a:prstGeom>
        </p:spPr>
        <p:txBody>
          <a:bodyPr/>
          <a:lstStyle/>
          <a:p>
            <a:pPr lvl="0"/>
            <a:endParaRPr lang="pt-BR"/>
          </a:p>
        </p:txBody>
      </p:sp>
      <p:sp>
        <p:nvSpPr>
          <p:cNvPr id="9" name="Espaço Reservado para Texto 6">
            <a:extLst>
              <a:ext uri="{FF2B5EF4-FFF2-40B4-BE49-F238E27FC236}">
                <a16:creationId xmlns:a16="http://schemas.microsoft.com/office/drawing/2014/main" id="{3ED50221-AC80-3CBF-59A1-8AAD3D8B7C43}"/>
              </a:ext>
            </a:extLst>
          </p:cNvPr>
          <p:cNvSpPr>
            <a:spLocks noGrp="1"/>
          </p:cNvSpPr>
          <p:nvPr>
            <p:ph type="body" sz="quarter" idx="12"/>
          </p:nvPr>
        </p:nvSpPr>
        <p:spPr>
          <a:xfrm>
            <a:off x="3950716" y="5047615"/>
            <a:ext cx="7497763" cy="1255713"/>
          </a:xfrm>
          <a:prstGeom prst="rect">
            <a:avLst/>
          </a:prstGeom>
        </p:spPr>
        <p:txBody>
          <a:bodyPr/>
          <a:lstStyle/>
          <a:p>
            <a:pPr lvl="0"/>
            <a:endParaRPr lang="pt-BR"/>
          </a:p>
        </p:txBody>
      </p:sp>
      <p:sp>
        <p:nvSpPr>
          <p:cNvPr id="10" name="Espaço Reservado para Texto 6">
            <a:extLst>
              <a:ext uri="{FF2B5EF4-FFF2-40B4-BE49-F238E27FC236}">
                <a16:creationId xmlns:a16="http://schemas.microsoft.com/office/drawing/2014/main" id="{5B12E8BA-EADA-382E-01AB-DEE52E919608}"/>
              </a:ext>
            </a:extLst>
          </p:cNvPr>
          <p:cNvSpPr>
            <a:spLocks noGrp="1"/>
          </p:cNvSpPr>
          <p:nvPr>
            <p:ph type="body" sz="quarter" idx="13"/>
          </p:nvPr>
        </p:nvSpPr>
        <p:spPr>
          <a:xfrm>
            <a:off x="3950716" y="6730111"/>
            <a:ext cx="7497763" cy="1255713"/>
          </a:xfrm>
          <a:prstGeom prst="rect">
            <a:avLst/>
          </a:prstGeom>
        </p:spPr>
        <p:txBody>
          <a:bodyPr/>
          <a:lstStyle/>
          <a:p>
            <a:pPr lvl="0"/>
            <a:endParaRPr lang="pt-BR"/>
          </a:p>
        </p:txBody>
      </p:sp>
    </p:spTree>
    <p:extLst>
      <p:ext uri="{BB962C8B-B14F-4D97-AF65-F5344CB8AC3E}">
        <p14:creationId xmlns:p14="http://schemas.microsoft.com/office/powerpoint/2010/main" val="11897978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_Atividade_embranco" preserve="1" userDrawn="1">
  <p:cSld name="2_Atividade_embranco">
    <p:spTree>
      <p:nvGrpSpPr>
        <p:cNvPr id="1" name="Shape 307"/>
        <p:cNvGrpSpPr/>
        <p:nvPr/>
      </p:nvGrpSpPr>
      <p:grpSpPr>
        <a:xfrm>
          <a:off x="0" y="0"/>
          <a:ext cx="0" cy="0"/>
          <a:chOff x="0" y="0"/>
          <a:chExt cx="0" cy="0"/>
        </a:xfrm>
      </p:grpSpPr>
      <p:sp>
        <p:nvSpPr>
          <p:cNvPr id="3" name="Espaço Reservado para Imagem 2">
            <a:extLst>
              <a:ext uri="{FF2B5EF4-FFF2-40B4-BE49-F238E27FC236}">
                <a16:creationId xmlns:a16="http://schemas.microsoft.com/office/drawing/2014/main" id="{CF0416F6-09BD-9981-848C-F13A11B9AEB6}"/>
              </a:ext>
            </a:extLst>
          </p:cNvPr>
          <p:cNvSpPr>
            <a:spLocks noGrp="1"/>
          </p:cNvSpPr>
          <p:nvPr>
            <p:ph type="pic" sz="quarter" idx="10"/>
          </p:nvPr>
        </p:nvSpPr>
        <p:spPr>
          <a:xfrm>
            <a:off x="0" y="0"/>
            <a:ext cx="18288000" cy="10287000"/>
          </a:xfrm>
          <a:prstGeom prst="rect">
            <a:avLst/>
          </a:prstGeom>
          <a:solidFill>
            <a:schemeClr val="bg1">
              <a:lumMod val="85000"/>
            </a:schemeClr>
          </a:solidFill>
        </p:spPr>
        <p:txBody>
          <a:bodyPr/>
          <a:lstStyle>
            <a:lvl1pPr>
              <a:defRPr sz="1800">
                <a:latin typeface="Poppins" pitchFamily="2" charset="77"/>
                <a:cs typeface="Poppins" pitchFamily="2" charset="77"/>
              </a:defRPr>
            </a:lvl1pPr>
          </a:lstStyle>
          <a:p>
            <a:endParaRPr lang="pt-BR"/>
          </a:p>
        </p:txBody>
      </p:sp>
      <p:sp>
        <p:nvSpPr>
          <p:cNvPr id="4" name="Espaço Reservado para Mídia 3">
            <a:extLst>
              <a:ext uri="{FF2B5EF4-FFF2-40B4-BE49-F238E27FC236}">
                <a16:creationId xmlns:a16="http://schemas.microsoft.com/office/drawing/2014/main" id="{93F045AC-FA97-1D94-5C54-6BC8931024B8}"/>
              </a:ext>
            </a:extLst>
          </p:cNvPr>
          <p:cNvSpPr>
            <a:spLocks noGrp="1"/>
          </p:cNvSpPr>
          <p:nvPr>
            <p:ph type="media" sz="quarter" idx="11"/>
          </p:nvPr>
        </p:nvSpPr>
        <p:spPr>
          <a:xfrm>
            <a:off x="1293813" y="1331913"/>
            <a:ext cx="6138862" cy="5408612"/>
          </a:xfrm>
          <a:prstGeom prst="rect">
            <a:avLst/>
          </a:prstGeom>
        </p:spPr>
        <p:txBody>
          <a:bodyPr/>
          <a:lstStyle/>
          <a:p>
            <a:endParaRPr lang="pt-BR"/>
          </a:p>
        </p:txBody>
      </p:sp>
    </p:spTree>
    <p:extLst>
      <p:ext uri="{BB962C8B-B14F-4D97-AF65-F5344CB8AC3E}">
        <p14:creationId xmlns:p14="http://schemas.microsoft.com/office/powerpoint/2010/main" val="30782261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endParaRPr lang="en-US"/>
          </a:p>
        </p:txBody>
      </p:sp>
      <p:sp>
        <p:nvSpPr>
          <p:cNvPr id="5" name="CaixaDeTexto 4">
            <a:extLst>
              <a:ext uri="{FF2B5EF4-FFF2-40B4-BE49-F238E27FC236}">
                <a16:creationId xmlns:a16="http://schemas.microsoft.com/office/drawing/2014/main" id="{692551E1-A191-4E27-15C4-E0C7232A5F0E}"/>
              </a:ext>
            </a:extLst>
          </p:cNvPr>
          <p:cNvSpPr txBox="1"/>
          <p:nvPr userDrawn="1"/>
        </p:nvSpPr>
        <p:spPr>
          <a:xfrm>
            <a:off x="900113" y="4286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8" name="CaixaDeTexto 57">
            <a:extLst>
              <a:ext uri="{FF2B5EF4-FFF2-40B4-BE49-F238E27FC236}">
                <a16:creationId xmlns:a16="http://schemas.microsoft.com/office/drawing/2014/main" id="{E2E6E040-FD12-5F0A-5A7E-31B82D9E5878}"/>
              </a:ext>
            </a:extLst>
          </p:cNvPr>
          <p:cNvSpPr txBox="1"/>
          <p:nvPr userDrawn="1"/>
        </p:nvSpPr>
        <p:spPr>
          <a:xfrm>
            <a:off x="19457233" y="74051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9" name="CaixaDeTexto 58">
            <a:extLst>
              <a:ext uri="{FF2B5EF4-FFF2-40B4-BE49-F238E27FC236}">
                <a16:creationId xmlns:a16="http://schemas.microsoft.com/office/drawing/2014/main" id="{86AC8CDC-DB5B-8576-7D5B-627A6FF675DE}"/>
              </a:ext>
            </a:extLst>
          </p:cNvPr>
          <p:cNvSpPr txBox="1"/>
          <p:nvPr userDrawn="1"/>
        </p:nvSpPr>
        <p:spPr>
          <a:xfrm>
            <a:off x="19037508" y="583117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62" name="Espaço Reservado para Texto 60">
            <a:extLst>
              <a:ext uri="{FF2B5EF4-FFF2-40B4-BE49-F238E27FC236}">
                <a16:creationId xmlns:a16="http://schemas.microsoft.com/office/drawing/2014/main" id="{89F34A58-1D03-1A84-8D44-35B61CAAC606}"/>
              </a:ext>
            </a:extLst>
          </p:cNvPr>
          <p:cNvSpPr>
            <a:spLocks noGrp="1"/>
          </p:cNvSpPr>
          <p:nvPr>
            <p:ph type="body" sz="quarter" idx="19"/>
          </p:nvPr>
        </p:nvSpPr>
        <p:spPr>
          <a:xfrm>
            <a:off x="1317708" y="7057869"/>
            <a:ext cx="3763957" cy="460190"/>
          </a:xfrm>
          <a:prstGeom prst="rect">
            <a:avLst/>
          </a:prstGeom>
        </p:spPr>
        <p:txBody>
          <a:bodyPr anchor="ctr"/>
          <a:lstStyle>
            <a:lvl1pPr>
              <a:defRPr sz="1700" b="1">
                <a:latin typeface="Poppins" pitchFamily="2" charset="77"/>
                <a:cs typeface="Poppins" pitchFamily="2" charset="77"/>
              </a:defRPr>
            </a:lvl1pPr>
          </a:lstStyle>
          <a:p>
            <a:pPr lvl="0"/>
            <a:endParaRPr lang="pt-BR"/>
          </a:p>
        </p:txBody>
      </p:sp>
      <p:sp>
        <p:nvSpPr>
          <p:cNvPr id="64" name="Espaço Reservado para Texto 60">
            <a:extLst>
              <a:ext uri="{FF2B5EF4-FFF2-40B4-BE49-F238E27FC236}">
                <a16:creationId xmlns:a16="http://schemas.microsoft.com/office/drawing/2014/main" id="{C64C4F39-6E3E-2CBC-C02F-85C4D8E437D4}"/>
              </a:ext>
            </a:extLst>
          </p:cNvPr>
          <p:cNvSpPr>
            <a:spLocks noGrp="1"/>
          </p:cNvSpPr>
          <p:nvPr>
            <p:ph type="body" sz="quarter" idx="20"/>
          </p:nvPr>
        </p:nvSpPr>
        <p:spPr>
          <a:xfrm>
            <a:off x="1317708" y="7792387"/>
            <a:ext cx="3763957" cy="460190"/>
          </a:xfrm>
          <a:prstGeom prst="rect">
            <a:avLst/>
          </a:prstGeom>
        </p:spPr>
        <p:txBody>
          <a:bodyPr anchor="ctr"/>
          <a:lstStyle>
            <a:lvl1pPr>
              <a:defRPr sz="1700" b="1">
                <a:latin typeface="Poppins" pitchFamily="2" charset="77"/>
                <a:cs typeface="Poppins" pitchFamily="2" charset="77"/>
              </a:defRPr>
            </a:lvl1pPr>
          </a:lstStyle>
          <a:p>
            <a:pPr lvl="0"/>
            <a:endParaRPr lang="pt-BR"/>
          </a:p>
        </p:txBody>
      </p:sp>
      <p:sp>
        <p:nvSpPr>
          <p:cNvPr id="44" name="CaixaDeTexto 43">
            <a:extLst>
              <a:ext uri="{FF2B5EF4-FFF2-40B4-BE49-F238E27FC236}">
                <a16:creationId xmlns:a16="http://schemas.microsoft.com/office/drawing/2014/main" id="{DD2F756A-5714-9640-0D25-5AA63BD888B1}"/>
              </a:ext>
            </a:extLst>
          </p:cNvPr>
          <p:cNvSpPr txBox="1"/>
          <p:nvPr userDrawn="1"/>
        </p:nvSpPr>
        <p:spPr>
          <a:xfrm>
            <a:off x="5414682" y="-155985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22" name="Imagem 21">
            <a:extLst>
              <a:ext uri="{FF2B5EF4-FFF2-40B4-BE49-F238E27FC236}">
                <a16:creationId xmlns:a16="http://schemas.microsoft.com/office/drawing/2014/main" id="{E3ECD465-0F18-937F-62F9-25CE49266F32}"/>
              </a:ext>
            </a:extLst>
          </p:cNvPr>
          <p:cNvPicPr>
            <a:picLocks/>
          </p:cNvPicPr>
          <p:nvPr userDrawn="1"/>
        </p:nvPicPr>
        <p:blipFill>
          <a:blip r:embed="rId2"/>
          <a:stretch>
            <a:fillRect/>
          </a:stretch>
        </p:blipFill>
        <p:spPr>
          <a:xfrm>
            <a:off x="396001" y="421201"/>
            <a:ext cx="3434405" cy="2390404"/>
          </a:xfrm>
          <a:prstGeom prst="rect">
            <a:avLst/>
          </a:prstGeom>
        </p:spPr>
      </p:pic>
      <p:sp>
        <p:nvSpPr>
          <p:cNvPr id="45" name="Google Shape;207;p37">
            <a:extLst>
              <a:ext uri="{FF2B5EF4-FFF2-40B4-BE49-F238E27FC236}">
                <a16:creationId xmlns:a16="http://schemas.microsoft.com/office/drawing/2014/main" id="{C8CD85CF-E847-0B14-CC93-032F679F65D1}"/>
              </a:ext>
            </a:extLst>
          </p:cNvPr>
          <p:cNvSpPr txBox="1"/>
          <p:nvPr userDrawn="1"/>
        </p:nvSpPr>
        <p:spPr>
          <a:xfrm>
            <a:off x="851621" y="1158906"/>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
        <p:nvSpPr>
          <p:cNvPr id="6" name="CaixaDeTexto 5">
            <a:extLst>
              <a:ext uri="{FF2B5EF4-FFF2-40B4-BE49-F238E27FC236}">
                <a16:creationId xmlns:a16="http://schemas.microsoft.com/office/drawing/2014/main" id="{DA5F2E09-8E0A-6D2A-4DDE-494301825C0A}"/>
              </a:ext>
            </a:extLst>
          </p:cNvPr>
          <p:cNvSpPr txBox="1"/>
          <p:nvPr userDrawn="1"/>
        </p:nvSpPr>
        <p:spPr>
          <a:xfrm>
            <a:off x="6802880" y="1694394"/>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1</a:t>
            </a:r>
          </a:p>
        </p:txBody>
      </p:sp>
      <p:cxnSp>
        <p:nvCxnSpPr>
          <p:cNvPr id="7" name="Google Shape;164;p37">
            <a:extLst>
              <a:ext uri="{FF2B5EF4-FFF2-40B4-BE49-F238E27FC236}">
                <a16:creationId xmlns:a16="http://schemas.microsoft.com/office/drawing/2014/main" id="{AE09C5A7-C4C7-3633-E631-10825874757F}"/>
              </a:ext>
            </a:extLst>
          </p:cNvPr>
          <p:cNvCxnSpPr>
            <a:cxnSpLocks/>
          </p:cNvCxnSpPr>
          <p:nvPr userDrawn="1"/>
        </p:nvCxnSpPr>
        <p:spPr>
          <a:xfrm>
            <a:off x="6802880" y="2528112"/>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8" name="CaixaDeTexto 7">
            <a:extLst>
              <a:ext uri="{FF2B5EF4-FFF2-40B4-BE49-F238E27FC236}">
                <a16:creationId xmlns:a16="http://schemas.microsoft.com/office/drawing/2014/main" id="{FE8B2D2B-B67A-7A10-B546-F7E759E5AE78}"/>
              </a:ext>
            </a:extLst>
          </p:cNvPr>
          <p:cNvSpPr txBox="1"/>
          <p:nvPr userDrawn="1"/>
        </p:nvSpPr>
        <p:spPr>
          <a:xfrm>
            <a:off x="6802880" y="3892162"/>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2</a:t>
            </a:r>
          </a:p>
        </p:txBody>
      </p:sp>
      <p:cxnSp>
        <p:nvCxnSpPr>
          <p:cNvPr id="9" name="Google Shape;164;p37">
            <a:extLst>
              <a:ext uri="{FF2B5EF4-FFF2-40B4-BE49-F238E27FC236}">
                <a16:creationId xmlns:a16="http://schemas.microsoft.com/office/drawing/2014/main" id="{8AB8AC0D-9A4E-DBE1-5676-875911095757}"/>
              </a:ext>
            </a:extLst>
          </p:cNvPr>
          <p:cNvCxnSpPr>
            <a:cxnSpLocks/>
          </p:cNvCxnSpPr>
          <p:nvPr userDrawn="1"/>
        </p:nvCxnSpPr>
        <p:spPr>
          <a:xfrm>
            <a:off x="6802880" y="4725880"/>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0" name="CaixaDeTexto 9">
            <a:extLst>
              <a:ext uri="{FF2B5EF4-FFF2-40B4-BE49-F238E27FC236}">
                <a16:creationId xmlns:a16="http://schemas.microsoft.com/office/drawing/2014/main" id="{5ED10435-0A3C-2A5F-6383-B0823A79FE88}"/>
              </a:ext>
            </a:extLst>
          </p:cNvPr>
          <p:cNvSpPr txBox="1"/>
          <p:nvPr userDrawn="1"/>
        </p:nvSpPr>
        <p:spPr>
          <a:xfrm>
            <a:off x="6802880" y="6089930"/>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3</a:t>
            </a:r>
          </a:p>
        </p:txBody>
      </p:sp>
      <p:cxnSp>
        <p:nvCxnSpPr>
          <p:cNvPr id="11" name="Google Shape;164;p37">
            <a:extLst>
              <a:ext uri="{FF2B5EF4-FFF2-40B4-BE49-F238E27FC236}">
                <a16:creationId xmlns:a16="http://schemas.microsoft.com/office/drawing/2014/main" id="{C307C398-EACE-2BA8-6037-73AFF176AE76}"/>
              </a:ext>
            </a:extLst>
          </p:cNvPr>
          <p:cNvCxnSpPr>
            <a:cxnSpLocks/>
          </p:cNvCxnSpPr>
          <p:nvPr userDrawn="1"/>
        </p:nvCxnSpPr>
        <p:spPr>
          <a:xfrm>
            <a:off x="6802880" y="6923648"/>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2" name="CaixaDeTexto 11">
            <a:extLst>
              <a:ext uri="{FF2B5EF4-FFF2-40B4-BE49-F238E27FC236}">
                <a16:creationId xmlns:a16="http://schemas.microsoft.com/office/drawing/2014/main" id="{7B368B3B-CB9A-2B11-2C53-430B67C14E1F}"/>
              </a:ext>
            </a:extLst>
          </p:cNvPr>
          <p:cNvSpPr txBox="1"/>
          <p:nvPr userDrawn="1"/>
        </p:nvSpPr>
        <p:spPr>
          <a:xfrm>
            <a:off x="6802880" y="8287699"/>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4</a:t>
            </a:r>
          </a:p>
        </p:txBody>
      </p:sp>
      <p:cxnSp>
        <p:nvCxnSpPr>
          <p:cNvPr id="13" name="Google Shape;164;p37">
            <a:extLst>
              <a:ext uri="{FF2B5EF4-FFF2-40B4-BE49-F238E27FC236}">
                <a16:creationId xmlns:a16="http://schemas.microsoft.com/office/drawing/2014/main" id="{5991BC56-AAA0-E465-9AC1-50D541BE4CC8}"/>
              </a:ext>
            </a:extLst>
          </p:cNvPr>
          <p:cNvCxnSpPr>
            <a:cxnSpLocks/>
          </p:cNvCxnSpPr>
          <p:nvPr userDrawn="1"/>
        </p:nvCxnSpPr>
        <p:spPr>
          <a:xfrm>
            <a:off x="6802880" y="9121417"/>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4" name="Espaço Reservado para Texto 36">
            <a:extLst>
              <a:ext uri="{FF2B5EF4-FFF2-40B4-BE49-F238E27FC236}">
                <a16:creationId xmlns:a16="http://schemas.microsoft.com/office/drawing/2014/main" id="{AEE2E579-CD98-D37C-FE78-141FDCCA16E5}"/>
              </a:ext>
            </a:extLst>
          </p:cNvPr>
          <p:cNvSpPr>
            <a:spLocks noGrp="1"/>
          </p:cNvSpPr>
          <p:nvPr>
            <p:ph type="body" sz="quarter" idx="21"/>
          </p:nvPr>
        </p:nvSpPr>
        <p:spPr>
          <a:xfrm>
            <a:off x="7810500" y="914402"/>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5" name="Espaço Reservado para Texto 36">
            <a:extLst>
              <a:ext uri="{FF2B5EF4-FFF2-40B4-BE49-F238E27FC236}">
                <a16:creationId xmlns:a16="http://schemas.microsoft.com/office/drawing/2014/main" id="{E8BAC3AD-3484-8D56-B2FE-C840FDB0D3A6}"/>
              </a:ext>
            </a:extLst>
          </p:cNvPr>
          <p:cNvSpPr>
            <a:spLocks noGrp="1"/>
          </p:cNvSpPr>
          <p:nvPr>
            <p:ph type="body" sz="quarter" idx="22"/>
          </p:nvPr>
        </p:nvSpPr>
        <p:spPr>
          <a:xfrm>
            <a:off x="7810500" y="3117956"/>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6" name="Espaço Reservado para Texto 36">
            <a:extLst>
              <a:ext uri="{FF2B5EF4-FFF2-40B4-BE49-F238E27FC236}">
                <a16:creationId xmlns:a16="http://schemas.microsoft.com/office/drawing/2014/main" id="{A9EA8429-D773-7F56-9FE3-61DD76BBD127}"/>
              </a:ext>
            </a:extLst>
          </p:cNvPr>
          <p:cNvSpPr>
            <a:spLocks noGrp="1"/>
          </p:cNvSpPr>
          <p:nvPr>
            <p:ph type="body" sz="quarter" idx="23"/>
          </p:nvPr>
        </p:nvSpPr>
        <p:spPr>
          <a:xfrm>
            <a:off x="7810500" y="5306520"/>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7" name="Espaço Reservado para Texto 36">
            <a:extLst>
              <a:ext uri="{FF2B5EF4-FFF2-40B4-BE49-F238E27FC236}">
                <a16:creationId xmlns:a16="http://schemas.microsoft.com/office/drawing/2014/main" id="{57F476AA-8149-FB0D-8284-2AA34057A108}"/>
              </a:ext>
            </a:extLst>
          </p:cNvPr>
          <p:cNvSpPr>
            <a:spLocks noGrp="1"/>
          </p:cNvSpPr>
          <p:nvPr>
            <p:ph type="body" sz="quarter" idx="13"/>
          </p:nvPr>
        </p:nvSpPr>
        <p:spPr>
          <a:xfrm>
            <a:off x="7810500" y="7510074"/>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29091639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5_OqueAprendemos" userDrawn="1">
  <p:cSld name="5_OqueAprendemos">
    <p:spTree>
      <p:nvGrpSpPr>
        <p:cNvPr id="1" name="Shape 340"/>
        <p:cNvGrpSpPr/>
        <p:nvPr/>
      </p:nvGrpSpPr>
      <p:grpSpPr>
        <a:xfrm>
          <a:off x="0" y="0"/>
          <a:ext cx="0" cy="0"/>
          <a:chOff x="0" y="0"/>
          <a:chExt cx="0" cy="0"/>
        </a:xfrm>
      </p:grpSpPr>
      <p:pic>
        <p:nvPicPr>
          <p:cNvPr id="3" name="Google Shape;324;p32">
            <a:extLst>
              <a:ext uri="{FF2B5EF4-FFF2-40B4-BE49-F238E27FC236}">
                <a16:creationId xmlns:a16="http://schemas.microsoft.com/office/drawing/2014/main" id="{3CC9B972-2FC2-310D-2E4E-FAC046494CE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5662874" cy="10286974"/>
          </a:xfrm>
          <a:prstGeom prst="rect">
            <a:avLst/>
          </a:prstGeom>
          <a:noFill/>
          <a:ln>
            <a:noFill/>
          </a:ln>
        </p:spPr>
      </p:pic>
      <p:pic>
        <p:nvPicPr>
          <p:cNvPr id="342" name="Google Shape;342;p32"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98746" y="1042736"/>
            <a:ext cx="5734704" cy="5848915"/>
          </a:xfrm>
          <a:prstGeom prst="ellipse">
            <a:avLst/>
          </a:prstGeom>
          <a:noFill/>
          <a:ln>
            <a:noFill/>
          </a:ln>
        </p:spPr>
      </p:pic>
      <p:pic>
        <p:nvPicPr>
          <p:cNvPr id="10" name="Imagem 9">
            <a:extLst>
              <a:ext uri="{FF2B5EF4-FFF2-40B4-BE49-F238E27FC236}">
                <a16:creationId xmlns:a16="http://schemas.microsoft.com/office/drawing/2014/main" id="{B40CBDE5-9595-EE0E-F1A8-54400EFD6627}"/>
              </a:ext>
            </a:extLst>
          </p:cNvPr>
          <p:cNvPicPr>
            <a:picLocks/>
          </p:cNvPicPr>
          <p:nvPr userDrawn="1"/>
        </p:nvPicPr>
        <p:blipFill>
          <a:blip r:embed="rId4"/>
          <a:stretch>
            <a:fillRect/>
          </a:stretch>
        </p:blipFill>
        <p:spPr>
          <a:xfrm>
            <a:off x="2815204" y="5871609"/>
            <a:ext cx="3434405" cy="2390404"/>
          </a:xfrm>
          <a:prstGeom prst="rect">
            <a:avLst/>
          </a:prstGeom>
        </p:spPr>
      </p:pic>
      <p:sp>
        <p:nvSpPr>
          <p:cNvPr id="8" name="Google Shape;353;p32">
            <a:extLst>
              <a:ext uri="{FF2B5EF4-FFF2-40B4-BE49-F238E27FC236}">
                <a16:creationId xmlns:a16="http://schemas.microsoft.com/office/drawing/2014/main" id="{5B0C2897-579F-FE65-592E-938F0D032DAB}"/>
              </a:ext>
            </a:extLst>
          </p:cNvPr>
          <p:cNvSpPr txBox="1"/>
          <p:nvPr userDrawn="1"/>
        </p:nvSpPr>
        <p:spPr>
          <a:xfrm>
            <a:off x="3068680" y="6299311"/>
            <a:ext cx="3002646" cy="16158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a:ea typeface="Poppins Light"/>
                <a:cs typeface="Poppins Light"/>
                <a:sym typeface="Poppins Light"/>
              </a:rPr>
              <a:t>O que nós</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a:solidFill>
                  <a:schemeClr val="lt1"/>
                </a:solidFill>
                <a:latin typeface="Poppins"/>
                <a:ea typeface="Poppins"/>
                <a:cs typeface="Poppins"/>
                <a:sym typeface="Poppins"/>
              </a:rPr>
              <a:t>aprendemos hoje?</a:t>
            </a:r>
            <a:endParaRPr lang="pt-BR" sz="3500" b="0" i="0" u="none" strike="noStrike" cap="none" noProof="0">
              <a:solidFill>
                <a:schemeClr val="lt1"/>
              </a:solidFill>
              <a:latin typeface="Poppins Light"/>
              <a:ea typeface="Poppins Light"/>
              <a:cs typeface="Poppins Light"/>
              <a:sym typeface="Poppins Light"/>
            </a:endParaRPr>
          </a:p>
        </p:txBody>
      </p:sp>
      <p:sp>
        <p:nvSpPr>
          <p:cNvPr id="4" name="Google Shape;689;p48">
            <a:extLst>
              <a:ext uri="{FF2B5EF4-FFF2-40B4-BE49-F238E27FC236}">
                <a16:creationId xmlns:a16="http://schemas.microsoft.com/office/drawing/2014/main" id="{3A19ED95-0334-F47C-AF86-3309C91852AB}"/>
              </a:ext>
            </a:extLst>
          </p:cNvPr>
          <p:cNvSpPr txBox="1">
            <a:spLocks/>
          </p:cNvSpPr>
          <p:nvPr userDrawn="1"/>
        </p:nvSpPr>
        <p:spPr>
          <a:xfrm>
            <a:off x="1377140" y="6988180"/>
            <a:ext cx="1249754" cy="238087"/>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360"/>
              </a:spcBef>
              <a:buSzPts val="1200"/>
              <a:buFont typeface="Arial" pitchFamily="34" charset="0"/>
              <a:buNone/>
            </a:pPr>
            <a:r>
              <a:rPr lang="pt-BR" sz="1200">
                <a:solidFill>
                  <a:schemeClr val="bg1"/>
                </a:solidFill>
                <a:latin typeface="Poppins Light" panose="00000400000000000000" pitchFamily="2" charset="0"/>
                <a:cs typeface="Poppins Light" panose="00000400000000000000" pitchFamily="2" charset="0"/>
              </a:rPr>
              <a:t>© Getty Images</a:t>
            </a:r>
          </a:p>
        </p:txBody>
      </p:sp>
      <p:sp>
        <p:nvSpPr>
          <p:cNvPr id="2" name="Google Shape;345;p32">
            <a:extLst>
              <a:ext uri="{FF2B5EF4-FFF2-40B4-BE49-F238E27FC236}">
                <a16:creationId xmlns:a16="http://schemas.microsoft.com/office/drawing/2014/main" id="{D958A6C2-8B71-D5A0-1C68-95723A4C4FE5}"/>
              </a:ext>
            </a:extLst>
          </p:cNvPr>
          <p:cNvSpPr txBox="1">
            <a:spLocks noGrp="1"/>
          </p:cNvSpPr>
          <p:nvPr>
            <p:ph type="body" idx="2"/>
          </p:nvPr>
        </p:nvSpPr>
        <p:spPr>
          <a:xfrm>
            <a:off x="7301898" y="2537432"/>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1" name="Google Shape;347;p32">
            <a:extLst>
              <a:ext uri="{FF2B5EF4-FFF2-40B4-BE49-F238E27FC236}">
                <a16:creationId xmlns:a16="http://schemas.microsoft.com/office/drawing/2014/main" id="{D60E57C9-84D4-8D99-0D6C-C59B32F7C630}"/>
              </a:ext>
            </a:extLst>
          </p:cNvPr>
          <p:cNvSpPr txBox="1">
            <a:spLocks noGrp="1"/>
          </p:cNvSpPr>
          <p:nvPr>
            <p:ph type="body" idx="3"/>
          </p:nvPr>
        </p:nvSpPr>
        <p:spPr>
          <a:xfrm>
            <a:off x="7301898" y="4620023"/>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4" name="Google Shape;349;p32">
            <a:extLst>
              <a:ext uri="{FF2B5EF4-FFF2-40B4-BE49-F238E27FC236}">
                <a16:creationId xmlns:a16="http://schemas.microsoft.com/office/drawing/2014/main" id="{142C7AEA-387E-A052-1D08-8A416B8497BB}"/>
              </a:ext>
            </a:extLst>
          </p:cNvPr>
          <p:cNvSpPr txBox="1">
            <a:spLocks noGrp="1"/>
          </p:cNvSpPr>
          <p:nvPr>
            <p:ph type="body" idx="4"/>
          </p:nvPr>
        </p:nvSpPr>
        <p:spPr>
          <a:xfrm>
            <a:off x="7301898" y="6736255"/>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3" name="Google Shape;233;p39">
            <a:extLst>
              <a:ext uri="{FF2B5EF4-FFF2-40B4-BE49-F238E27FC236}">
                <a16:creationId xmlns:a16="http://schemas.microsoft.com/office/drawing/2014/main" id="{23D223AE-6B47-5244-85DA-E25526DF3862}"/>
              </a:ext>
            </a:extLst>
          </p:cNvPr>
          <p:cNvSpPr txBox="1"/>
          <p:nvPr userDrawn="1"/>
        </p:nvSpPr>
        <p:spPr>
          <a:xfrm>
            <a:off x="6904767" y="2606438"/>
            <a:ext cx="331544" cy="883127"/>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4099" b="1" i="0" u="none" strike="noStrike" cap="none">
                <a:solidFill>
                  <a:schemeClr val="tx1"/>
                </a:solidFill>
                <a:latin typeface="Poppins"/>
                <a:ea typeface="Poppins"/>
                <a:cs typeface="Poppins"/>
                <a:sym typeface="Poppins"/>
              </a:rPr>
              <a:t>1</a:t>
            </a:r>
            <a:endParaRPr sz="1400" b="0" i="0" u="none" strike="noStrike" cap="none">
              <a:solidFill>
                <a:schemeClr val="tx1"/>
              </a:solidFill>
              <a:latin typeface="Arial"/>
              <a:ea typeface="Arial"/>
              <a:cs typeface="Arial"/>
              <a:sym typeface="Arial"/>
            </a:endParaRPr>
          </a:p>
        </p:txBody>
      </p:sp>
      <p:sp>
        <p:nvSpPr>
          <p:cNvPr id="16" name="Google Shape;235;p39">
            <a:extLst>
              <a:ext uri="{FF2B5EF4-FFF2-40B4-BE49-F238E27FC236}">
                <a16:creationId xmlns:a16="http://schemas.microsoft.com/office/drawing/2014/main" id="{607A1E13-022D-D9F1-086C-636AF8EAE3BA}"/>
              </a:ext>
            </a:extLst>
          </p:cNvPr>
          <p:cNvSpPr txBox="1"/>
          <p:nvPr userDrawn="1"/>
        </p:nvSpPr>
        <p:spPr>
          <a:xfrm>
            <a:off x="6862237" y="4401353"/>
            <a:ext cx="331544" cy="883127"/>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4099" b="1" i="0" u="none" strike="noStrike" cap="none">
                <a:solidFill>
                  <a:schemeClr val="tx1"/>
                </a:solidFill>
                <a:latin typeface="Poppins"/>
                <a:ea typeface="Poppins"/>
                <a:cs typeface="Poppins"/>
                <a:sym typeface="Poppins"/>
              </a:rPr>
              <a:t>2</a:t>
            </a:r>
            <a:endParaRPr sz="1400" b="0" i="0" u="none" strike="noStrike" cap="none">
              <a:solidFill>
                <a:schemeClr val="tx1"/>
              </a:solidFill>
              <a:latin typeface="Arial"/>
              <a:ea typeface="Arial"/>
              <a:cs typeface="Arial"/>
              <a:sym typeface="Arial"/>
            </a:endParaRPr>
          </a:p>
        </p:txBody>
      </p:sp>
      <p:sp>
        <p:nvSpPr>
          <p:cNvPr id="17" name="Google Shape;237;p39">
            <a:extLst>
              <a:ext uri="{FF2B5EF4-FFF2-40B4-BE49-F238E27FC236}">
                <a16:creationId xmlns:a16="http://schemas.microsoft.com/office/drawing/2014/main" id="{2E8F90B6-2731-530A-A552-FC88DAE9F7F9}"/>
              </a:ext>
            </a:extLst>
          </p:cNvPr>
          <p:cNvSpPr txBox="1"/>
          <p:nvPr userDrawn="1"/>
        </p:nvSpPr>
        <p:spPr>
          <a:xfrm>
            <a:off x="6862237" y="6196268"/>
            <a:ext cx="331544" cy="883127"/>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4099" b="1" i="0" u="none" strike="noStrike" cap="none">
                <a:solidFill>
                  <a:schemeClr val="tx1"/>
                </a:solidFill>
                <a:latin typeface="Poppins"/>
                <a:ea typeface="Poppins"/>
                <a:cs typeface="Poppins"/>
                <a:sym typeface="Poppins"/>
              </a:rPr>
              <a:t>3</a:t>
            </a:r>
            <a:endParaRPr sz="1400" b="0" i="0" u="none" strike="noStrike" cap="none">
              <a:solidFill>
                <a:schemeClr val="tx1"/>
              </a:solidFill>
              <a:latin typeface="Arial"/>
              <a:ea typeface="Arial"/>
              <a:cs typeface="Arial"/>
              <a:sym typeface="Arial"/>
            </a:endParaRPr>
          </a:p>
        </p:txBody>
      </p:sp>
      <p:sp>
        <p:nvSpPr>
          <p:cNvPr id="9" name="CaixaDeTexto 8">
            <a:extLst>
              <a:ext uri="{FF2B5EF4-FFF2-40B4-BE49-F238E27FC236}">
                <a16:creationId xmlns:a16="http://schemas.microsoft.com/office/drawing/2014/main" id="{7EBE2669-C701-CF93-6C9B-1A151924C387}"/>
              </a:ext>
            </a:extLst>
          </p:cNvPr>
          <p:cNvSpPr txBox="1"/>
          <p:nvPr userDrawn="1"/>
        </p:nvSpPr>
        <p:spPr>
          <a:xfrm>
            <a:off x="18454255" y="1357745"/>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2005588150"/>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5_OqueAprendemos" preserve="1" userDrawn="1">
  <p:cSld name="6_OqueAprendemos">
    <p:spTree>
      <p:nvGrpSpPr>
        <p:cNvPr id="1" name="Shape 340"/>
        <p:cNvGrpSpPr/>
        <p:nvPr/>
      </p:nvGrpSpPr>
      <p:grpSpPr>
        <a:xfrm>
          <a:off x="0" y="0"/>
          <a:ext cx="0" cy="0"/>
          <a:chOff x="0" y="0"/>
          <a:chExt cx="0" cy="0"/>
        </a:xfrm>
      </p:grpSpPr>
      <p:pic>
        <p:nvPicPr>
          <p:cNvPr id="3" name="Google Shape;324;p32">
            <a:extLst>
              <a:ext uri="{FF2B5EF4-FFF2-40B4-BE49-F238E27FC236}">
                <a16:creationId xmlns:a16="http://schemas.microsoft.com/office/drawing/2014/main" id="{E22AC8E9-5E0D-65AB-29C1-402DD6CDF5F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5662874" cy="10286974"/>
          </a:xfrm>
          <a:prstGeom prst="rect">
            <a:avLst/>
          </a:prstGeom>
          <a:noFill/>
          <a:ln>
            <a:noFill/>
          </a:ln>
        </p:spPr>
      </p:pic>
      <p:pic>
        <p:nvPicPr>
          <p:cNvPr id="342" name="Google Shape;342;p32"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98746" y="1042736"/>
            <a:ext cx="5734704" cy="5848915"/>
          </a:xfrm>
          <a:prstGeom prst="ellipse">
            <a:avLst/>
          </a:prstGeom>
          <a:noFill/>
          <a:ln>
            <a:noFill/>
          </a:ln>
        </p:spPr>
      </p:pic>
      <p:pic>
        <p:nvPicPr>
          <p:cNvPr id="9" name="Imagem 8">
            <a:extLst>
              <a:ext uri="{FF2B5EF4-FFF2-40B4-BE49-F238E27FC236}">
                <a16:creationId xmlns:a16="http://schemas.microsoft.com/office/drawing/2014/main" id="{6B63D34B-43C9-3167-A6E7-B79D3C296246}"/>
              </a:ext>
            </a:extLst>
          </p:cNvPr>
          <p:cNvPicPr>
            <a:picLocks/>
          </p:cNvPicPr>
          <p:nvPr userDrawn="1"/>
        </p:nvPicPr>
        <p:blipFill>
          <a:blip r:embed="rId4"/>
          <a:stretch>
            <a:fillRect/>
          </a:stretch>
        </p:blipFill>
        <p:spPr>
          <a:xfrm>
            <a:off x="2815204" y="5871609"/>
            <a:ext cx="3434405" cy="2390404"/>
          </a:xfrm>
          <a:prstGeom prst="rect">
            <a:avLst/>
          </a:prstGeom>
        </p:spPr>
      </p:pic>
      <p:sp>
        <p:nvSpPr>
          <p:cNvPr id="8" name="Google Shape;353;p32">
            <a:extLst>
              <a:ext uri="{FF2B5EF4-FFF2-40B4-BE49-F238E27FC236}">
                <a16:creationId xmlns:a16="http://schemas.microsoft.com/office/drawing/2014/main" id="{5B0C2897-579F-FE65-592E-938F0D032DAB}"/>
              </a:ext>
            </a:extLst>
          </p:cNvPr>
          <p:cNvSpPr txBox="1"/>
          <p:nvPr userDrawn="1"/>
        </p:nvSpPr>
        <p:spPr>
          <a:xfrm>
            <a:off x="3068680" y="6299311"/>
            <a:ext cx="3002646" cy="16158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a:ea typeface="Poppins Light"/>
                <a:cs typeface="Poppins Light"/>
                <a:sym typeface="Poppins Light"/>
              </a:rPr>
              <a:t>O que nós</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a:solidFill>
                  <a:schemeClr val="lt1"/>
                </a:solidFill>
                <a:latin typeface="Poppins"/>
                <a:ea typeface="Poppins"/>
                <a:cs typeface="Poppins"/>
                <a:sym typeface="Poppins"/>
              </a:rPr>
              <a:t>aprendemos hoje?</a:t>
            </a:r>
            <a:endParaRPr lang="pt-BR" sz="3500" b="0" i="0" u="none" strike="noStrike" cap="none" noProof="0">
              <a:solidFill>
                <a:schemeClr val="lt1"/>
              </a:solidFill>
              <a:latin typeface="Poppins Light"/>
              <a:ea typeface="Poppins Light"/>
              <a:cs typeface="Poppins Light"/>
              <a:sym typeface="Poppins Light"/>
            </a:endParaRPr>
          </a:p>
        </p:txBody>
      </p:sp>
      <p:sp>
        <p:nvSpPr>
          <p:cNvPr id="4" name="Google Shape;689;p48">
            <a:extLst>
              <a:ext uri="{FF2B5EF4-FFF2-40B4-BE49-F238E27FC236}">
                <a16:creationId xmlns:a16="http://schemas.microsoft.com/office/drawing/2014/main" id="{3A19ED95-0334-F47C-AF86-3309C91852AB}"/>
              </a:ext>
            </a:extLst>
          </p:cNvPr>
          <p:cNvSpPr txBox="1">
            <a:spLocks/>
          </p:cNvSpPr>
          <p:nvPr userDrawn="1"/>
        </p:nvSpPr>
        <p:spPr>
          <a:xfrm>
            <a:off x="1377140" y="6988180"/>
            <a:ext cx="1249754" cy="238087"/>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360"/>
              </a:spcBef>
              <a:buSzPts val="1200"/>
              <a:buFont typeface="Arial" pitchFamily="34" charset="0"/>
              <a:buNone/>
            </a:pPr>
            <a:r>
              <a:rPr lang="pt-BR" sz="1200">
                <a:solidFill>
                  <a:schemeClr val="bg1"/>
                </a:solidFill>
                <a:latin typeface="Poppins Light" panose="00000400000000000000" pitchFamily="2" charset="0"/>
                <a:cs typeface="Poppins Light" panose="00000400000000000000" pitchFamily="2" charset="0"/>
              </a:rPr>
              <a:t>© Getty Images</a:t>
            </a:r>
          </a:p>
        </p:txBody>
      </p:sp>
      <p:sp>
        <p:nvSpPr>
          <p:cNvPr id="5" name="Espaço Reservado para Imagem 17">
            <a:extLst>
              <a:ext uri="{FF2B5EF4-FFF2-40B4-BE49-F238E27FC236}">
                <a16:creationId xmlns:a16="http://schemas.microsoft.com/office/drawing/2014/main" id="{625C6A0E-E0E0-2CE6-70A6-5C18B519DCF3}"/>
              </a:ext>
            </a:extLst>
          </p:cNvPr>
          <p:cNvSpPr>
            <a:spLocks noGrp="1"/>
          </p:cNvSpPr>
          <p:nvPr>
            <p:ph type="pic" sz="quarter" idx="10"/>
          </p:nvPr>
        </p:nvSpPr>
        <p:spPr>
          <a:xfrm>
            <a:off x="7302500" y="2536825"/>
            <a:ext cx="9531350" cy="6102350"/>
          </a:xfrm>
          <a:prstGeom prst="rect">
            <a:avLst/>
          </a:prstGeom>
          <a:solidFill>
            <a:schemeClr val="bg1">
              <a:lumMod val="85000"/>
            </a:schemeClr>
          </a:solidFill>
        </p:spPr>
        <p:txBody>
          <a:bodyPr/>
          <a:lstStyle>
            <a:lvl1pPr>
              <a:defRPr sz="1800" b="0" i="0">
                <a:latin typeface="Poppins" pitchFamily="2" charset="77"/>
                <a:cs typeface="Poppins" pitchFamily="2" charset="77"/>
              </a:defRPr>
            </a:lvl1pPr>
          </a:lstStyle>
          <a:p>
            <a:endParaRPr lang="pt-BR"/>
          </a:p>
        </p:txBody>
      </p:sp>
      <p:sp>
        <p:nvSpPr>
          <p:cNvPr id="12" name="Google Shape;741;p22">
            <a:extLst>
              <a:ext uri="{FF2B5EF4-FFF2-40B4-BE49-F238E27FC236}">
                <a16:creationId xmlns:a16="http://schemas.microsoft.com/office/drawing/2014/main" id="{4BD119D4-628D-2CB6-077F-AA969FD5DF91}"/>
              </a:ext>
            </a:extLst>
          </p:cNvPr>
          <p:cNvSpPr txBox="1">
            <a:spLocks/>
          </p:cNvSpPr>
          <p:nvPr userDrawn="1"/>
        </p:nvSpPr>
        <p:spPr>
          <a:xfrm>
            <a:off x="7015381" y="1101032"/>
            <a:ext cx="8160900" cy="107742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spcBef>
                <a:spcPts val="900"/>
              </a:spcBef>
              <a:buClr>
                <a:schemeClr val="dk1"/>
              </a:buClr>
              <a:buSzPts val="4500"/>
              <a:buFont typeface="Poppins"/>
              <a:buNone/>
            </a:pPr>
            <a:r>
              <a:rPr lang="pt-BR" sz="4500" b="1">
                <a:solidFill>
                  <a:srgbClr val="FF0000"/>
                </a:solidFill>
                <a:latin typeface="Poppins"/>
                <a:ea typeface="Poppins"/>
                <a:cs typeface="Poppins"/>
                <a:sym typeface="Poppins"/>
              </a:rPr>
              <a:t>Nuvem de palavras</a:t>
            </a:r>
          </a:p>
        </p:txBody>
      </p:sp>
    </p:spTree>
    <p:extLst>
      <p:ext uri="{BB962C8B-B14F-4D97-AF65-F5344CB8AC3E}">
        <p14:creationId xmlns:p14="http://schemas.microsoft.com/office/powerpoint/2010/main" val="3333225175"/>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3_Atividade_Seminario" userDrawn="1">
  <p:cSld name="4_Atividade_Seminario">
    <p:spTree>
      <p:nvGrpSpPr>
        <p:cNvPr id="1" name="Shape 353"/>
        <p:cNvGrpSpPr/>
        <p:nvPr/>
      </p:nvGrpSpPr>
      <p:grpSpPr>
        <a:xfrm>
          <a:off x="0" y="0"/>
          <a:ext cx="0" cy="0"/>
          <a:chOff x="0" y="0"/>
          <a:chExt cx="0" cy="0"/>
        </a:xfrm>
      </p:grpSpPr>
      <p:pic>
        <p:nvPicPr>
          <p:cNvPr id="5" name="Google Shape;142;p13">
            <a:extLst>
              <a:ext uri="{FF2B5EF4-FFF2-40B4-BE49-F238E27FC236}">
                <a16:creationId xmlns:a16="http://schemas.microsoft.com/office/drawing/2014/main" id="{3A4E29AB-E897-54A0-EF5B-495232186FBD}"/>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8" name="Google Shape;143;p13">
            <a:extLst>
              <a:ext uri="{FF2B5EF4-FFF2-40B4-BE49-F238E27FC236}">
                <a16:creationId xmlns:a16="http://schemas.microsoft.com/office/drawing/2014/main" id="{2F8AB1D9-1F91-C301-CADC-3280526D526F}"/>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4762"/>
            <a:ext cx="18288000" cy="852451"/>
          </a:xfrm>
          <a:prstGeom prst="rect">
            <a:avLst/>
          </a:prstGeom>
          <a:noFill/>
          <a:ln>
            <a:noFill/>
          </a:ln>
        </p:spPr>
      </p:pic>
      <p:sp>
        <p:nvSpPr>
          <p:cNvPr id="397" name="Google Shape;397;p33"/>
          <p:cNvSpPr txBox="1">
            <a:spLocks noGrp="1"/>
          </p:cNvSpPr>
          <p:nvPr>
            <p:ph type="body" idx="5"/>
          </p:nvPr>
        </p:nvSpPr>
        <p:spPr>
          <a:xfrm>
            <a:off x="2175792" y="2781300"/>
            <a:ext cx="12458810" cy="573436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0" name="Google Shape;624;p42">
            <a:extLst>
              <a:ext uri="{FF2B5EF4-FFF2-40B4-BE49-F238E27FC236}">
                <a16:creationId xmlns:a16="http://schemas.microsoft.com/office/drawing/2014/main" id="{690D8EE8-5EA4-845E-6984-D0C986969508}"/>
              </a:ext>
            </a:extLst>
          </p:cNvPr>
          <p:cNvSpPr txBox="1"/>
          <p:nvPr userDrawn="1"/>
        </p:nvSpPr>
        <p:spPr>
          <a:xfrm>
            <a:off x="2175792" y="1771334"/>
            <a:ext cx="9518400" cy="69249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4500" b="1" i="0" u="none" strike="noStrike" cap="none" noProof="0">
                <a:solidFill>
                  <a:srgbClr val="FF161F"/>
                </a:solidFill>
                <a:latin typeface="Poppins"/>
                <a:ea typeface="Poppins"/>
                <a:cs typeface="Poppins"/>
                <a:sym typeface="Poppins"/>
              </a:rPr>
              <a:t>Referências</a:t>
            </a:r>
            <a:r>
              <a:rPr lang="en-US" sz="4500" b="1" i="0" u="none" strike="noStrike" cap="none">
                <a:solidFill>
                  <a:srgbClr val="FF161F"/>
                </a:solidFill>
                <a:latin typeface="Poppins"/>
                <a:ea typeface="Poppins"/>
                <a:cs typeface="Poppins"/>
                <a:sym typeface="Poppins"/>
              </a:rPr>
              <a:t> da aula</a:t>
            </a:r>
            <a:endParaRPr sz="1400" b="0" i="0" u="none" strike="noStrike" cap="none">
              <a:solidFill>
                <a:srgbClr val="FF161F"/>
              </a:solidFill>
              <a:latin typeface="Poppins"/>
              <a:ea typeface="Poppins"/>
              <a:cs typeface="Poppins"/>
              <a:sym typeface="Poppins"/>
            </a:endParaRPr>
          </a:p>
        </p:txBody>
      </p:sp>
    </p:spTree>
    <p:extLst>
      <p:ext uri="{BB962C8B-B14F-4D97-AF65-F5344CB8AC3E}">
        <p14:creationId xmlns:p14="http://schemas.microsoft.com/office/powerpoint/2010/main" val="6593096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1_Linha do Tempo1" preserve="1" userDrawn="1">
  <p:cSld name="3_Linha do Tempo1">
    <p:bg>
      <p:bgRef idx="1001">
        <a:schemeClr val="bg1"/>
      </p:bgRef>
    </p:bg>
    <p:spTree>
      <p:nvGrpSpPr>
        <p:cNvPr id="1" name="Shape 159"/>
        <p:cNvGrpSpPr/>
        <p:nvPr/>
      </p:nvGrpSpPr>
      <p:grpSpPr>
        <a:xfrm>
          <a:off x="0" y="0"/>
          <a:ext cx="0" cy="0"/>
          <a:chOff x="0" y="0"/>
          <a:chExt cx="0" cy="0"/>
        </a:xfrm>
      </p:grpSpPr>
      <p:pic>
        <p:nvPicPr>
          <p:cNvPr id="12" name="Google Shape;142;p13">
            <a:extLst>
              <a:ext uri="{FF2B5EF4-FFF2-40B4-BE49-F238E27FC236}">
                <a16:creationId xmlns:a16="http://schemas.microsoft.com/office/drawing/2014/main" id="{78E61B95-FA95-9482-303F-F8E9C7A0509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3" name="Google Shape;143;p13">
            <a:extLst>
              <a:ext uri="{FF2B5EF4-FFF2-40B4-BE49-F238E27FC236}">
                <a16:creationId xmlns:a16="http://schemas.microsoft.com/office/drawing/2014/main" id="{56ED5AE7-8A4A-D26D-0938-3A483027087E}"/>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cxnSp>
        <p:nvCxnSpPr>
          <p:cNvPr id="166" name="Google Shape;166;p14"/>
          <p:cNvCxnSpPr/>
          <p:nvPr/>
        </p:nvCxnSpPr>
        <p:spPr>
          <a:xfrm>
            <a:off x="1777896" y="5864062"/>
            <a:ext cx="16118958" cy="0"/>
          </a:xfrm>
          <a:prstGeom prst="straightConnector1">
            <a:avLst/>
          </a:prstGeom>
          <a:noFill/>
          <a:ln w="28575" cap="flat" cmpd="sng">
            <a:solidFill>
              <a:schemeClr val="dk1"/>
            </a:solidFill>
            <a:prstDash val="dot"/>
            <a:round/>
            <a:headEnd type="none" w="sm" len="sm"/>
            <a:tailEnd type="none" w="sm" len="sm"/>
          </a:ln>
        </p:spPr>
      </p:cxnSp>
      <p:cxnSp>
        <p:nvCxnSpPr>
          <p:cNvPr id="168" name="Google Shape;168;p14"/>
          <p:cNvCxnSpPr/>
          <p:nvPr/>
        </p:nvCxnSpPr>
        <p:spPr>
          <a:xfrm rot="10800000">
            <a:off x="930533" y="6936983"/>
            <a:ext cx="0" cy="2098562"/>
          </a:xfrm>
          <a:prstGeom prst="straightConnector1">
            <a:avLst/>
          </a:prstGeom>
          <a:noFill/>
          <a:ln w="19050" cap="flat" cmpd="sng">
            <a:solidFill>
              <a:schemeClr val="dk1"/>
            </a:solidFill>
            <a:prstDash val="solid"/>
            <a:round/>
            <a:headEnd type="diamond" w="med" len="med"/>
            <a:tailEnd type="none" w="sm" len="sm"/>
          </a:ln>
        </p:spPr>
      </p:cxnSp>
      <p:cxnSp>
        <p:nvCxnSpPr>
          <p:cNvPr id="169" name="Google Shape;169;p14"/>
          <p:cNvCxnSpPr/>
          <p:nvPr/>
        </p:nvCxnSpPr>
        <p:spPr>
          <a:xfrm rot="10800000">
            <a:off x="7894950" y="6936983"/>
            <a:ext cx="0" cy="2098562"/>
          </a:xfrm>
          <a:prstGeom prst="straightConnector1">
            <a:avLst/>
          </a:prstGeom>
          <a:noFill/>
          <a:ln w="19050" cap="flat" cmpd="sng">
            <a:solidFill>
              <a:schemeClr val="dk1"/>
            </a:solidFill>
            <a:prstDash val="solid"/>
            <a:round/>
            <a:headEnd type="diamond" w="med" len="med"/>
            <a:tailEnd type="none" w="sm" len="sm"/>
          </a:ln>
        </p:spPr>
      </p:cxnSp>
      <p:cxnSp>
        <p:nvCxnSpPr>
          <p:cNvPr id="170" name="Google Shape;170;p14"/>
          <p:cNvCxnSpPr/>
          <p:nvPr/>
        </p:nvCxnSpPr>
        <p:spPr>
          <a:xfrm>
            <a:off x="4438856" y="2388705"/>
            <a:ext cx="0" cy="2249421"/>
          </a:xfrm>
          <a:prstGeom prst="straightConnector1">
            <a:avLst/>
          </a:prstGeom>
          <a:noFill/>
          <a:ln w="19050" cap="flat" cmpd="sng">
            <a:solidFill>
              <a:schemeClr val="dk1"/>
            </a:solidFill>
            <a:prstDash val="solid"/>
            <a:round/>
            <a:headEnd type="diamond" w="med" len="med"/>
            <a:tailEnd type="none" w="sm" len="sm"/>
          </a:ln>
        </p:spPr>
      </p:cxnSp>
      <p:cxnSp>
        <p:nvCxnSpPr>
          <p:cNvPr id="171" name="Google Shape;171;p14"/>
          <p:cNvCxnSpPr/>
          <p:nvPr/>
        </p:nvCxnSpPr>
        <p:spPr>
          <a:xfrm>
            <a:off x="11383791" y="2366559"/>
            <a:ext cx="0" cy="2249421"/>
          </a:xfrm>
          <a:prstGeom prst="straightConnector1">
            <a:avLst/>
          </a:prstGeom>
          <a:noFill/>
          <a:ln w="19050" cap="flat" cmpd="sng">
            <a:solidFill>
              <a:schemeClr val="dk1"/>
            </a:solidFill>
            <a:prstDash val="solid"/>
            <a:round/>
            <a:headEnd type="diamond" w="med" len="med"/>
            <a:tailEnd type="none" w="sm" len="sm"/>
          </a:ln>
        </p:spPr>
      </p:cxnSp>
      <p:sp>
        <p:nvSpPr>
          <p:cNvPr id="172" name="Google Shape;172;p14"/>
          <p:cNvSpPr>
            <a:spLocks noGrp="1"/>
          </p:cNvSpPr>
          <p:nvPr>
            <p:ph type="pic" idx="2"/>
          </p:nvPr>
        </p:nvSpPr>
        <p:spPr>
          <a:xfrm>
            <a:off x="699925" y="4638675"/>
            <a:ext cx="2960521" cy="2516188"/>
          </a:xfrm>
          <a:prstGeom prst="rect">
            <a:avLst/>
          </a:prstGeom>
          <a:solidFill>
            <a:srgbClr val="D8D8D8"/>
          </a:solidFill>
          <a:ln>
            <a:noFill/>
          </a:ln>
        </p:spPr>
      </p:sp>
      <p:sp>
        <p:nvSpPr>
          <p:cNvPr id="173" name="Google Shape;173;p14"/>
          <p:cNvSpPr>
            <a:spLocks noGrp="1"/>
          </p:cNvSpPr>
          <p:nvPr>
            <p:ph type="pic" idx="3"/>
          </p:nvPr>
        </p:nvSpPr>
        <p:spPr>
          <a:xfrm>
            <a:off x="4154709" y="4638675"/>
            <a:ext cx="2960521" cy="2516188"/>
          </a:xfrm>
          <a:prstGeom prst="rect">
            <a:avLst/>
          </a:prstGeom>
          <a:solidFill>
            <a:srgbClr val="D8D8D8"/>
          </a:solidFill>
          <a:ln>
            <a:noFill/>
          </a:ln>
        </p:spPr>
      </p:sp>
      <p:sp>
        <p:nvSpPr>
          <p:cNvPr id="174" name="Google Shape;174;p14"/>
          <p:cNvSpPr>
            <a:spLocks noGrp="1"/>
          </p:cNvSpPr>
          <p:nvPr>
            <p:ph type="pic" idx="4"/>
          </p:nvPr>
        </p:nvSpPr>
        <p:spPr>
          <a:xfrm>
            <a:off x="7609493" y="4638675"/>
            <a:ext cx="2960521" cy="2516188"/>
          </a:xfrm>
          <a:prstGeom prst="rect">
            <a:avLst/>
          </a:prstGeom>
          <a:solidFill>
            <a:srgbClr val="D8D8D8"/>
          </a:solidFill>
          <a:ln>
            <a:noFill/>
          </a:ln>
        </p:spPr>
      </p:sp>
      <p:sp>
        <p:nvSpPr>
          <p:cNvPr id="175" name="Google Shape;175;p14"/>
          <p:cNvSpPr>
            <a:spLocks noGrp="1"/>
          </p:cNvSpPr>
          <p:nvPr>
            <p:ph type="pic" idx="5"/>
          </p:nvPr>
        </p:nvSpPr>
        <p:spPr>
          <a:xfrm>
            <a:off x="11064277" y="4638675"/>
            <a:ext cx="2960521" cy="2516188"/>
          </a:xfrm>
          <a:prstGeom prst="rect">
            <a:avLst/>
          </a:prstGeom>
          <a:solidFill>
            <a:srgbClr val="D8D8D8"/>
          </a:solidFill>
          <a:ln>
            <a:noFill/>
          </a:ln>
        </p:spPr>
      </p:sp>
      <p:pic>
        <p:nvPicPr>
          <p:cNvPr id="11" name="Imagem 10">
            <a:extLst>
              <a:ext uri="{FF2B5EF4-FFF2-40B4-BE49-F238E27FC236}">
                <a16:creationId xmlns:a16="http://schemas.microsoft.com/office/drawing/2014/main" id="{4B9BB551-833F-E4BD-3461-A3DEA610884E}"/>
              </a:ext>
            </a:extLst>
          </p:cNvPr>
          <p:cNvPicPr>
            <a:picLocks/>
          </p:cNvPicPr>
          <p:nvPr userDrawn="1"/>
        </p:nvPicPr>
        <p:blipFill>
          <a:blip r:embed="rId4"/>
          <a:stretch>
            <a:fillRect/>
          </a:stretch>
        </p:blipFill>
        <p:spPr>
          <a:xfrm>
            <a:off x="734401" y="691201"/>
            <a:ext cx="3434405" cy="2390404"/>
          </a:xfrm>
          <a:prstGeom prst="rect">
            <a:avLst/>
          </a:prstGeom>
        </p:spPr>
      </p:pic>
      <p:sp>
        <p:nvSpPr>
          <p:cNvPr id="167" name="Google Shape;167;p14"/>
          <p:cNvSpPr txBox="1"/>
          <p:nvPr/>
        </p:nvSpPr>
        <p:spPr>
          <a:xfrm>
            <a:off x="1086896" y="1400003"/>
            <a:ext cx="2240915"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1" i="0" u="none" strike="noStrike" cap="none">
                <a:solidFill>
                  <a:schemeClr val="lt1"/>
                </a:solidFill>
                <a:latin typeface="Poppins"/>
                <a:ea typeface="Poppins"/>
                <a:cs typeface="Poppins"/>
                <a:sym typeface="Poppins"/>
              </a:rPr>
              <a:t>Exposição</a:t>
            </a:r>
            <a:endParaRPr sz="3000" b="0" i="0" u="none" strike="noStrike" cap="none">
              <a:solidFill>
                <a:schemeClr val="lt1"/>
              </a:solidFill>
              <a:latin typeface="Poppins Light"/>
              <a:ea typeface="Poppins Light"/>
              <a:cs typeface="Poppins Light"/>
              <a:sym typeface="Poppins Light"/>
            </a:endParaRPr>
          </a:p>
        </p:txBody>
      </p:sp>
      <p:sp>
        <p:nvSpPr>
          <p:cNvPr id="4" name="Espaço Reservado para Texto 16">
            <a:extLst>
              <a:ext uri="{FF2B5EF4-FFF2-40B4-BE49-F238E27FC236}">
                <a16:creationId xmlns:a16="http://schemas.microsoft.com/office/drawing/2014/main" id="{C618C07E-990C-6244-83E2-82CCEA46A7A7}"/>
              </a:ext>
            </a:extLst>
          </p:cNvPr>
          <p:cNvSpPr>
            <a:spLocks noGrp="1"/>
          </p:cNvSpPr>
          <p:nvPr>
            <p:ph type="body" sz="quarter" idx="10" hasCustomPrompt="1"/>
          </p:nvPr>
        </p:nvSpPr>
        <p:spPr>
          <a:xfrm>
            <a:off x="4507939" y="1437080"/>
            <a:ext cx="12420748" cy="677863"/>
          </a:xfrm>
          <a:prstGeom prst="rect">
            <a:avLst/>
          </a:prstGeo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3000" b="1" i="0" u="none" strike="noStrike" kern="0" cap="none" spc="0" normalizeH="0" baseline="0" noProof="0">
                <a:ln>
                  <a:noFill/>
                </a:ln>
                <a:solidFill>
                  <a:srgbClr val="FF0000"/>
                </a:solidFill>
                <a:effectLst/>
                <a:uLnTx/>
                <a:uFillTx/>
                <a:latin typeface="Poppins"/>
                <a:ea typeface="Poppins"/>
                <a:cs typeface="Poppins"/>
                <a:sym typeface="Poppins"/>
              </a:rPr>
              <a:t>Exemplo de linha do tempo com foto</a:t>
            </a:r>
          </a:p>
        </p:txBody>
      </p:sp>
      <p:sp>
        <p:nvSpPr>
          <p:cNvPr id="8" name="Google Shape;77;p5">
            <a:extLst>
              <a:ext uri="{FF2B5EF4-FFF2-40B4-BE49-F238E27FC236}">
                <a16:creationId xmlns:a16="http://schemas.microsoft.com/office/drawing/2014/main" id="{CD5A9689-805B-758E-F148-9C6E588745B9}"/>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pitchFamily="2" charset="77"/>
                <a:ea typeface="Poppins"/>
                <a:cs typeface="Poppins Light" pitchFamily="2" charset="77"/>
                <a:sym typeface="Poppins"/>
              </a:rPr>
              <a:t>Construindo o </a:t>
            </a:r>
            <a:r>
              <a:rPr lang="pt-BR" sz="3500" b="1" i="0" u="none" strike="noStrike" cap="none" noProof="0">
                <a:solidFill>
                  <a:schemeClr val="lt1"/>
                </a:solidFill>
                <a:latin typeface="Poppins"/>
                <a:ea typeface="Poppins"/>
                <a:cs typeface="Poppins"/>
                <a:sym typeface="Poppins"/>
              </a:rPr>
              <a:t>conceito</a:t>
            </a:r>
            <a:endParaRPr lang="pt-BR" sz="3500" b="0" i="0" u="none" strike="noStrike" cap="none" noProof="0">
              <a:solidFill>
                <a:schemeClr val="lt1"/>
              </a:solidFill>
              <a:latin typeface="Poppins Light"/>
              <a:ea typeface="Poppins Light"/>
              <a:cs typeface="Poppins Light"/>
              <a:sym typeface="Poppins Light"/>
            </a:endParaRPr>
          </a:p>
        </p:txBody>
      </p:sp>
      <p:sp>
        <p:nvSpPr>
          <p:cNvPr id="3" name="Google Shape;175;p14">
            <a:extLst>
              <a:ext uri="{FF2B5EF4-FFF2-40B4-BE49-F238E27FC236}">
                <a16:creationId xmlns:a16="http://schemas.microsoft.com/office/drawing/2014/main" id="{31BB5FD1-7D85-8BF7-238F-C0DC0EAC62A8}"/>
              </a:ext>
            </a:extLst>
          </p:cNvPr>
          <p:cNvSpPr>
            <a:spLocks noGrp="1"/>
          </p:cNvSpPr>
          <p:nvPr>
            <p:ph type="pic" idx="11"/>
          </p:nvPr>
        </p:nvSpPr>
        <p:spPr>
          <a:xfrm>
            <a:off x="14519061" y="4638675"/>
            <a:ext cx="2960521" cy="2516188"/>
          </a:xfrm>
          <a:prstGeom prst="rect">
            <a:avLst/>
          </a:prstGeom>
          <a:solidFill>
            <a:srgbClr val="D8D8D8"/>
          </a:solidFill>
          <a:ln>
            <a:noFill/>
          </a:ln>
        </p:spPr>
      </p:sp>
      <p:cxnSp>
        <p:nvCxnSpPr>
          <p:cNvPr id="5" name="Google Shape;169;p14">
            <a:extLst>
              <a:ext uri="{FF2B5EF4-FFF2-40B4-BE49-F238E27FC236}">
                <a16:creationId xmlns:a16="http://schemas.microsoft.com/office/drawing/2014/main" id="{2021DE16-A9E6-6366-89AC-3B893A9FD23A}"/>
              </a:ext>
            </a:extLst>
          </p:cNvPr>
          <p:cNvCxnSpPr/>
          <p:nvPr userDrawn="1"/>
        </p:nvCxnSpPr>
        <p:spPr>
          <a:xfrm rot="10800000">
            <a:off x="14803750" y="6936983"/>
            <a:ext cx="0" cy="2098562"/>
          </a:xfrm>
          <a:prstGeom prst="straightConnector1">
            <a:avLst/>
          </a:prstGeom>
          <a:noFill/>
          <a:ln w="19050" cap="flat" cmpd="sng">
            <a:solidFill>
              <a:schemeClr val="dk1"/>
            </a:solidFill>
            <a:prstDash val="solid"/>
            <a:round/>
            <a:headEnd type="diamond" w="med" len="med"/>
            <a:tailEnd type="none" w="sm" len="sm"/>
          </a:ln>
        </p:spPr>
      </p:cxnSp>
    </p:spTree>
    <p:extLst>
      <p:ext uri="{BB962C8B-B14F-4D97-AF65-F5344CB8AC3E}">
        <p14:creationId xmlns:p14="http://schemas.microsoft.com/office/powerpoint/2010/main" val="365745364"/>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1_Linha do Tempo1" preserve="1" userDrawn="1">
  <p:cSld name="3_Linha do Tempo1">
    <p:bg>
      <p:bgRef idx="1001">
        <a:schemeClr val="bg1"/>
      </p:bgRef>
    </p:bg>
    <p:spTree>
      <p:nvGrpSpPr>
        <p:cNvPr id="1" name="Shape 159"/>
        <p:cNvGrpSpPr/>
        <p:nvPr/>
      </p:nvGrpSpPr>
      <p:grpSpPr>
        <a:xfrm>
          <a:off x="0" y="0"/>
          <a:ext cx="0" cy="0"/>
          <a:chOff x="0" y="0"/>
          <a:chExt cx="0" cy="0"/>
        </a:xfrm>
      </p:grpSpPr>
      <p:pic>
        <p:nvPicPr>
          <p:cNvPr id="4" name="Google Shape;142;p13">
            <a:extLst>
              <a:ext uri="{FF2B5EF4-FFF2-40B4-BE49-F238E27FC236}">
                <a16:creationId xmlns:a16="http://schemas.microsoft.com/office/drawing/2014/main" id="{55594D94-EA93-240A-5848-0F4C472AAAF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6" name="Google Shape;143;p13">
            <a:extLst>
              <a:ext uri="{FF2B5EF4-FFF2-40B4-BE49-F238E27FC236}">
                <a16:creationId xmlns:a16="http://schemas.microsoft.com/office/drawing/2014/main" id="{503005C4-694D-DCF7-F54E-77C762AA3BA2}"/>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172" name="Google Shape;172;p14"/>
          <p:cNvSpPr>
            <a:spLocks noGrp="1"/>
          </p:cNvSpPr>
          <p:nvPr>
            <p:ph type="pic" idx="2"/>
          </p:nvPr>
        </p:nvSpPr>
        <p:spPr>
          <a:xfrm>
            <a:off x="4691715" y="1626877"/>
            <a:ext cx="3722376" cy="2617180"/>
          </a:xfrm>
          <a:prstGeom prst="rect">
            <a:avLst/>
          </a:prstGeom>
          <a:solidFill>
            <a:srgbClr val="D8D8D8"/>
          </a:solidFill>
          <a:ln>
            <a:noFill/>
          </a:ln>
        </p:spPr>
      </p:sp>
      <p:sp>
        <p:nvSpPr>
          <p:cNvPr id="173" name="Google Shape;173;p14"/>
          <p:cNvSpPr>
            <a:spLocks noGrp="1"/>
          </p:cNvSpPr>
          <p:nvPr>
            <p:ph type="pic" idx="3"/>
          </p:nvPr>
        </p:nvSpPr>
        <p:spPr>
          <a:xfrm>
            <a:off x="4691715" y="5755897"/>
            <a:ext cx="3722376" cy="2617180"/>
          </a:xfrm>
          <a:prstGeom prst="rect">
            <a:avLst/>
          </a:prstGeom>
          <a:solidFill>
            <a:srgbClr val="D8D8D8"/>
          </a:solidFill>
          <a:ln>
            <a:noFill/>
          </a:ln>
        </p:spPr>
      </p:sp>
      <p:sp>
        <p:nvSpPr>
          <p:cNvPr id="174" name="Google Shape;174;p14"/>
          <p:cNvSpPr>
            <a:spLocks noGrp="1"/>
          </p:cNvSpPr>
          <p:nvPr>
            <p:ph type="pic" idx="4"/>
          </p:nvPr>
        </p:nvSpPr>
        <p:spPr>
          <a:xfrm>
            <a:off x="13139294" y="5755897"/>
            <a:ext cx="3722376" cy="2617180"/>
          </a:xfrm>
          <a:prstGeom prst="rect">
            <a:avLst/>
          </a:prstGeom>
          <a:solidFill>
            <a:srgbClr val="D8D8D8"/>
          </a:solidFill>
          <a:ln>
            <a:noFill/>
          </a:ln>
        </p:spPr>
      </p:sp>
      <p:sp>
        <p:nvSpPr>
          <p:cNvPr id="175" name="Google Shape;175;p14"/>
          <p:cNvSpPr>
            <a:spLocks noGrp="1"/>
          </p:cNvSpPr>
          <p:nvPr>
            <p:ph type="pic" idx="5"/>
          </p:nvPr>
        </p:nvSpPr>
        <p:spPr>
          <a:xfrm>
            <a:off x="13139293" y="1626877"/>
            <a:ext cx="3722376" cy="2617180"/>
          </a:xfrm>
          <a:prstGeom prst="rect">
            <a:avLst/>
          </a:prstGeom>
          <a:solidFill>
            <a:srgbClr val="D8D8D8"/>
          </a:solidFill>
          <a:ln>
            <a:noFill/>
          </a:ln>
        </p:spPr>
      </p:sp>
      <p:pic>
        <p:nvPicPr>
          <p:cNvPr id="11" name="Imagem 10">
            <a:extLst>
              <a:ext uri="{FF2B5EF4-FFF2-40B4-BE49-F238E27FC236}">
                <a16:creationId xmlns:a16="http://schemas.microsoft.com/office/drawing/2014/main" id="{FE858F92-3FE1-5A0A-6090-47AB15FE8D84}"/>
              </a:ext>
            </a:extLst>
          </p:cNvPr>
          <p:cNvPicPr>
            <a:picLocks/>
          </p:cNvPicPr>
          <p:nvPr userDrawn="1"/>
        </p:nvPicPr>
        <p:blipFill>
          <a:blip r:embed="rId4"/>
          <a:stretch>
            <a:fillRect/>
          </a:stretch>
        </p:blipFill>
        <p:spPr>
          <a:xfrm>
            <a:off x="734401" y="691201"/>
            <a:ext cx="3434405" cy="2390404"/>
          </a:xfrm>
          <a:prstGeom prst="rect">
            <a:avLst/>
          </a:prstGeom>
        </p:spPr>
      </p:pic>
      <p:sp>
        <p:nvSpPr>
          <p:cNvPr id="167" name="Google Shape;167;p14"/>
          <p:cNvSpPr txBox="1"/>
          <p:nvPr/>
        </p:nvSpPr>
        <p:spPr>
          <a:xfrm>
            <a:off x="1086896" y="1400003"/>
            <a:ext cx="2240915"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1" i="0" u="none" strike="noStrike" cap="none">
                <a:solidFill>
                  <a:schemeClr val="lt1"/>
                </a:solidFill>
                <a:latin typeface="Poppins"/>
                <a:ea typeface="Poppins"/>
                <a:cs typeface="Poppins"/>
                <a:sym typeface="Poppins"/>
              </a:rPr>
              <a:t>Exposição</a:t>
            </a:r>
            <a:endParaRPr sz="3000" b="0" i="0" u="none" strike="noStrike" cap="none">
              <a:solidFill>
                <a:schemeClr val="lt1"/>
              </a:solidFill>
              <a:latin typeface="Poppins Light"/>
              <a:ea typeface="Poppins Light"/>
              <a:cs typeface="Poppins Light"/>
              <a:sym typeface="Poppins Light"/>
            </a:endParaRPr>
          </a:p>
        </p:txBody>
      </p:sp>
      <p:sp>
        <p:nvSpPr>
          <p:cNvPr id="8" name="Google Shape;77;p5">
            <a:extLst>
              <a:ext uri="{FF2B5EF4-FFF2-40B4-BE49-F238E27FC236}">
                <a16:creationId xmlns:a16="http://schemas.microsoft.com/office/drawing/2014/main" id="{CD5A9689-805B-758E-F148-9C6E588745B9}"/>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pitchFamily="2" charset="77"/>
                <a:ea typeface="Poppins"/>
                <a:cs typeface="Poppins Light" pitchFamily="2" charset="77"/>
                <a:sym typeface="Poppins"/>
              </a:rPr>
              <a:t>Construindo o </a:t>
            </a:r>
            <a:r>
              <a:rPr lang="pt-BR" sz="3500" b="1" i="0" u="none" strike="noStrike" cap="none" noProof="0">
                <a:solidFill>
                  <a:schemeClr val="lt1"/>
                </a:solidFill>
                <a:latin typeface="Poppins"/>
                <a:ea typeface="Poppins"/>
                <a:cs typeface="Poppins"/>
                <a:sym typeface="Poppins"/>
              </a:rPr>
              <a:t>conceito</a:t>
            </a:r>
            <a:endParaRPr lang="pt-BR" sz="3500" b="0" i="0" u="none" strike="noStrike" cap="none" noProof="0">
              <a:solidFill>
                <a:schemeClr val="lt1"/>
              </a:solidFill>
              <a:latin typeface="Poppins Light"/>
              <a:ea typeface="Poppins Light"/>
              <a:cs typeface="Poppins Light"/>
              <a:sym typeface="Poppins Light"/>
            </a:endParaRPr>
          </a:p>
        </p:txBody>
      </p:sp>
      <p:sp>
        <p:nvSpPr>
          <p:cNvPr id="3" name="Google Shape;175;p14">
            <a:extLst>
              <a:ext uri="{FF2B5EF4-FFF2-40B4-BE49-F238E27FC236}">
                <a16:creationId xmlns:a16="http://schemas.microsoft.com/office/drawing/2014/main" id="{56C71D41-77D9-DF79-58BE-9365F966EF69}"/>
              </a:ext>
            </a:extLst>
          </p:cNvPr>
          <p:cNvSpPr>
            <a:spLocks noGrp="1"/>
          </p:cNvSpPr>
          <p:nvPr>
            <p:ph type="pic" idx="10"/>
          </p:nvPr>
        </p:nvSpPr>
        <p:spPr>
          <a:xfrm>
            <a:off x="8915504" y="3954441"/>
            <a:ext cx="3722376" cy="2617180"/>
          </a:xfrm>
          <a:prstGeom prst="rect">
            <a:avLst/>
          </a:prstGeom>
          <a:solidFill>
            <a:srgbClr val="D8D8D8"/>
          </a:solidFill>
          <a:ln>
            <a:noFill/>
          </a:ln>
        </p:spPr>
      </p:sp>
      <p:sp>
        <p:nvSpPr>
          <p:cNvPr id="5" name="Google Shape;461;p35">
            <a:extLst>
              <a:ext uri="{FF2B5EF4-FFF2-40B4-BE49-F238E27FC236}">
                <a16:creationId xmlns:a16="http://schemas.microsoft.com/office/drawing/2014/main" id="{33D0D6C5-8715-0F40-FA0E-D48893B501E0}"/>
              </a:ext>
            </a:extLst>
          </p:cNvPr>
          <p:cNvSpPr txBox="1">
            <a:spLocks noGrp="1"/>
          </p:cNvSpPr>
          <p:nvPr>
            <p:ph type="body" idx="1"/>
          </p:nvPr>
        </p:nvSpPr>
        <p:spPr>
          <a:xfrm>
            <a:off x="4691715" y="436241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2" name="Google Shape;461;p35">
            <a:extLst>
              <a:ext uri="{FF2B5EF4-FFF2-40B4-BE49-F238E27FC236}">
                <a16:creationId xmlns:a16="http://schemas.microsoft.com/office/drawing/2014/main" id="{942739D9-B2BA-79B7-5ED1-B62B55D3F5ED}"/>
              </a:ext>
            </a:extLst>
          </p:cNvPr>
          <p:cNvSpPr txBox="1">
            <a:spLocks noGrp="1"/>
          </p:cNvSpPr>
          <p:nvPr>
            <p:ph type="body" idx="11"/>
          </p:nvPr>
        </p:nvSpPr>
        <p:spPr>
          <a:xfrm>
            <a:off x="4691715" y="848544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3" name="Google Shape;461;p35">
            <a:extLst>
              <a:ext uri="{FF2B5EF4-FFF2-40B4-BE49-F238E27FC236}">
                <a16:creationId xmlns:a16="http://schemas.microsoft.com/office/drawing/2014/main" id="{EE04D1B5-9360-A915-C219-497C2ACFCD81}"/>
              </a:ext>
            </a:extLst>
          </p:cNvPr>
          <p:cNvSpPr txBox="1">
            <a:spLocks noGrp="1"/>
          </p:cNvSpPr>
          <p:nvPr>
            <p:ph type="body" idx="12"/>
          </p:nvPr>
        </p:nvSpPr>
        <p:spPr>
          <a:xfrm>
            <a:off x="13141449" y="436241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4" name="Google Shape;461;p35">
            <a:extLst>
              <a:ext uri="{FF2B5EF4-FFF2-40B4-BE49-F238E27FC236}">
                <a16:creationId xmlns:a16="http://schemas.microsoft.com/office/drawing/2014/main" id="{7394943A-CEBB-AB48-ECBE-BBC2776C35A1}"/>
              </a:ext>
            </a:extLst>
          </p:cNvPr>
          <p:cNvSpPr txBox="1">
            <a:spLocks noGrp="1"/>
          </p:cNvSpPr>
          <p:nvPr>
            <p:ph type="body" idx="13"/>
          </p:nvPr>
        </p:nvSpPr>
        <p:spPr>
          <a:xfrm>
            <a:off x="13141449" y="848544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5" name="Google Shape;461;p35">
            <a:extLst>
              <a:ext uri="{FF2B5EF4-FFF2-40B4-BE49-F238E27FC236}">
                <a16:creationId xmlns:a16="http://schemas.microsoft.com/office/drawing/2014/main" id="{114A61D5-AD8F-FCAE-D28D-A4A6D7992919}"/>
              </a:ext>
            </a:extLst>
          </p:cNvPr>
          <p:cNvSpPr txBox="1">
            <a:spLocks noGrp="1"/>
          </p:cNvSpPr>
          <p:nvPr>
            <p:ph type="body" idx="14"/>
          </p:nvPr>
        </p:nvSpPr>
        <p:spPr>
          <a:xfrm>
            <a:off x="8925049" y="6665345"/>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912060252"/>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4. Exposição" preserve="1" userDrawn="1">
  <p:cSld name="2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6203092" y="-155695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13589449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4. Exposição" preserve="1" userDrawn="1">
  <p:cSld name="2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6203092" y="-155695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cxnSp>
        <p:nvCxnSpPr>
          <p:cNvPr id="15" name="Conector recto 4">
            <a:extLst>
              <a:ext uri="{FF2B5EF4-FFF2-40B4-BE49-F238E27FC236}">
                <a16:creationId xmlns:a16="http://schemas.microsoft.com/office/drawing/2014/main" id="{B00161AD-4B62-D867-A528-21DF01B13D4D}"/>
              </a:ext>
            </a:extLst>
          </p:cNvPr>
          <p:cNvCxnSpPr>
            <a:cxnSpLocks/>
          </p:cNvCxnSpPr>
          <p:nvPr userDrawn="1"/>
        </p:nvCxnSpPr>
        <p:spPr>
          <a:xfrm>
            <a:off x="514532" y="913691"/>
            <a:ext cx="11244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Google Shape;66;g1f520272227_0_4">
            <a:extLst>
              <a:ext uri="{FF2B5EF4-FFF2-40B4-BE49-F238E27FC236}">
                <a16:creationId xmlns:a16="http://schemas.microsoft.com/office/drawing/2014/main" id="{0064257B-305A-F007-6406-534D4CA5B979}"/>
              </a:ext>
            </a:extLst>
          </p:cNvPr>
          <p:cNvSpPr txBox="1"/>
          <p:nvPr userDrawn="1"/>
        </p:nvSpPr>
        <p:spPr>
          <a:xfrm>
            <a:off x="514531" y="572423"/>
            <a:ext cx="6230397" cy="432396"/>
          </a:xfrm>
          <a:prstGeom prst="rect">
            <a:avLst/>
          </a:prstGeom>
          <a:noFill/>
          <a:ln>
            <a:noFill/>
          </a:ln>
        </p:spPr>
        <p:txBody>
          <a:bodyPr spcFirstLastPara="1" wrap="square" lIns="91425" tIns="91425" rIns="91425" bIns="91425" anchor="ctr" anchorCtr="0">
            <a:spAutoFit/>
          </a:bodyPr>
          <a:lstStyle/>
          <a:p>
            <a:pPr marL="0" marR="0" lvl="0" indent="0" algn="l" rtl="0">
              <a:lnSpc>
                <a:spcPct val="115000"/>
              </a:lnSpc>
              <a:spcBef>
                <a:spcPts val="0"/>
              </a:spcBef>
              <a:buClr>
                <a:srgbClr val="000000"/>
              </a:buClr>
              <a:buSzPts val="3400"/>
              <a:buFont typeface="Arial"/>
              <a:buNone/>
            </a:pPr>
            <a:r>
              <a:rPr lang="pt-BR" b="1">
                <a:latin typeface="Arial" panose="020B0604020202020204" pitchFamily="34" charset="0"/>
                <a:ea typeface="Verdana"/>
                <a:cs typeface="Arial" panose="020B0604020202020204" pitchFamily="34" charset="0"/>
                <a:sym typeface="Verdana"/>
              </a:rPr>
              <a:t>Diversas aplicações</a:t>
            </a:r>
            <a:endParaRPr lang="pt-BR" sz="1400" b="1" i="0" u="none" strike="noStrike" cap="none">
              <a:latin typeface="Arial" panose="020B0604020202020204" pitchFamily="34" charset="0"/>
              <a:ea typeface="Verdana"/>
              <a:cs typeface="Arial" panose="020B0604020202020204" pitchFamily="34" charset="0"/>
              <a:sym typeface="Verdana"/>
            </a:endParaRPr>
          </a:p>
        </p:txBody>
      </p:sp>
    </p:spTree>
    <p:extLst>
      <p:ext uri="{BB962C8B-B14F-4D97-AF65-F5344CB8AC3E}">
        <p14:creationId xmlns:p14="http://schemas.microsoft.com/office/powerpoint/2010/main" val="1117885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rilha_SIS_5_3">
    <p:bg>
      <p:bgPr>
        <a:solidFill>
          <a:srgbClr val="EFEFEF"/>
        </a:solidFill>
        <a:effectLst/>
      </p:bgPr>
    </p:bg>
    <p:spTree>
      <p:nvGrpSpPr>
        <p:cNvPr id="1" name=""/>
        <p:cNvGrpSpPr/>
        <p:nvPr/>
      </p:nvGrpSpPr>
      <p:grpSpPr>
        <a:xfrm>
          <a:off x="0" y="0"/>
          <a:ext cx="0" cy="0"/>
          <a:chOff x="0" y="0"/>
          <a:chExt cx="0" cy="0"/>
        </a:xfrm>
      </p:grpSpPr>
      <p:sp>
        <p:nvSpPr>
          <p:cNvPr id="17" name="Elipse 16"/>
          <p:cNvSpPr/>
          <p:nvPr userDrawn="1"/>
        </p:nvSpPr>
        <p:spPr>
          <a:xfrm rot="16200000" flipV="1">
            <a:off x="3396908" y="7274877"/>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grpSp>
        <p:nvGrpSpPr>
          <p:cNvPr id="18" name="Grupo 17"/>
          <p:cNvGrpSpPr/>
          <p:nvPr userDrawn="1"/>
        </p:nvGrpSpPr>
        <p:grpSpPr>
          <a:xfrm>
            <a:off x="11481857" y="3631122"/>
            <a:ext cx="1357851" cy="351000"/>
            <a:chOff x="7061962" y="2141288"/>
            <a:chExt cx="905234" cy="234000"/>
          </a:xfrm>
        </p:grpSpPr>
        <p:sp>
          <p:nvSpPr>
            <p:cNvPr id="26" name="Elipse 25"/>
            <p:cNvSpPr/>
            <p:nvPr/>
          </p:nvSpPr>
          <p:spPr>
            <a:xfrm>
              <a:off x="7061962" y="2141288"/>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27" name="Conector reto 26"/>
            <p:cNvCxnSpPr/>
            <p:nvPr/>
          </p:nvCxnSpPr>
          <p:spPr>
            <a:xfrm rot="10800000" flipH="1" flipV="1">
              <a:off x="7269723" y="2256208"/>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32" name="Imagem 3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8735965" y="1211362"/>
            <a:ext cx="955549" cy="1046990"/>
          </a:xfrm>
          <a:prstGeom prst="rect">
            <a:avLst/>
          </a:prstGeom>
        </p:spPr>
      </p:pic>
      <p:pic>
        <p:nvPicPr>
          <p:cNvPr id="33" name="Imagem 32"/>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2489020" y="3174631"/>
            <a:ext cx="960122" cy="1046990"/>
          </a:xfrm>
          <a:prstGeom prst="rect">
            <a:avLst/>
          </a:prstGeom>
        </p:spPr>
      </p:pic>
      <p:cxnSp>
        <p:nvCxnSpPr>
          <p:cNvPr id="37" name="Conector reto 36"/>
          <p:cNvCxnSpPr/>
          <p:nvPr userDrawn="1"/>
        </p:nvCxnSpPr>
        <p:spPr>
          <a:xfrm rot="10800000" flipH="1" flipV="1">
            <a:off x="2469065" y="7473401"/>
            <a:ext cx="1046210" cy="224"/>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9" name="Imagem 38"/>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903672" y="6886253"/>
            <a:ext cx="955550" cy="1042004"/>
          </a:xfrm>
          <a:prstGeom prst="rect">
            <a:avLst/>
          </a:prstGeom>
        </p:spPr>
      </p:pic>
      <p:sp>
        <p:nvSpPr>
          <p:cNvPr id="40" name="CaixaDeTexto 39"/>
          <p:cNvSpPr txBox="1"/>
          <p:nvPr/>
        </p:nvSpPr>
        <p:spPr>
          <a:xfrm>
            <a:off x="2036621" y="7100206"/>
            <a:ext cx="822600" cy="848129"/>
          </a:xfrm>
          <a:prstGeom prst="rect">
            <a:avLst/>
          </a:prstGeom>
          <a:noFill/>
        </p:spPr>
        <p:txBody>
          <a:bodyPr wrap="square" rtlCol="0" anchor="ctr">
            <a:noAutofit/>
          </a:bodyPr>
          <a:lstStyle/>
          <a:p>
            <a:pPr algn="ctr"/>
            <a:endParaRPr lang="pt-BR" sz="4050" b="1">
              <a:solidFill>
                <a:schemeClr val="bg1"/>
              </a:solidFill>
              <a:latin typeface="Poppins" panose="00000500000000000000" pitchFamily="2" charset="0"/>
              <a:cs typeface="Poppins" panose="00000500000000000000" pitchFamily="2" charset="0"/>
            </a:endParaRPr>
          </a:p>
        </p:txBody>
      </p:sp>
      <p:grpSp>
        <p:nvGrpSpPr>
          <p:cNvPr id="41" name="Grupo 40"/>
          <p:cNvGrpSpPr/>
          <p:nvPr userDrawn="1"/>
        </p:nvGrpSpPr>
        <p:grpSpPr>
          <a:xfrm rot="5400000">
            <a:off x="8638738" y="2447375"/>
            <a:ext cx="1289486" cy="351000"/>
            <a:chOff x="6518136" y="4850711"/>
            <a:chExt cx="859657" cy="234000"/>
          </a:xfrm>
        </p:grpSpPr>
        <p:sp>
          <p:nvSpPr>
            <p:cNvPr id="42" name="Elipse 41"/>
            <p:cNvSpPr/>
            <p:nvPr/>
          </p:nvSpPr>
          <p:spPr>
            <a:xfrm>
              <a:off x="7143793" y="4850711"/>
              <a:ext cx="234000" cy="234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3" name="Conector reto 42"/>
            <p:cNvCxnSpPr/>
            <p:nvPr/>
          </p:nvCxnSpPr>
          <p:spPr>
            <a:xfrm rot="10800000" flipH="1" flipV="1">
              <a:off x="6518136" y="4972537"/>
              <a:ext cx="697473" cy="149"/>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sp>
        <p:nvSpPr>
          <p:cNvPr id="14" name="Espaço Reservado para Texto 13"/>
          <p:cNvSpPr>
            <a:spLocks noGrp="1"/>
          </p:cNvSpPr>
          <p:nvPr userDrawn="1">
            <p:ph type="body" sz="quarter" idx="12" hasCustomPrompt="1"/>
          </p:nvPr>
        </p:nvSpPr>
        <p:spPr>
          <a:xfrm>
            <a:off x="447932" y="8029858"/>
            <a:ext cx="2674143" cy="906974"/>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6" name="Espaço Reservado para Texto 13"/>
          <p:cNvSpPr>
            <a:spLocks noGrp="1"/>
          </p:cNvSpPr>
          <p:nvPr>
            <p:ph type="body" sz="quarter" idx="13" hasCustomPrompt="1"/>
          </p:nvPr>
        </p:nvSpPr>
        <p:spPr>
          <a:xfrm>
            <a:off x="9766953" y="1149659"/>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19" name="Espaço Reservado para Texto 18"/>
          <p:cNvSpPr>
            <a:spLocks noGrp="1"/>
          </p:cNvSpPr>
          <p:nvPr userDrawn="1">
            <p:ph type="body" sz="quarter" idx="14" hasCustomPrompt="1"/>
          </p:nvPr>
        </p:nvSpPr>
        <p:spPr>
          <a:xfrm>
            <a:off x="2031101" y="7021334"/>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20" name="Espaço Reservado para Texto 9"/>
          <p:cNvSpPr>
            <a:spLocks noGrp="1"/>
          </p:cNvSpPr>
          <p:nvPr userDrawn="1">
            <p:ph type="body" sz="quarter" idx="15" hasCustomPrompt="1"/>
          </p:nvPr>
        </p:nvSpPr>
        <p:spPr>
          <a:xfrm>
            <a:off x="13530021" y="2761219"/>
            <a:ext cx="3463023" cy="1326356"/>
          </a:xfrm>
          <a:prstGeom prst="rect">
            <a:avLst/>
          </a:prstGeom>
        </p:spPr>
        <p:txBody>
          <a:bodyPr anchor="b"/>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2" name="Espaço Reservado para Texto 9"/>
          <p:cNvSpPr>
            <a:spLocks noGrp="1"/>
          </p:cNvSpPr>
          <p:nvPr>
            <p:ph type="body" sz="quarter" idx="17" hasCustomPrompt="1"/>
          </p:nvPr>
        </p:nvSpPr>
        <p:spPr>
          <a:xfrm>
            <a:off x="9764360" y="1532502"/>
            <a:ext cx="2998494" cy="84031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3" name="Espaço Reservado para Texto 18"/>
          <p:cNvSpPr>
            <a:spLocks noGrp="1"/>
          </p:cNvSpPr>
          <p:nvPr>
            <p:ph type="body" sz="quarter" idx="18" hasCustomPrompt="1"/>
          </p:nvPr>
        </p:nvSpPr>
        <p:spPr>
          <a:xfrm>
            <a:off x="8870164" y="1349604"/>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24" name="Espaço Reservado para Texto 18"/>
          <p:cNvSpPr>
            <a:spLocks noGrp="1"/>
          </p:cNvSpPr>
          <p:nvPr userDrawn="1">
            <p:ph type="body" sz="quarter" idx="19" hasCustomPrompt="1"/>
          </p:nvPr>
        </p:nvSpPr>
        <p:spPr>
          <a:xfrm>
            <a:off x="12612568" y="3331409"/>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grpSp>
        <p:nvGrpSpPr>
          <p:cNvPr id="38" name="Grupo 37"/>
          <p:cNvGrpSpPr/>
          <p:nvPr userDrawn="1"/>
        </p:nvGrpSpPr>
        <p:grpSpPr>
          <a:xfrm rot="10800000">
            <a:off x="5638118" y="6056550"/>
            <a:ext cx="1289486" cy="351000"/>
            <a:chOff x="6518136" y="4850711"/>
            <a:chExt cx="859657" cy="234000"/>
          </a:xfrm>
        </p:grpSpPr>
        <p:sp>
          <p:nvSpPr>
            <p:cNvPr id="44" name="Elipse 43"/>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5" name="Conector reto 44"/>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46" name="Imagem 45"/>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517283" y="5602796"/>
            <a:ext cx="960122" cy="1046990"/>
          </a:xfrm>
          <a:prstGeom prst="rect">
            <a:avLst/>
          </a:prstGeom>
        </p:spPr>
      </p:pic>
      <p:sp>
        <p:nvSpPr>
          <p:cNvPr id="47" name="Subtítulo 2"/>
          <p:cNvSpPr>
            <a:spLocks noGrp="1"/>
          </p:cNvSpPr>
          <p:nvPr>
            <p:ph type="subTitle" idx="1" hasCustomPrompt="1"/>
          </p:nvPr>
        </p:nvSpPr>
        <p:spPr>
          <a:xfrm>
            <a:off x="6632978" y="5818854"/>
            <a:ext cx="847800" cy="847800"/>
          </a:xfrm>
          <a:prstGeom prst="rect">
            <a:avLst/>
          </a:prstGeom>
        </p:spPr>
        <p:txBody>
          <a:bodyPr anchor="ctr"/>
          <a:lstStyle>
            <a:lvl1pPr marL="0" indent="0" algn="ctr">
              <a:buNone/>
              <a:defRPr sz="2700" b="1">
                <a:solidFill>
                  <a:schemeClr val="bg1"/>
                </a:solidFill>
                <a:latin typeface="Poppins" panose="00000500000000000000" pitchFamily="2" charset="0"/>
                <a:cs typeface="Poppins" panose="00000500000000000000"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pPr lvl="0"/>
            <a:r>
              <a:rPr lang="pt-BR"/>
              <a:t>nº</a:t>
            </a:r>
          </a:p>
        </p:txBody>
      </p:sp>
      <p:sp>
        <p:nvSpPr>
          <p:cNvPr id="48" name="Espaço Reservado para Texto 9"/>
          <p:cNvSpPr>
            <a:spLocks noGrp="1"/>
          </p:cNvSpPr>
          <p:nvPr>
            <p:ph type="body" sz="quarter" idx="10" hasCustomPrompt="1"/>
          </p:nvPr>
        </p:nvSpPr>
        <p:spPr>
          <a:xfrm>
            <a:off x="6493496" y="6748048"/>
            <a:ext cx="3463023" cy="132635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36" name="Elipse 35"/>
          <p:cNvSpPr/>
          <p:nvPr userDrawn="1"/>
        </p:nvSpPr>
        <p:spPr>
          <a:xfrm rot="5400000">
            <a:off x="13332906" y="7462803"/>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9" name="Conector angulado 48"/>
          <p:cNvCxnSpPr>
            <a:stCxn id="36" idx="6"/>
          </p:cNvCxnSpPr>
          <p:nvPr userDrawn="1"/>
        </p:nvCxnSpPr>
        <p:spPr>
          <a:xfrm rot="16200000" flipH="1">
            <a:off x="13358726" y="7963483"/>
            <a:ext cx="1198094" cy="898733"/>
          </a:xfrm>
          <a:prstGeom prst="bentConnector3">
            <a:avLst>
              <a:gd name="adj1" fmla="val 92688"/>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50" name="Imagem 49"/>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3877174" y="8308940"/>
            <a:ext cx="960122" cy="1046990"/>
          </a:xfrm>
          <a:prstGeom prst="rect">
            <a:avLst/>
          </a:prstGeom>
        </p:spPr>
      </p:pic>
      <p:sp>
        <p:nvSpPr>
          <p:cNvPr id="51" name="Espaço Reservado para Texto 9"/>
          <p:cNvSpPr>
            <a:spLocks noGrp="1"/>
          </p:cNvSpPr>
          <p:nvPr>
            <p:ph type="body" sz="quarter" idx="16" hasCustomPrompt="1"/>
          </p:nvPr>
        </p:nvSpPr>
        <p:spPr>
          <a:xfrm>
            <a:off x="14904856" y="8742941"/>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52" name="Espaço Reservado para Texto 18"/>
          <p:cNvSpPr>
            <a:spLocks noGrp="1"/>
          </p:cNvSpPr>
          <p:nvPr>
            <p:ph type="body" sz="quarter" idx="20" hasCustomPrompt="1"/>
          </p:nvPr>
        </p:nvSpPr>
        <p:spPr>
          <a:xfrm>
            <a:off x="13999862" y="8451236"/>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Tree>
    <p:extLst>
      <p:ext uri="{BB962C8B-B14F-4D97-AF65-F5344CB8AC3E}">
        <p14:creationId xmlns:p14="http://schemas.microsoft.com/office/powerpoint/2010/main" val="39297354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rilha_SIS_5_5">
    <p:bg>
      <p:bgPr>
        <a:solidFill>
          <a:srgbClr val="EFEFEF"/>
        </a:solidFill>
        <a:effectLst/>
      </p:bgPr>
    </p:bg>
    <p:spTree>
      <p:nvGrpSpPr>
        <p:cNvPr id="1" name=""/>
        <p:cNvGrpSpPr/>
        <p:nvPr/>
      </p:nvGrpSpPr>
      <p:grpSpPr>
        <a:xfrm>
          <a:off x="0" y="0"/>
          <a:ext cx="0" cy="0"/>
          <a:chOff x="0" y="0"/>
          <a:chExt cx="0" cy="0"/>
        </a:xfrm>
      </p:grpSpPr>
      <p:sp>
        <p:nvSpPr>
          <p:cNvPr id="17" name="Elipse 16"/>
          <p:cNvSpPr/>
          <p:nvPr userDrawn="1"/>
        </p:nvSpPr>
        <p:spPr>
          <a:xfrm rot="16200000" flipV="1">
            <a:off x="3396908" y="7274877"/>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37" name="Conector reto 36"/>
          <p:cNvCxnSpPr/>
          <p:nvPr userDrawn="1"/>
        </p:nvCxnSpPr>
        <p:spPr>
          <a:xfrm rot="10800000" flipH="1" flipV="1">
            <a:off x="2469065" y="7473401"/>
            <a:ext cx="1046210" cy="224"/>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9" name="Imagem 38"/>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903672" y="6886253"/>
            <a:ext cx="955550" cy="1042004"/>
          </a:xfrm>
          <a:prstGeom prst="rect">
            <a:avLst/>
          </a:prstGeom>
        </p:spPr>
      </p:pic>
      <p:sp>
        <p:nvSpPr>
          <p:cNvPr id="40" name="CaixaDeTexto 39"/>
          <p:cNvSpPr txBox="1"/>
          <p:nvPr/>
        </p:nvSpPr>
        <p:spPr>
          <a:xfrm>
            <a:off x="2036621" y="7100206"/>
            <a:ext cx="822600" cy="848129"/>
          </a:xfrm>
          <a:prstGeom prst="rect">
            <a:avLst/>
          </a:prstGeom>
          <a:noFill/>
        </p:spPr>
        <p:txBody>
          <a:bodyPr wrap="square" rtlCol="0" anchor="ctr">
            <a:noAutofit/>
          </a:bodyPr>
          <a:lstStyle/>
          <a:p>
            <a:pPr algn="ctr"/>
            <a:endParaRPr lang="pt-BR" sz="4050" b="1">
              <a:solidFill>
                <a:schemeClr val="bg1"/>
              </a:solidFill>
              <a:latin typeface="Poppins" panose="00000500000000000000" pitchFamily="2" charset="0"/>
              <a:cs typeface="Poppins" panose="00000500000000000000" pitchFamily="2" charset="0"/>
            </a:endParaRPr>
          </a:p>
        </p:txBody>
      </p:sp>
      <p:sp>
        <p:nvSpPr>
          <p:cNvPr id="14" name="Espaço Reservado para Texto 13"/>
          <p:cNvSpPr>
            <a:spLocks noGrp="1"/>
          </p:cNvSpPr>
          <p:nvPr userDrawn="1">
            <p:ph type="body" sz="quarter" idx="12" hasCustomPrompt="1"/>
          </p:nvPr>
        </p:nvSpPr>
        <p:spPr>
          <a:xfrm>
            <a:off x="447932" y="8029858"/>
            <a:ext cx="2674143" cy="906974"/>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6" name="Espaço Reservado para Texto 13"/>
          <p:cNvSpPr>
            <a:spLocks noGrp="1"/>
          </p:cNvSpPr>
          <p:nvPr userDrawn="1">
            <p:ph type="body" sz="quarter" idx="13" hasCustomPrompt="1"/>
          </p:nvPr>
        </p:nvSpPr>
        <p:spPr>
          <a:xfrm>
            <a:off x="14927997" y="8544659"/>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19" name="Espaço Reservado para Texto 18"/>
          <p:cNvSpPr>
            <a:spLocks noGrp="1"/>
          </p:cNvSpPr>
          <p:nvPr userDrawn="1">
            <p:ph type="body" sz="quarter" idx="14" hasCustomPrompt="1"/>
          </p:nvPr>
        </p:nvSpPr>
        <p:spPr>
          <a:xfrm>
            <a:off x="2031101" y="7021334"/>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grpSp>
        <p:nvGrpSpPr>
          <p:cNvPr id="38" name="Grupo 37"/>
          <p:cNvGrpSpPr/>
          <p:nvPr userDrawn="1"/>
        </p:nvGrpSpPr>
        <p:grpSpPr>
          <a:xfrm rot="10800000">
            <a:off x="5638118" y="6056550"/>
            <a:ext cx="1289486" cy="351000"/>
            <a:chOff x="6518136" y="4850711"/>
            <a:chExt cx="859657" cy="234000"/>
          </a:xfrm>
        </p:grpSpPr>
        <p:sp>
          <p:nvSpPr>
            <p:cNvPr id="44" name="Elipse 43"/>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5" name="Conector reto 44"/>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46" name="Imagem 45"/>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517283" y="5602796"/>
            <a:ext cx="960122" cy="1046990"/>
          </a:xfrm>
          <a:prstGeom prst="rect">
            <a:avLst/>
          </a:prstGeom>
        </p:spPr>
      </p:pic>
      <p:sp>
        <p:nvSpPr>
          <p:cNvPr id="47" name="Subtítulo 2"/>
          <p:cNvSpPr>
            <a:spLocks noGrp="1"/>
          </p:cNvSpPr>
          <p:nvPr>
            <p:ph type="subTitle" idx="1" hasCustomPrompt="1"/>
          </p:nvPr>
        </p:nvSpPr>
        <p:spPr>
          <a:xfrm>
            <a:off x="6632978" y="5818854"/>
            <a:ext cx="847800" cy="847800"/>
          </a:xfrm>
          <a:prstGeom prst="rect">
            <a:avLst/>
          </a:prstGeom>
        </p:spPr>
        <p:txBody>
          <a:bodyPr anchor="ctr"/>
          <a:lstStyle>
            <a:lvl1pPr marL="0" indent="0" algn="ctr">
              <a:buNone/>
              <a:defRPr sz="2700" b="1">
                <a:solidFill>
                  <a:schemeClr val="bg1"/>
                </a:solidFill>
                <a:latin typeface="Poppins" panose="00000500000000000000" pitchFamily="2" charset="0"/>
                <a:cs typeface="Poppins" panose="00000500000000000000"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pPr lvl="0"/>
            <a:r>
              <a:rPr lang="pt-BR"/>
              <a:t>nº</a:t>
            </a:r>
          </a:p>
        </p:txBody>
      </p:sp>
      <p:sp>
        <p:nvSpPr>
          <p:cNvPr id="48" name="Espaço Reservado para Texto 9"/>
          <p:cNvSpPr>
            <a:spLocks noGrp="1"/>
          </p:cNvSpPr>
          <p:nvPr>
            <p:ph type="body" sz="quarter" idx="10" hasCustomPrompt="1"/>
          </p:nvPr>
        </p:nvSpPr>
        <p:spPr>
          <a:xfrm>
            <a:off x="6493496" y="6748048"/>
            <a:ext cx="3463023" cy="132635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pic>
        <p:nvPicPr>
          <p:cNvPr id="49" name="Imagem 48"/>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8733679" y="1211362"/>
            <a:ext cx="960122" cy="1046990"/>
          </a:xfrm>
          <a:prstGeom prst="rect">
            <a:avLst/>
          </a:prstGeom>
        </p:spPr>
      </p:pic>
      <p:grpSp>
        <p:nvGrpSpPr>
          <p:cNvPr id="50" name="Grupo 49"/>
          <p:cNvGrpSpPr/>
          <p:nvPr userDrawn="1"/>
        </p:nvGrpSpPr>
        <p:grpSpPr>
          <a:xfrm rot="5400000">
            <a:off x="8638738" y="2447375"/>
            <a:ext cx="1289486" cy="351000"/>
            <a:chOff x="6518136" y="4850711"/>
            <a:chExt cx="859657" cy="234000"/>
          </a:xfrm>
        </p:grpSpPr>
        <p:sp>
          <p:nvSpPr>
            <p:cNvPr id="51" name="Elipse 50"/>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52" name="Conector reto 51"/>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53" name="Espaço Reservado para Texto 9"/>
          <p:cNvSpPr>
            <a:spLocks noGrp="1"/>
          </p:cNvSpPr>
          <p:nvPr>
            <p:ph type="body" sz="quarter" idx="17" hasCustomPrompt="1"/>
          </p:nvPr>
        </p:nvSpPr>
        <p:spPr>
          <a:xfrm>
            <a:off x="9764360" y="727829"/>
            <a:ext cx="2998494" cy="1326356"/>
          </a:xfrm>
          <a:prstGeom prst="rect">
            <a:avLst/>
          </a:prstGeom>
        </p:spPr>
        <p:txBody>
          <a:bodyPr anchor="b"/>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54" name="Espaço Reservado para Texto 18"/>
          <p:cNvSpPr>
            <a:spLocks noGrp="1"/>
          </p:cNvSpPr>
          <p:nvPr>
            <p:ph type="body" sz="quarter" idx="18" hasCustomPrompt="1"/>
          </p:nvPr>
        </p:nvSpPr>
        <p:spPr>
          <a:xfrm>
            <a:off x="8870164" y="1349604"/>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55" name="Elipse 54"/>
          <p:cNvSpPr/>
          <p:nvPr userDrawn="1"/>
        </p:nvSpPr>
        <p:spPr>
          <a:xfrm rot="5400000">
            <a:off x="13332906" y="7462803"/>
            <a:ext cx="351000" cy="351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56" name="Conector angulado 55"/>
          <p:cNvCxnSpPr>
            <a:stCxn id="55" idx="6"/>
          </p:cNvCxnSpPr>
          <p:nvPr userDrawn="1"/>
        </p:nvCxnSpPr>
        <p:spPr>
          <a:xfrm rot="16200000" flipH="1">
            <a:off x="13358726" y="7963483"/>
            <a:ext cx="1198094" cy="898733"/>
          </a:xfrm>
          <a:prstGeom prst="bentConnector3">
            <a:avLst>
              <a:gd name="adj1" fmla="val 92688"/>
            </a:avLst>
          </a:prstGeom>
          <a:ln>
            <a:solidFill>
              <a:srgbClr val="EE2026"/>
            </a:solidFill>
          </a:ln>
        </p:spPr>
        <p:style>
          <a:lnRef idx="1">
            <a:schemeClr val="accent1"/>
          </a:lnRef>
          <a:fillRef idx="0">
            <a:schemeClr val="accent1"/>
          </a:fillRef>
          <a:effectRef idx="0">
            <a:schemeClr val="accent1"/>
          </a:effectRef>
          <a:fontRef idx="minor">
            <a:schemeClr val="tx1"/>
          </a:fontRef>
        </p:style>
      </p:cxnSp>
      <p:pic>
        <p:nvPicPr>
          <p:cNvPr id="57" name="Imagem 56"/>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13879460" y="8308940"/>
            <a:ext cx="955549" cy="1046990"/>
          </a:xfrm>
          <a:prstGeom prst="rect">
            <a:avLst/>
          </a:prstGeom>
        </p:spPr>
      </p:pic>
      <p:sp>
        <p:nvSpPr>
          <p:cNvPr id="58" name="Espaço Reservado para Texto 9"/>
          <p:cNvSpPr>
            <a:spLocks noGrp="1"/>
          </p:cNvSpPr>
          <p:nvPr>
            <p:ph type="body" sz="quarter" idx="16" hasCustomPrompt="1"/>
          </p:nvPr>
        </p:nvSpPr>
        <p:spPr>
          <a:xfrm>
            <a:off x="14904856" y="8889245"/>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59" name="Espaço Reservado para Texto 18"/>
          <p:cNvSpPr>
            <a:spLocks noGrp="1"/>
          </p:cNvSpPr>
          <p:nvPr>
            <p:ph type="body" sz="quarter" idx="20" hasCustomPrompt="1"/>
          </p:nvPr>
        </p:nvSpPr>
        <p:spPr>
          <a:xfrm>
            <a:off x="13999862" y="8451236"/>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grpSp>
        <p:nvGrpSpPr>
          <p:cNvPr id="60" name="Grupo 59"/>
          <p:cNvGrpSpPr/>
          <p:nvPr userDrawn="1"/>
        </p:nvGrpSpPr>
        <p:grpSpPr>
          <a:xfrm>
            <a:off x="11481857" y="3631122"/>
            <a:ext cx="1357851" cy="351000"/>
            <a:chOff x="7061962" y="2141288"/>
            <a:chExt cx="905234" cy="234000"/>
          </a:xfrm>
        </p:grpSpPr>
        <p:sp>
          <p:nvSpPr>
            <p:cNvPr id="61" name="Elipse 60"/>
            <p:cNvSpPr/>
            <p:nvPr/>
          </p:nvSpPr>
          <p:spPr>
            <a:xfrm>
              <a:off x="7061962" y="2141288"/>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62" name="Conector reto 61"/>
            <p:cNvCxnSpPr/>
            <p:nvPr/>
          </p:nvCxnSpPr>
          <p:spPr>
            <a:xfrm rot="10800000" flipH="1" flipV="1">
              <a:off x="7269723" y="2256208"/>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63" name="Imagem 62"/>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2489020" y="3174631"/>
            <a:ext cx="960122" cy="1046990"/>
          </a:xfrm>
          <a:prstGeom prst="rect">
            <a:avLst/>
          </a:prstGeom>
        </p:spPr>
      </p:pic>
      <p:sp>
        <p:nvSpPr>
          <p:cNvPr id="64" name="Espaço Reservado para Texto 9"/>
          <p:cNvSpPr>
            <a:spLocks noGrp="1"/>
          </p:cNvSpPr>
          <p:nvPr>
            <p:ph type="body" sz="quarter" idx="15" hasCustomPrompt="1"/>
          </p:nvPr>
        </p:nvSpPr>
        <p:spPr>
          <a:xfrm>
            <a:off x="13530021" y="2761219"/>
            <a:ext cx="3463023" cy="1326356"/>
          </a:xfrm>
          <a:prstGeom prst="rect">
            <a:avLst/>
          </a:prstGeom>
        </p:spPr>
        <p:txBody>
          <a:bodyPr anchor="b"/>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65" name="Espaço Reservado para Texto 18"/>
          <p:cNvSpPr>
            <a:spLocks noGrp="1"/>
          </p:cNvSpPr>
          <p:nvPr>
            <p:ph type="body" sz="quarter" idx="19" hasCustomPrompt="1"/>
          </p:nvPr>
        </p:nvSpPr>
        <p:spPr>
          <a:xfrm>
            <a:off x="12612568" y="3331409"/>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Tree>
    <p:extLst>
      <p:ext uri="{BB962C8B-B14F-4D97-AF65-F5344CB8AC3E}">
        <p14:creationId xmlns:p14="http://schemas.microsoft.com/office/powerpoint/2010/main" val="400102815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rilha_SIS_5_4">
    <p:bg>
      <p:bgPr>
        <a:solidFill>
          <a:srgbClr val="EFEFEF"/>
        </a:solidFill>
        <a:effectLst/>
      </p:bgPr>
    </p:bg>
    <p:spTree>
      <p:nvGrpSpPr>
        <p:cNvPr id="1" name=""/>
        <p:cNvGrpSpPr/>
        <p:nvPr/>
      </p:nvGrpSpPr>
      <p:grpSpPr>
        <a:xfrm>
          <a:off x="0" y="0"/>
          <a:ext cx="0" cy="0"/>
          <a:chOff x="0" y="0"/>
          <a:chExt cx="0" cy="0"/>
        </a:xfrm>
      </p:grpSpPr>
      <p:sp>
        <p:nvSpPr>
          <p:cNvPr id="17" name="Elipse 16"/>
          <p:cNvSpPr/>
          <p:nvPr userDrawn="1"/>
        </p:nvSpPr>
        <p:spPr>
          <a:xfrm rot="16200000" flipV="1">
            <a:off x="3396908" y="7274877"/>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grpSp>
        <p:nvGrpSpPr>
          <p:cNvPr id="18" name="Grupo 17"/>
          <p:cNvGrpSpPr/>
          <p:nvPr userDrawn="1"/>
        </p:nvGrpSpPr>
        <p:grpSpPr>
          <a:xfrm>
            <a:off x="11481857" y="3631122"/>
            <a:ext cx="1357851" cy="351000"/>
            <a:chOff x="7061962" y="2141288"/>
            <a:chExt cx="905234" cy="234000"/>
          </a:xfrm>
        </p:grpSpPr>
        <p:sp>
          <p:nvSpPr>
            <p:cNvPr id="26" name="Elipse 25"/>
            <p:cNvSpPr/>
            <p:nvPr/>
          </p:nvSpPr>
          <p:spPr>
            <a:xfrm>
              <a:off x="7061962" y="2141288"/>
              <a:ext cx="234000" cy="234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27" name="Conector reto 26"/>
            <p:cNvCxnSpPr/>
            <p:nvPr/>
          </p:nvCxnSpPr>
          <p:spPr>
            <a:xfrm rot="10800000" flipH="1" flipV="1">
              <a:off x="7269723" y="2256208"/>
              <a:ext cx="697473" cy="149"/>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pic>
        <p:nvPicPr>
          <p:cNvPr id="33" name="Imagem 32"/>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2491306" y="3174631"/>
            <a:ext cx="955549" cy="1046990"/>
          </a:xfrm>
          <a:prstGeom prst="rect">
            <a:avLst/>
          </a:prstGeom>
        </p:spPr>
      </p:pic>
      <p:cxnSp>
        <p:nvCxnSpPr>
          <p:cNvPr id="37" name="Conector reto 36"/>
          <p:cNvCxnSpPr/>
          <p:nvPr userDrawn="1"/>
        </p:nvCxnSpPr>
        <p:spPr>
          <a:xfrm rot="10800000" flipH="1" flipV="1">
            <a:off x="2469065" y="7473401"/>
            <a:ext cx="1046210" cy="224"/>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9" name="Imagem 38"/>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903672" y="6886253"/>
            <a:ext cx="955550" cy="1042004"/>
          </a:xfrm>
          <a:prstGeom prst="rect">
            <a:avLst/>
          </a:prstGeom>
        </p:spPr>
      </p:pic>
      <p:sp>
        <p:nvSpPr>
          <p:cNvPr id="40" name="CaixaDeTexto 39"/>
          <p:cNvSpPr txBox="1"/>
          <p:nvPr/>
        </p:nvSpPr>
        <p:spPr>
          <a:xfrm>
            <a:off x="2036621" y="7100206"/>
            <a:ext cx="822600" cy="848129"/>
          </a:xfrm>
          <a:prstGeom prst="rect">
            <a:avLst/>
          </a:prstGeom>
          <a:noFill/>
        </p:spPr>
        <p:txBody>
          <a:bodyPr wrap="square" rtlCol="0" anchor="ctr">
            <a:noAutofit/>
          </a:bodyPr>
          <a:lstStyle/>
          <a:p>
            <a:pPr algn="ctr"/>
            <a:endParaRPr lang="pt-BR" sz="4050" b="1">
              <a:solidFill>
                <a:schemeClr val="bg1"/>
              </a:solidFill>
              <a:latin typeface="Poppins" panose="00000500000000000000" pitchFamily="2" charset="0"/>
              <a:cs typeface="Poppins" panose="00000500000000000000" pitchFamily="2" charset="0"/>
            </a:endParaRPr>
          </a:p>
        </p:txBody>
      </p:sp>
      <p:sp>
        <p:nvSpPr>
          <p:cNvPr id="14" name="Espaço Reservado para Texto 13"/>
          <p:cNvSpPr>
            <a:spLocks noGrp="1"/>
          </p:cNvSpPr>
          <p:nvPr userDrawn="1">
            <p:ph type="body" sz="quarter" idx="12" hasCustomPrompt="1"/>
          </p:nvPr>
        </p:nvSpPr>
        <p:spPr>
          <a:xfrm>
            <a:off x="447932" y="8029858"/>
            <a:ext cx="2674143" cy="906974"/>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6" name="Espaço Reservado para Texto 13"/>
          <p:cNvSpPr>
            <a:spLocks noGrp="1"/>
          </p:cNvSpPr>
          <p:nvPr userDrawn="1">
            <p:ph type="body" sz="quarter" idx="13" hasCustomPrompt="1"/>
          </p:nvPr>
        </p:nvSpPr>
        <p:spPr>
          <a:xfrm>
            <a:off x="13530021" y="3297678"/>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19" name="Espaço Reservado para Texto 18"/>
          <p:cNvSpPr>
            <a:spLocks noGrp="1"/>
          </p:cNvSpPr>
          <p:nvPr userDrawn="1">
            <p:ph type="body" sz="quarter" idx="14" hasCustomPrompt="1"/>
          </p:nvPr>
        </p:nvSpPr>
        <p:spPr>
          <a:xfrm>
            <a:off x="2031101" y="7021334"/>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20" name="Espaço Reservado para Texto 9"/>
          <p:cNvSpPr>
            <a:spLocks noGrp="1"/>
          </p:cNvSpPr>
          <p:nvPr userDrawn="1">
            <p:ph type="body" sz="quarter" idx="15" hasCustomPrompt="1"/>
          </p:nvPr>
        </p:nvSpPr>
        <p:spPr>
          <a:xfrm>
            <a:off x="13530021" y="3693907"/>
            <a:ext cx="3463023" cy="1079261"/>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4" name="Espaço Reservado para Texto 18"/>
          <p:cNvSpPr>
            <a:spLocks noGrp="1"/>
          </p:cNvSpPr>
          <p:nvPr userDrawn="1">
            <p:ph type="body" sz="quarter" idx="19" hasCustomPrompt="1"/>
          </p:nvPr>
        </p:nvSpPr>
        <p:spPr>
          <a:xfrm>
            <a:off x="12612568" y="3331409"/>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grpSp>
        <p:nvGrpSpPr>
          <p:cNvPr id="38" name="Grupo 37"/>
          <p:cNvGrpSpPr/>
          <p:nvPr userDrawn="1"/>
        </p:nvGrpSpPr>
        <p:grpSpPr>
          <a:xfrm rot="10800000">
            <a:off x="5638118" y="6056550"/>
            <a:ext cx="1289486" cy="351000"/>
            <a:chOff x="6518136" y="4850711"/>
            <a:chExt cx="859657" cy="234000"/>
          </a:xfrm>
        </p:grpSpPr>
        <p:sp>
          <p:nvSpPr>
            <p:cNvPr id="44" name="Elipse 43"/>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5" name="Conector reto 44"/>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46" name="Imagem 45"/>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6517283" y="5602796"/>
            <a:ext cx="960122" cy="1046990"/>
          </a:xfrm>
          <a:prstGeom prst="rect">
            <a:avLst/>
          </a:prstGeom>
        </p:spPr>
      </p:pic>
      <p:sp>
        <p:nvSpPr>
          <p:cNvPr id="47" name="Subtítulo 2"/>
          <p:cNvSpPr>
            <a:spLocks noGrp="1"/>
          </p:cNvSpPr>
          <p:nvPr>
            <p:ph type="subTitle" idx="1" hasCustomPrompt="1"/>
          </p:nvPr>
        </p:nvSpPr>
        <p:spPr>
          <a:xfrm>
            <a:off x="6632978" y="5818854"/>
            <a:ext cx="847800" cy="847800"/>
          </a:xfrm>
          <a:prstGeom prst="rect">
            <a:avLst/>
          </a:prstGeom>
        </p:spPr>
        <p:txBody>
          <a:bodyPr anchor="ctr"/>
          <a:lstStyle>
            <a:lvl1pPr marL="0" indent="0" algn="ctr">
              <a:buNone/>
              <a:defRPr sz="2700" b="1">
                <a:solidFill>
                  <a:schemeClr val="bg1"/>
                </a:solidFill>
                <a:latin typeface="Poppins" panose="00000500000000000000" pitchFamily="2" charset="0"/>
                <a:cs typeface="Poppins" panose="00000500000000000000"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pPr lvl="0"/>
            <a:r>
              <a:rPr lang="pt-BR"/>
              <a:t>nº</a:t>
            </a:r>
          </a:p>
        </p:txBody>
      </p:sp>
      <p:sp>
        <p:nvSpPr>
          <p:cNvPr id="48" name="Espaço Reservado para Texto 9"/>
          <p:cNvSpPr>
            <a:spLocks noGrp="1"/>
          </p:cNvSpPr>
          <p:nvPr>
            <p:ph type="body" sz="quarter" idx="10" hasCustomPrompt="1"/>
          </p:nvPr>
        </p:nvSpPr>
        <p:spPr>
          <a:xfrm>
            <a:off x="6493496" y="6748048"/>
            <a:ext cx="3463023" cy="132635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pic>
        <p:nvPicPr>
          <p:cNvPr id="49" name="Imagem 48"/>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733679" y="1211362"/>
            <a:ext cx="960122" cy="1046990"/>
          </a:xfrm>
          <a:prstGeom prst="rect">
            <a:avLst/>
          </a:prstGeom>
        </p:spPr>
      </p:pic>
      <p:grpSp>
        <p:nvGrpSpPr>
          <p:cNvPr id="50" name="Grupo 49"/>
          <p:cNvGrpSpPr/>
          <p:nvPr userDrawn="1"/>
        </p:nvGrpSpPr>
        <p:grpSpPr>
          <a:xfrm rot="5400000">
            <a:off x="8638738" y="2447375"/>
            <a:ext cx="1289486" cy="351000"/>
            <a:chOff x="6518136" y="4850711"/>
            <a:chExt cx="859657" cy="234000"/>
          </a:xfrm>
        </p:grpSpPr>
        <p:sp>
          <p:nvSpPr>
            <p:cNvPr id="51" name="Elipse 50"/>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52" name="Conector reto 51"/>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53" name="Espaço Reservado para Texto 9"/>
          <p:cNvSpPr>
            <a:spLocks noGrp="1"/>
          </p:cNvSpPr>
          <p:nvPr>
            <p:ph type="body" sz="quarter" idx="17" hasCustomPrompt="1"/>
          </p:nvPr>
        </p:nvSpPr>
        <p:spPr>
          <a:xfrm>
            <a:off x="9764360" y="727829"/>
            <a:ext cx="2998494" cy="1326356"/>
          </a:xfrm>
          <a:prstGeom prst="rect">
            <a:avLst/>
          </a:prstGeom>
        </p:spPr>
        <p:txBody>
          <a:bodyPr anchor="b"/>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54" name="Espaço Reservado para Texto 18"/>
          <p:cNvSpPr>
            <a:spLocks noGrp="1"/>
          </p:cNvSpPr>
          <p:nvPr>
            <p:ph type="body" sz="quarter" idx="18" hasCustomPrompt="1"/>
          </p:nvPr>
        </p:nvSpPr>
        <p:spPr>
          <a:xfrm>
            <a:off x="8870164" y="1349604"/>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55" name="Elipse 54"/>
          <p:cNvSpPr/>
          <p:nvPr userDrawn="1"/>
        </p:nvSpPr>
        <p:spPr>
          <a:xfrm rot="5400000">
            <a:off x="13332906" y="7462803"/>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56" name="Conector angulado 55"/>
          <p:cNvCxnSpPr>
            <a:stCxn id="55" idx="6"/>
          </p:cNvCxnSpPr>
          <p:nvPr userDrawn="1"/>
        </p:nvCxnSpPr>
        <p:spPr>
          <a:xfrm rot="16200000" flipH="1">
            <a:off x="13358726" y="7963483"/>
            <a:ext cx="1198094" cy="898733"/>
          </a:xfrm>
          <a:prstGeom prst="bentConnector3">
            <a:avLst>
              <a:gd name="adj1" fmla="val 92688"/>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57" name="Imagem 56"/>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13877174" y="8308940"/>
            <a:ext cx="960122" cy="1046990"/>
          </a:xfrm>
          <a:prstGeom prst="rect">
            <a:avLst/>
          </a:prstGeom>
        </p:spPr>
      </p:pic>
      <p:sp>
        <p:nvSpPr>
          <p:cNvPr id="58" name="Espaço Reservado para Texto 9"/>
          <p:cNvSpPr>
            <a:spLocks noGrp="1"/>
          </p:cNvSpPr>
          <p:nvPr>
            <p:ph type="body" sz="quarter" idx="16" hasCustomPrompt="1"/>
          </p:nvPr>
        </p:nvSpPr>
        <p:spPr>
          <a:xfrm>
            <a:off x="14904856" y="8742941"/>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59" name="Espaço Reservado para Texto 18"/>
          <p:cNvSpPr>
            <a:spLocks noGrp="1"/>
          </p:cNvSpPr>
          <p:nvPr>
            <p:ph type="body" sz="quarter" idx="20" hasCustomPrompt="1"/>
          </p:nvPr>
        </p:nvSpPr>
        <p:spPr>
          <a:xfrm>
            <a:off x="13999862" y="8451236"/>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Tree>
    <p:extLst>
      <p:ext uri="{BB962C8B-B14F-4D97-AF65-F5344CB8AC3E}">
        <p14:creationId xmlns:p14="http://schemas.microsoft.com/office/powerpoint/2010/main" val="251567913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rilha_SIS_5_2">
    <p:bg>
      <p:bgPr>
        <a:solidFill>
          <a:srgbClr val="EFEFEF"/>
        </a:solidFill>
        <a:effectLst/>
      </p:bgPr>
    </p:bg>
    <p:spTree>
      <p:nvGrpSpPr>
        <p:cNvPr id="1" name=""/>
        <p:cNvGrpSpPr/>
        <p:nvPr/>
      </p:nvGrpSpPr>
      <p:grpSpPr>
        <a:xfrm>
          <a:off x="0" y="0"/>
          <a:ext cx="0" cy="0"/>
          <a:chOff x="0" y="0"/>
          <a:chExt cx="0" cy="0"/>
        </a:xfrm>
      </p:grpSpPr>
      <p:sp>
        <p:nvSpPr>
          <p:cNvPr id="17" name="Elipse 16"/>
          <p:cNvSpPr/>
          <p:nvPr userDrawn="1"/>
        </p:nvSpPr>
        <p:spPr>
          <a:xfrm rot="16200000" flipV="1">
            <a:off x="3396908" y="7274877"/>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grpSp>
        <p:nvGrpSpPr>
          <p:cNvPr id="18" name="Grupo 17"/>
          <p:cNvGrpSpPr/>
          <p:nvPr userDrawn="1"/>
        </p:nvGrpSpPr>
        <p:grpSpPr>
          <a:xfrm>
            <a:off x="11481857" y="3631122"/>
            <a:ext cx="1357851" cy="351000"/>
            <a:chOff x="7061962" y="2141288"/>
            <a:chExt cx="905234" cy="234000"/>
          </a:xfrm>
        </p:grpSpPr>
        <p:sp>
          <p:nvSpPr>
            <p:cNvPr id="26" name="Elipse 25"/>
            <p:cNvSpPr/>
            <p:nvPr/>
          </p:nvSpPr>
          <p:spPr>
            <a:xfrm>
              <a:off x="7061962" y="2141288"/>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27" name="Conector reto 26"/>
            <p:cNvCxnSpPr/>
            <p:nvPr/>
          </p:nvCxnSpPr>
          <p:spPr>
            <a:xfrm rot="10800000" flipH="1" flipV="1">
              <a:off x="7269723" y="2256208"/>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grpSp>
        <p:nvGrpSpPr>
          <p:cNvPr id="28" name="Grupo 27"/>
          <p:cNvGrpSpPr/>
          <p:nvPr userDrawn="1"/>
        </p:nvGrpSpPr>
        <p:grpSpPr>
          <a:xfrm rot="10800000">
            <a:off x="5638118" y="6056550"/>
            <a:ext cx="1289486" cy="351000"/>
            <a:chOff x="6518136" y="4850711"/>
            <a:chExt cx="859657" cy="234000"/>
          </a:xfrm>
        </p:grpSpPr>
        <p:sp>
          <p:nvSpPr>
            <p:cNvPr id="29" name="Elipse 28"/>
            <p:cNvSpPr/>
            <p:nvPr/>
          </p:nvSpPr>
          <p:spPr>
            <a:xfrm>
              <a:off x="7143793" y="4850711"/>
              <a:ext cx="234000" cy="234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30" name="Conector reto 29"/>
            <p:cNvCxnSpPr/>
            <p:nvPr/>
          </p:nvCxnSpPr>
          <p:spPr>
            <a:xfrm rot="10800000" flipH="1" flipV="1">
              <a:off x="6518136" y="4972537"/>
              <a:ext cx="697473" cy="149"/>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pic>
        <p:nvPicPr>
          <p:cNvPr id="32" name="Imagem 3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733679" y="1211362"/>
            <a:ext cx="960122" cy="1046990"/>
          </a:xfrm>
          <a:prstGeom prst="rect">
            <a:avLst/>
          </a:prstGeom>
        </p:spPr>
      </p:pic>
      <p:pic>
        <p:nvPicPr>
          <p:cNvPr id="33" name="Imagem 3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2489020" y="3174631"/>
            <a:ext cx="960122" cy="1046990"/>
          </a:xfrm>
          <a:prstGeom prst="rect">
            <a:avLst/>
          </a:prstGeom>
        </p:spPr>
      </p:pic>
      <p:pic>
        <p:nvPicPr>
          <p:cNvPr id="34" name="Imagem 33"/>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6519569" y="5602796"/>
            <a:ext cx="955549" cy="1046990"/>
          </a:xfrm>
          <a:prstGeom prst="rect">
            <a:avLst/>
          </a:prstGeom>
        </p:spPr>
      </p:pic>
      <p:cxnSp>
        <p:nvCxnSpPr>
          <p:cNvPr id="37" name="Conector reto 36"/>
          <p:cNvCxnSpPr/>
          <p:nvPr userDrawn="1"/>
        </p:nvCxnSpPr>
        <p:spPr>
          <a:xfrm rot="10800000" flipH="1" flipV="1">
            <a:off x="2469065" y="7473401"/>
            <a:ext cx="1046210" cy="224"/>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9" name="Imagem 38"/>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903672" y="6886253"/>
            <a:ext cx="955550" cy="1042004"/>
          </a:xfrm>
          <a:prstGeom prst="rect">
            <a:avLst/>
          </a:prstGeom>
        </p:spPr>
      </p:pic>
      <p:sp>
        <p:nvSpPr>
          <p:cNvPr id="40" name="CaixaDeTexto 39"/>
          <p:cNvSpPr txBox="1"/>
          <p:nvPr/>
        </p:nvSpPr>
        <p:spPr>
          <a:xfrm>
            <a:off x="2036621" y="7100206"/>
            <a:ext cx="822600" cy="848129"/>
          </a:xfrm>
          <a:prstGeom prst="rect">
            <a:avLst/>
          </a:prstGeom>
          <a:noFill/>
        </p:spPr>
        <p:txBody>
          <a:bodyPr wrap="square" rtlCol="0" anchor="ctr">
            <a:noAutofit/>
          </a:bodyPr>
          <a:lstStyle/>
          <a:p>
            <a:pPr algn="ctr"/>
            <a:endParaRPr lang="pt-BR" sz="4050" b="1">
              <a:solidFill>
                <a:schemeClr val="bg1"/>
              </a:solidFill>
              <a:latin typeface="Poppins" panose="00000500000000000000" pitchFamily="2" charset="0"/>
              <a:cs typeface="Poppins" panose="00000500000000000000" pitchFamily="2" charset="0"/>
            </a:endParaRPr>
          </a:p>
        </p:txBody>
      </p:sp>
      <p:grpSp>
        <p:nvGrpSpPr>
          <p:cNvPr id="41" name="Grupo 40"/>
          <p:cNvGrpSpPr/>
          <p:nvPr userDrawn="1"/>
        </p:nvGrpSpPr>
        <p:grpSpPr>
          <a:xfrm rot="5400000">
            <a:off x="8638738" y="2447375"/>
            <a:ext cx="1289486" cy="351000"/>
            <a:chOff x="6518136" y="4850711"/>
            <a:chExt cx="859657" cy="234000"/>
          </a:xfrm>
        </p:grpSpPr>
        <p:sp>
          <p:nvSpPr>
            <p:cNvPr id="42" name="Elipse 41"/>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3" name="Conector reto 42"/>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3" name="Subtítulo 2"/>
          <p:cNvSpPr>
            <a:spLocks noGrp="1"/>
          </p:cNvSpPr>
          <p:nvPr userDrawn="1">
            <p:ph type="subTitle" idx="1" hasCustomPrompt="1"/>
          </p:nvPr>
        </p:nvSpPr>
        <p:spPr>
          <a:xfrm>
            <a:off x="6632978" y="5818854"/>
            <a:ext cx="847800" cy="847800"/>
          </a:xfrm>
          <a:prstGeom prst="rect">
            <a:avLst/>
          </a:prstGeom>
        </p:spPr>
        <p:txBody>
          <a:bodyPr anchor="ctr"/>
          <a:lstStyle>
            <a:lvl1pPr marL="0" indent="0" algn="ctr">
              <a:buNone/>
              <a:defRPr sz="2700" b="1">
                <a:solidFill>
                  <a:schemeClr val="bg1"/>
                </a:solidFill>
                <a:latin typeface="Poppins" panose="00000500000000000000" pitchFamily="2" charset="0"/>
                <a:cs typeface="Poppins" panose="00000500000000000000"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pPr lvl="0"/>
            <a:r>
              <a:rPr lang="pt-BR"/>
              <a:t>nº</a:t>
            </a:r>
          </a:p>
        </p:txBody>
      </p:sp>
      <p:sp>
        <p:nvSpPr>
          <p:cNvPr id="10" name="Espaço Reservado para Texto 9"/>
          <p:cNvSpPr>
            <a:spLocks noGrp="1"/>
          </p:cNvSpPr>
          <p:nvPr userDrawn="1">
            <p:ph type="body" sz="quarter" idx="10" hasCustomPrompt="1"/>
          </p:nvPr>
        </p:nvSpPr>
        <p:spPr>
          <a:xfrm>
            <a:off x="6493496" y="7077232"/>
            <a:ext cx="3463023" cy="132635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4" name="Espaço Reservado para Texto 13"/>
          <p:cNvSpPr>
            <a:spLocks noGrp="1"/>
          </p:cNvSpPr>
          <p:nvPr userDrawn="1">
            <p:ph type="body" sz="quarter" idx="12" hasCustomPrompt="1"/>
          </p:nvPr>
        </p:nvSpPr>
        <p:spPr>
          <a:xfrm>
            <a:off x="447932" y="8029858"/>
            <a:ext cx="2674143" cy="906974"/>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6" name="Espaço Reservado para Texto 13"/>
          <p:cNvSpPr>
            <a:spLocks noGrp="1"/>
          </p:cNvSpPr>
          <p:nvPr userDrawn="1">
            <p:ph type="body" sz="quarter" idx="13" hasCustomPrompt="1"/>
          </p:nvPr>
        </p:nvSpPr>
        <p:spPr>
          <a:xfrm>
            <a:off x="6493495" y="6694338"/>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19" name="Espaço Reservado para Texto 18"/>
          <p:cNvSpPr>
            <a:spLocks noGrp="1"/>
          </p:cNvSpPr>
          <p:nvPr userDrawn="1">
            <p:ph type="body" sz="quarter" idx="14" hasCustomPrompt="1"/>
          </p:nvPr>
        </p:nvSpPr>
        <p:spPr>
          <a:xfrm>
            <a:off x="2031101" y="7021334"/>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20" name="Espaço Reservado para Texto 9"/>
          <p:cNvSpPr>
            <a:spLocks noGrp="1"/>
          </p:cNvSpPr>
          <p:nvPr userDrawn="1">
            <p:ph type="body" sz="quarter" idx="15" hasCustomPrompt="1"/>
          </p:nvPr>
        </p:nvSpPr>
        <p:spPr>
          <a:xfrm>
            <a:off x="13530021" y="2761219"/>
            <a:ext cx="3463023" cy="1326356"/>
          </a:xfrm>
          <a:prstGeom prst="rect">
            <a:avLst/>
          </a:prstGeom>
        </p:spPr>
        <p:txBody>
          <a:bodyPr anchor="b"/>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2" name="Espaço Reservado para Texto 9"/>
          <p:cNvSpPr>
            <a:spLocks noGrp="1"/>
          </p:cNvSpPr>
          <p:nvPr userDrawn="1">
            <p:ph type="body" sz="quarter" idx="17" hasCustomPrompt="1"/>
          </p:nvPr>
        </p:nvSpPr>
        <p:spPr>
          <a:xfrm>
            <a:off x="9764360" y="727829"/>
            <a:ext cx="2998494" cy="1326356"/>
          </a:xfrm>
          <a:prstGeom prst="rect">
            <a:avLst/>
          </a:prstGeom>
        </p:spPr>
        <p:txBody>
          <a:bodyPr anchor="b"/>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3" name="Espaço Reservado para Texto 18"/>
          <p:cNvSpPr>
            <a:spLocks noGrp="1"/>
          </p:cNvSpPr>
          <p:nvPr userDrawn="1">
            <p:ph type="body" sz="quarter" idx="18" hasCustomPrompt="1"/>
          </p:nvPr>
        </p:nvSpPr>
        <p:spPr>
          <a:xfrm>
            <a:off x="8870164" y="1349604"/>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24" name="Espaço Reservado para Texto 18"/>
          <p:cNvSpPr>
            <a:spLocks noGrp="1"/>
          </p:cNvSpPr>
          <p:nvPr userDrawn="1">
            <p:ph type="body" sz="quarter" idx="19" hasCustomPrompt="1"/>
          </p:nvPr>
        </p:nvSpPr>
        <p:spPr>
          <a:xfrm>
            <a:off x="12612568" y="3331409"/>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31" name="Elipse 30"/>
          <p:cNvSpPr/>
          <p:nvPr userDrawn="1"/>
        </p:nvSpPr>
        <p:spPr>
          <a:xfrm rot="5400000">
            <a:off x="13332906" y="7462803"/>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35" name="Conector angulado 34"/>
          <p:cNvCxnSpPr>
            <a:stCxn id="31" idx="6"/>
          </p:cNvCxnSpPr>
          <p:nvPr userDrawn="1"/>
        </p:nvCxnSpPr>
        <p:spPr>
          <a:xfrm rot="16200000" flipH="1">
            <a:off x="13358726" y="7963483"/>
            <a:ext cx="1198094" cy="898733"/>
          </a:xfrm>
          <a:prstGeom prst="bentConnector3">
            <a:avLst>
              <a:gd name="adj1" fmla="val 92688"/>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6" name="Imagem 35"/>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3877174" y="8308940"/>
            <a:ext cx="960122" cy="1046990"/>
          </a:xfrm>
          <a:prstGeom prst="rect">
            <a:avLst/>
          </a:prstGeom>
        </p:spPr>
      </p:pic>
      <p:sp>
        <p:nvSpPr>
          <p:cNvPr id="38" name="Espaço Reservado para Texto 9"/>
          <p:cNvSpPr>
            <a:spLocks noGrp="1"/>
          </p:cNvSpPr>
          <p:nvPr>
            <p:ph type="body" sz="quarter" idx="16" hasCustomPrompt="1"/>
          </p:nvPr>
        </p:nvSpPr>
        <p:spPr>
          <a:xfrm>
            <a:off x="14904856" y="8742941"/>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44" name="Espaço Reservado para Texto 18"/>
          <p:cNvSpPr>
            <a:spLocks noGrp="1"/>
          </p:cNvSpPr>
          <p:nvPr>
            <p:ph type="body" sz="quarter" idx="20" hasCustomPrompt="1"/>
          </p:nvPr>
        </p:nvSpPr>
        <p:spPr>
          <a:xfrm>
            <a:off x="13999862" y="8451236"/>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Tree>
    <p:extLst>
      <p:ext uri="{BB962C8B-B14F-4D97-AF65-F5344CB8AC3E}">
        <p14:creationId xmlns:p14="http://schemas.microsoft.com/office/powerpoint/2010/main" val="195144985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rilha_SIS_5_1">
    <p:bg>
      <p:bgPr>
        <a:solidFill>
          <a:srgbClr val="EFEFEF"/>
        </a:solidFill>
        <a:effectLst/>
      </p:bgPr>
    </p:bg>
    <p:spTree>
      <p:nvGrpSpPr>
        <p:cNvPr id="1" name=""/>
        <p:cNvGrpSpPr/>
        <p:nvPr/>
      </p:nvGrpSpPr>
      <p:grpSpPr>
        <a:xfrm>
          <a:off x="0" y="0"/>
          <a:ext cx="0" cy="0"/>
          <a:chOff x="0" y="0"/>
          <a:chExt cx="0" cy="0"/>
        </a:xfrm>
      </p:grpSpPr>
      <p:sp>
        <p:nvSpPr>
          <p:cNvPr id="17" name="Elipse 16"/>
          <p:cNvSpPr/>
          <p:nvPr userDrawn="1"/>
        </p:nvSpPr>
        <p:spPr>
          <a:xfrm rot="16200000" flipV="1">
            <a:off x="3396908" y="7274877"/>
            <a:ext cx="351000" cy="351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grpSp>
        <p:nvGrpSpPr>
          <p:cNvPr id="18" name="Grupo 17"/>
          <p:cNvGrpSpPr/>
          <p:nvPr userDrawn="1"/>
        </p:nvGrpSpPr>
        <p:grpSpPr>
          <a:xfrm>
            <a:off x="11481857" y="3631122"/>
            <a:ext cx="1357851" cy="351000"/>
            <a:chOff x="7061962" y="2141288"/>
            <a:chExt cx="905234" cy="234000"/>
          </a:xfrm>
        </p:grpSpPr>
        <p:sp>
          <p:nvSpPr>
            <p:cNvPr id="26" name="Elipse 25"/>
            <p:cNvSpPr/>
            <p:nvPr/>
          </p:nvSpPr>
          <p:spPr>
            <a:xfrm>
              <a:off x="7061962" y="2141288"/>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27" name="Conector reto 26"/>
            <p:cNvCxnSpPr/>
            <p:nvPr/>
          </p:nvCxnSpPr>
          <p:spPr>
            <a:xfrm rot="10800000" flipH="1" flipV="1">
              <a:off x="7269723" y="2256208"/>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grpSp>
        <p:nvGrpSpPr>
          <p:cNvPr id="28" name="Grupo 27"/>
          <p:cNvGrpSpPr/>
          <p:nvPr userDrawn="1"/>
        </p:nvGrpSpPr>
        <p:grpSpPr>
          <a:xfrm rot="10800000">
            <a:off x="5638118" y="6056550"/>
            <a:ext cx="1289486" cy="351000"/>
            <a:chOff x="6518136" y="4850711"/>
            <a:chExt cx="859657" cy="234000"/>
          </a:xfrm>
        </p:grpSpPr>
        <p:sp>
          <p:nvSpPr>
            <p:cNvPr id="29" name="Elipse 28"/>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30" name="Conector reto 29"/>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32" name="Imagem 3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733679" y="1211362"/>
            <a:ext cx="960122" cy="1046990"/>
          </a:xfrm>
          <a:prstGeom prst="rect">
            <a:avLst/>
          </a:prstGeom>
        </p:spPr>
      </p:pic>
      <p:pic>
        <p:nvPicPr>
          <p:cNvPr id="33" name="Imagem 3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2489020" y="3174631"/>
            <a:ext cx="960122" cy="1046990"/>
          </a:xfrm>
          <a:prstGeom prst="rect">
            <a:avLst/>
          </a:prstGeom>
        </p:spPr>
      </p:pic>
      <p:pic>
        <p:nvPicPr>
          <p:cNvPr id="34" name="Imagem 33"/>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517283" y="5602796"/>
            <a:ext cx="960122" cy="1046990"/>
          </a:xfrm>
          <a:prstGeom prst="rect">
            <a:avLst/>
          </a:prstGeom>
        </p:spPr>
      </p:pic>
      <p:cxnSp>
        <p:nvCxnSpPr>
          <p:cNvPr id="37" name="Conector reto 36"/>
          <p:cNvCxnSpPr/>
          <p:nvPr userDrawn="1"/>
        </p:nvCxnSpPr>
        <p:spPr>
          <a:xfrm rot="10800000" flipH="1" flipV="1">
            <a:off x="2469065" y="7473401"/>
            <a:ext cx="1046210" cy="224"/>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pic>
        <p:nvPicPr>
          <p:cNvPr id="39" name="Imagem 38"/>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903672" y="6883760"/>
            <a:ext cx="955550" cy="1046990"/>
          </a:xfrm>
          <a:prstGeom prst="rect">
            <a:avLst/>
          </a:prstGeom>
        </p:spPr>
      </p:pic>
      <p:sp>
        <p:nvSpPr>
          <p:cNvPr id="40" name="CaixaDeTexto 39"/>
          <p:cNvSpPr txBox="1"/>
          <p:nvPr/>
        </p:nvSpPr>
        <p:spPr>
          <a:xfrm>
            <a:off x="2036621" y="7100206"/>
            <a:ext cx="822600" cy="848129"/>
          </a:xfrm>
          <a:prstGeom prst="rect">
            <a:avLst/>
          </a:prstGeom>
          <a:noFill/>
        </p:spPr>
        <p:txBody>
          <a:bodyPr wrap="square" rtlCol="0" anchor="ctr">
            <a:noAutofit/>
          </a:bodyPr>
          <a:lstStyle/>
          <a:p>
            <a:pPr algn="ctr"/>
            <a:endParaRPr lang="pt-BR" sz="4050" b="1">
              <a:solidFill>
                <a:schemeClr val="bg1"/>
              </a:solidFill>
              <a:latin typeface="Poppins" panose="00000500000000000000" pitchFamily="2" charset="0"/>
              <a:cs typeface="Poppins" panose="00000500000000000000" pitchFamily="2" charset="0"/>
            </a:endParaRPr>
          </a:p>
        </p:txBody>
      </p:sp>
      <p:grpSp>
        <p:nvGrpSpPr>
          <p:cNvPr id="41" name="Grupo 40"/>
          <p:cNvGrpSpPr/>
          <p:nvPr userDrawn="1"/>
        </p:nvGrpSpPr>
        <p:grpSpPr>
          <a:xfrm rot="5400000">
            <a:off x="8638738" y="2447375"/>
            <a:ext cx="1289486" cy="351000"/>
            <a:chOff x="6518136" y="4850711"/>
            <a:chExt cx="859657" cy="234000"/>
          </a:xfrm>
        </p:grpSpPr>
        <p:sp>
          <p:nvSpPr>
            <p:cNvPr id="42" name="Elipse 41"/>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3" name="Conector reto 42"/>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3" name="Subtítulo 2"/>
          <p:cNvSpPr>
            <a:spLocks noGrp="1"/>
          </p:cNvSpPr>
          <p:nvPr userDrawn="1">
            <p:ph type="subTitle" idx="1" hasCustomPrompt="1"/>
          </p:nvPr>
        </p:nvSpPr>
        <p:spPr>
          <a:xfrm>
            <a:off x="6632978" y="5818854"/>
            <a:ext cx="847800" cy="847800"/>
          </a:xfrm>
          <a:prstGeom prst="rect">
            <a:avLst/>
          </a:prstGeom>
        </p:spPr>
        <p:txBody>
          <a:bodyPr anchor="ctr"/>
          <a:lstStyle>
            <a:lvl1pPr marL="0" indent="0" algn="ctr">
              <a:buNone/>
              <a:defRPr sz="2700" b="1">
                <a:solidFill>
                  <a:schemeClr val="bg1"/>
                </a:solidFill>
                <a:latin typeface="Poppins" panose="00000500000000000000" pitchFamily="2" charset="0"/>
                <a:cs typeface="Poppins" panose="00000500000000000000"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pPr lvl="0"/>
            <a:r>
              <a:rPr lang="pt-BR"/>
              <a:t>nº</a:t>
            </a:r>
          </a:p>
        </p:txBody>
      </p:sp>
      <p:sp>
        <p:nvSpPr>
          <p:cNvPr id="10" name="Espaço Reservado para Texto 9"/>
          <p:cNvSpPr>
            <a:spLocks noGrp="1"/>
          </p:cNvSpPr>
          <p:nvPr userDrawn="1">
            <p:ph type="body" sz="quarter" idx="10" hasCustomPrompt="1"/>
          </p:nvPr>
        </p:nvSpPr>
        <p:spPr>
          <a:xfrm>
            <a:off x="6493496" y="6748048"/>
            <a:ext cx="3463023" cy="132635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4" name="Espaço Reservado para Texto 13"/>
          <p:cNvSpPr>
            <a:spLocks noGrp="1"/>
          </p:cNvSpPr>
          <p:nvPr userDrawn="1">
            <p:ph type="body" sz="quarter" idx="12" hasCustomPrompt="1"/>
          </p:nvPr>
        </p:nvSpPr>
        <p:spPr>
          <a:xfrm>
            <a:off x="447932" y="8487058"/>
            <a:ext cx="2674143" cy="906974"/>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6" name="Espaço Reservado para Texto 13"/>
          <p:cNvSpPr>
            <a:spLocks noGrp="1"/>
          </p:cNvSpPr>
          <p:nvPr userDrawn="1">
            <p:ph type="body" sz="quarter" idx="13" hasCustomPrompt="1"/>
          </p:nvPr>
        </p:nvSpPr>
        <p:spPr>
          <a:xfrm>
            <a:off x="447932" y="8069693"/>
            <a:ext cx="2674143" cy="488519"/>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19" name="Espaço Reservado para Texto 18"/>
          <p:cNvSpPr>
            <a:spLocks noGrp="1"/>
          </p:cNvSpPr>
          <p:nvPr userDrawn="1">
            <p:ph type="body" sz="quarter" idx="14" hasCustomPrompt="1"/>
          </p:nvPr>
        </p:nvSpPr>
        <p:spPr>
          <a:xfrm>
            <a:off x="2031101" y="7021334"/>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20" name="Espaço Reservado para Texto 9"/>
          <p:cNvSpPr>
            <a:spLocks noGrp="1"/>
          </p:cNvSpPr>
          <p:nvPr userDrawn="1">
            <p:ph type="body" sz="quarter" idx="15" hasCustomPrompt="1"/>
          </p:nvPr>
        </p:nvSpPr>
        <p:spPr>
          <a:xfrm>
            <a:off x="13530021" y="2761219"/>
            <a:ext cx="3463023" cy="1326356"/>
          </a:xfrm>
          <a:prstGeom prst="rect">
            <a:avLst/>
          </a:prstGeom>
        </p:spPr>
        <p:txBody>
          <a:bodyPr anchor="b"/>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2" name="Espaço Reservado para Texto 9"/>
          <p:cNvSpPr>
            <a:spLocks noGrp="1"/>
          </p:cNvSpPr>
          <p:nvPr userDrawn="1">
            <p:ph type="body" sz="quarter" idx="17" hasCustomPrompt="1"/>
          </p:nvPr>
        </p:nvSpPr>
        <p:spPr>
          <a:xfrm>
            <a:off x="9764360" y="727829"/>
            <a:ext cx="2998494" cy="1326356"/>
          </a:xfrm>
          <a:prstGeom prst="rect">
            <a:avLst/>
          </a:prstGeom>
        </p:spPr>
        <p:txBody>
          <a:bodyPr anchor="b"/>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3" name="Espaço Reservado para Texto 18"/>
          <p:cNvSpPr>
            <a:spLocks noGrp="1"/>
          </p:cNvSpPr>
          <p:nvPr userDrawn="1">
            <p:ph type="body" sz="quarter" idx="18" hasCustomPrompt="1"/>
          </p:nvPr>
        </p:nvSpPr>
        <p:spPr>
          <a:xfrm>
            <a:off x="8870164" y="1349604"/>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24" name="Espaço Reservado para Texto 18"/>
          <p:cNvSpPr>
            <a:spLocks noGrp="1"/>
          </p:cNvSpPr>
          <p:nvPr userDrawn="1">
            <p:ph type="body" sz="quarter" idx="19" hasCustomPrompt="1"/>
          </p:nvPr>
        </p:nvSpPr>
        <p:spPr>
          <a:xfrm>
            <a:off x="12612568" y="3331409"/>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31" name="Elipse 30"/>
          <p:cNvSpPr/>
          <p:nvPr userDrawn="1"/>
        </p:nvSpPr>
        <p:spPr>
          <a:xfrm rot="5400000">
            <a:off x="13332906" y="7462803"/>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35" name="Conector angulado 34"/>
          <p:cNvCxnSpPr>
            <a:stCxn id="31" idx="6"/>
          </p:cNvCxnSpPr>
          <p:nvPr userDrawn="1"/>
        </p:nvCxnSpPr>
        <p:spPr>
          <a:xfrm rot="16200000" flipH="1">
            <a:off x="13358726" y="7963483"/>
            <a:ext cx="1198094" cy="898733"/>
          </a:xfrm>
          <a:prstGeom prst="bentConnector3">
            <a:avLst>
              <a:gd name="adj1" fmla="val 92688"/>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6" name="Imagem 35"/>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3877174" y="8308940"/>
            <a:ext cx="960122" cy="1046990"/>
          </a:xfrm>
          <a:prstGeom prst="rect">
            <a:avLst/>
          </a:prstGeom>
        </p:spPr>
      </p:pic>
      <p:sp>
        <p:nvSpPr>
          <p:cNvPr id="38" name="Espaço Reservado para Texto 9"/>
          <p:cNvSpPr>
            <a:spLocks noGrp="1"/>
          </p:cNvSpPr>
          <p:nvPr>
            <p:ph type="body" sz="quarter" idx="16" hasCustomPrompt="1"/>
          </p:nvPr>
        </p:nvSpPr>
        <p:spPr>
          <a:xfrm>
            <a:off x="14904856" y="8742941"/>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44" name="Espaço Reservado para Texto 18"/>
          <p:cNvSpPr>
            <a:spLocks noGrp="1"/>
          </p:cNvSpPr>
          <p:nvPr>
            <p:ph type="body" sz="quarter" idx="20" hasCustomPrompt="1"/>
          </p:nvPr>
        </p:nvSpPr>
        <p:spPr>
          <a:xfrm>
            <a:off x="13999862" y="8451236"/>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Tree>
    <p:extLst>
      <p:ext uri="{BB962C8B-B14F-4D97-AF65-F5344CB8AC3E}">
        <p14:creationId xmlns:p14="http://schemas.microsoft.com/office/powerpoint/2010/main" val="424937065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rilha_SIS_4_4">
    <p:bg>
      <p:bgPr>
        <a:solidFill>
          <a:srgbClr val="EFEFEF"/>
        </a:solidFill>
        <a:effectLst/>
      </p:bgPr>
    </p:bg>
    <p:spTree>
      <p:nvGrpSpPr>
        <p:cNvPr id="1" name=""/>
        <p:cNvGrpSpPr/>
        <p:nvPr/>
      </p:nvGrpSpPr>
      <p:grpSpPr>
        <a:xfrm>
          <a:off x="0" y="0"/>
          <a:ext cx="0" cy="0"/>
          <a:chOff x="0" y="0"/>
          <a:chExt cx="0" cy="0"/>
        </a:xfrm>
      </p:grpSpPr>
      <p:sp>
        <p:nvSpPr>
          <p:cNvPr id="17" name="Elipse 16"/>
          <p:cNvSpPr/>
          <p:nvPr userDrawn="1"/>
        </p:nvSpPr>
        <p:spPr>
          <a:xfrm rot="16200000" flipV="1">
            <a:off x="3396908" y="7274877"/>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grpSp>
        <p:nvGrpSpPr>
          <p:cNvPr id="18" name="Grupo 17"/>
          <p:cNvGrpSpPr/>
          <p:nvPr userDrawn="1"/>
        </p:nvGrpSpPr>
        <p:grpSpPr>
          <a:xfrm>
            <a:off x="11481857" y="3631122"/>
            <a:ext cx="1357851" cy="351000"/>
            <a:chOff x="7061962" y="2141288"/>
            <a:chExt cx="905234" cy="234000"/>
          </a:xfrm>
        </p:grpSpPr>
        <p:sp>
          <p:nvSpPr>
            <p:cNvPr id="26" name="Elipse 25"/>
            <p:cNvSpPr/>
            <p:nvPr/>
          </p:nvSpPr>
          <p:spPr>
            <a:xfrm>
              <a:off x="7061962" y="2141288"/>
              <a:ext cx="234000" cy="234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27" name="Conector reto 26"/>
            <p:cNvCxnSpPr/>
            <p:nvPr/>
          </p:nvCxnSpPr>
          <p:spPr>
            <a:xfrm rot="10800000" flipH="1" flipV="1">
              <a:off x="7269723" y="2256208"/>
              <a:ext cx="697473" cy="149"/>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pic>
        <p:nvPicPr>
          <p:cNvPr id="33" name="Imagem 32"/>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2491306" y="3174631"/>
            <a:ext cx="955549" cy="1046990"/>
          </a:xfrm>
          <a:prstGeom prst="rect">
            <a:avLst/>
          </a:prstGeom>
        </p:spPr>
      </p:pic>
      <p:cxnSp>
        <p:nvCxnSpPr>
          <p:cNvPr id="37" name="Conector reto 36"/>
          <p:cNvCxnSpPr/>
          <p:nvPr userDrawn="1"/>
        </p:nvCxnSpPr>
        <p:spPr>
          <a:xfrm rot="10800000" flipH="1" flipV="1">
            <a:off x="2469065" y="7473401"/>
            <a:ext cx="1046210" cy="224"/>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9" name="Imagem 38"/>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903672" y="6886253"/>
            <a:ext cx="955550" cy="1042004"/>
          </a:xfrm>
          <a:prstGeom prst="rect">
            <a:avLst/>
          </a:prstGeom>
        </p:spPr>
      </p:pic>
      <p:sp>
        <p:nvSpPr>
          <p:cNvPr id="40" name="CaixaDeTexto 39"/>
          <p:cNvSpPr txBox="1"/>
          <p:nvPr/>
        </p:nvSpPr>
        <p:spPr>
          <a:xfrm>
            <a:off x="2036621" y="7100206"/>
            <a:ext cx="822600" cy="848129"/>
          </a:xfrm>
          <a:prstGeom prst="rect">
            <a:avLst/>
          </a:prstGeom>
          <a:noFill/>
        </p:spPr>
        <p:txBody>
          <a:bodyPr wrap="square" rtlCol="0" anchor="ctr">
            <a:noAutofit/>
          </a:bodyPr>
          <a:lstStyle/>
          <a:p>
            <a:pPr algn="ctr"/>
            <a:endParaRPr lang="pt-BR" sz="4050" b="1">
              <a:solidFill>
                <a:schemeClr val="bg1"/>
              </a:solidFill>
              <a:latin typeface="Poppins" panose="00000500000000000000" pitchFamily="2" charset="0"/>
              <a:cs typeface="Poppins" panose="00000500000000000000" pitchFamily="2" charset="0"/>
            </a:endParaRPr>
          </a:p>
        </p:txBody>
      </p:sp>
      <p:sp>
        <p:nvSpPr>
          <p:cNvPr id="14" name="Espaço Reservado para Texto 13"/>
          <p:cNvSpPr>
            <a:spLocks noGrp="1"/>
          </p:cNvSpPr>
          <p:nvPr userDrawn="1">
            <p:ph type="body" sz="quarter" idx="12" hasCustomPrompt="1"/>
          </p:nvPr>
        </p:nvSpPr>
        <p:spPr>
          <a:xfrm>
            <a:off x="447932" y="8029858"/>
            <a:ext cx="2674143" cy="906974"/>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6" name="Espaço Reservado para Texto 13"/>
          <p:cNvSpPr>
            <a:spLocks noGrp="1"/>
          </p:cNvSpPr>
          <p:nvPr userDrawn="1">
            <p:ph type="body" sz="quarter" idx="13" hasCustomPrompt="1"/>
          </p:nvPr>
        </p:nvSpPr>
        <p:spPr>
          <a:xfrm>
            <a:off x="13530021" y="3297678"/>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19" name="Espaço Reservado para Texto 18"/>
          <p:cNvSpPr>
            <a:spLocks noGrp="1"/>
          </p:cNvSpPr>
          <p:nvPr userDrawn="1">
            <p:ph type="body" sz="quarter" idx="14" hasCustomPrompt="1"/>
          </p:nvPr>
        </p:nvSpPr>
        <p:spPr>
          <a:xfrm>
            <a:off x="2031101" y="7021334"/>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20" name="Espaço Reservado para Texto 9"/>
          <p:cNvSpPr>
            <a:spLocks noGrp="1"/>
          </p:cNvSpPr>
          <p:nvPr userDrawn="1">
            <p:ph type="body" sz="quarter" idx="15" hasCustomPrompt="1"/>
          </p:nvPr>
        </p:nvSpPr>
        <p:spPr>
          <a:xfrm>
            <a:off x="13530021" y="3693907"/>
            <a:ext cx="3463023" cy="1079261"/>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4" name="Espaço Reservado para Texto 18"/>
          <p:cNvSpPr>
            <a:spLocks noGrp="1"/>
          </p:cNvSpPr>
          <p:nvPr userDrawn="1">
            <p:ph type="body" sz="quarter" idx="19" hasCustomPrompt="1"/>
          </p:nvPr>
        </p:nvSpPr>
        <p:spPr>
          <a:xfrm>
            <a:off x="12612568" y="3331409"/>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grpSp>
        <p:nvGrpSpPr>
          <p:cNvPr id="38" name="Grupo 37"/>
          <p:cNvGrpSpPr/>
          <p:nvPr userDrawn="1"/>
        </p:nvGrpSpPr>
        <p:grpSpPr>
          <a:xfrm rot="10800000">
            <a:off x="5638118" y="6056550"/>
            <a:ext cx="1289486" cy="351000"/>
            <a:chOff x="6518136" y="4850711"/>
            <a:chExt cx="859657" cy="234000"/>
          </a:xfrm>
        </p:grpSpPr>
        <p:sp>
          <p:nvSpPr>
            <p:cNvPr id="44" name="Elipse 43"/>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5" name="Conector reto 44"/>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46" name="Imagem 45"/>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6517283" y="5602796"/>
            <a:ext cx="960122" cy="1046990"/>
          </a:xfrm>
          <a:prstGeom prst="rect">
            <a:avLst/>
          </a:prstGeom>
        </p:spPr>
      </p:pic>
      <p:sp>
        <p:nvSpPr>
          <p:cNvPr id="47" name="Subtítulo 2"/>
          <p:cNvSpPr>
            <a:spLocks noGrp="1"/>
          </p:cNvSpPr>
          <p:nvPr>
            <p:ph type="subTitle" idx="1" hasCustomPrompt="1"/>
          </p:nvPr>
        </p:nvSpPr>
        <p:spPr>
          <a:xfrm>
            <a:off x="6632978" y="5818854"/>
            <a:ext cx="847800" cy="847800"/>
          </a:xfrm>
          <a:prstGeom prst="rect">
            <a:avLst/>
          </a:prstGeom>
        </p:spPr>
        <p:txBody>
          <a:bodyPr anchor="ctr"/>
          <a:lstStyle>
            <a:lvl1pPr marL="0" indent="0" algn="ctr">
              <a:buNone/>
              <a:defRPr sz="2700" b="1">
                <a:solidFill>
                  <a:schemeClr val="bg1"/>
                </a:solidFill>
                <a:latin typeface="Poppins" panose="00000500000000000000" pitchFamily="2" charset="0"/>
                <a:cs typeface="Poppins" panose="00000500000000000000"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pPr lvl="0"/>
            <a:r>
              <a:rPr lang="pt-BR"/>
              <a:t>nº</a:t>
            </a:r>
          </a:p>
        </p:txBody>
      </p:sp>
      <p:sp>
        <p:nvSpPr>
          <p:cNvPr id="48" name="Espaço Reservado para Texto 9"/>
          <p:cNvSpPr>
            <a:spLocks noGrp="1"/>
          </p:cNvSpPr>
          <p:nvPr>
            <p:ph type="body" sz="quarter" idx="10" hasCustomPrompt="1"/>
          </p:nvPr>
        </p:nvSpPr>
        <p:spPr>
          <a:xfrm>
            <a:off x="6493496" y="6748048"/>
            <a:ext cx="3463023" cy="132635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pic>
        <p:nvPicPr>
          <p:cNvPr id="49" name="Imagem 48"/>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733679" y="1211362"/>
            <a:ext cx="960122" cy="1046990"/>
          </a:xfrm>
          <a:prstGeom prst="rect">
            <a:avLst/>
          </a:prstGeom>
        </p:spPr>
      </p:pic>
      <p:grpSp>
        <p:nvGrpSpPr>
          <p:cNvPr id="50" name="Grupo 49"/>
          <p:cNvGrpSpPr/>
          <p:nvPr userDrawn="1"/>
        </p:nvGrpSpPr>
        <p:grpSpPr>
          <a:xfrm rot="5400000">
            <a:off x="8638738" y="2447375"/>
            <a:ext cx="1289486" cy="351000"/>
            <a:chOff x="6518136" y="4850711"/>
            <a:chExt cx="859657" cy="234000"/>
          </a:xfrm>
        </p:grpSpPr>
        <p:sp>
          <p:nvSpPr>
            <p:cNvPr id="51" name="Elipse 50"/>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52" name="Conector reto 51"/>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53" name="Espaço Reservado para Texto 9"/>
          <p:cNvSpPr>
            <a:spLocks noGrp="1"/>
          </p:cNvSpPr>
          <p:nvPr>
            <p:ph type="body" sz="quarter" idx="17" hasCustomPrompt="1"/>
          </p:nvPr>
        </p:nvSpPr>
        <p:spPr>
          <a:xfrm>
            <a:off x="9764360" y="727829"/>
            <a:ext cx="2998494" cy="1326356"/>
          </a:xfrm>
          <a:prstGeom prst="rect">
            <a:avLst/>
          </a:prstGeom>
        </p:spPr>
        <p:txBody>
          <a:bodyPr anchor="b"/>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54" name="Espaço Reservado para Texto 18"/>
          <p:cNvSpPr>
            <a:spLocks noGrp="1"/>
          </p:cNvSpPr>
          <p:nvPr>
            <p:ph type="body" sz="quarter" idx="18" hasCustomPrompt="1"/>
          </p:nvPr>
        </p:nvSpPr>
        <p:spPr>
          <a:xfrm>
            <a:off x="8870164" y="1349604"/>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Tree>
    <p:extLst>
      <p:ext uri="{BB962C8B-B14F-4D97-AF65-F5344CB8AC3E}">
        <p14:creationId xmlns:p14="http://schemas.microsoft.com/office/powerpoint/2010/main" val="27510443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rilha_SIS_4_3">
    <p:bg>
      <p:bgPr>
        <a:solidFill>
          <a:srgbClr val="EFEFEF"/>
        </a:solidFill>
        <a:effectLst/>
      </p:bgPr>
    </p:bg>
    <p:spTree>
      <p:nvGrpSpPr>
        <p:cNvPr id="1" name=""/>
        <p:cNvGrpSpPr/>
        <p:nvPr/>
      </p:nvGrpSpPr>
      <p:grpSpPr>
        <a:xfrm>
          <a:off x="0" y="0"/>
          <a:ext cx="0" cy="0"/>
          <a:chOff x="0" y="0"/>
          <a:chExt cx="0" cy="0"/>
        </a:xfrm>
      </p:grpSpPr>
      <p:sp>
        <p:nvSpPr>
          <p:cNvPr id="17" name="Elipse 16"/>
          <p:cNvSpPr/>
          <p:nvPr userDrawn="1"/>
        </p:nvSpPr>
        <p:spPr>
          <a:xfrm rot="16200000" flipV="1">
            <a:off x="3396908" y="7274877"/>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grpSp>
        <p:nvGrpSpPr>
          <p:cNvPr id="18" name="Grupo 17"/>
          <p:cNvGrpSpPr/>
          <p:nvPr userDrawn="1"/>
        </p:nvGrpSpPr>
        <p:grpSpPr>
          <a:xfrm>
            <a:off x="11481857" y="3631122"/>
            <a:ext cx="1357851" cy="351000"/>
            <a:chOff x="7061962" y="2141288"/>
            <a:chExt cx="905234" cy="234000"/>
          </a:xfrm>
        </p:grpSpPr>
        <p:sp>
          <p:nvSpPr>
            <p:cNvPr id="26" name="Elipse 25"/>
            <p:cNvSpPr/>
            <p:nvPr/>
          </p:nvSpPr>
          <p:spPr>
            <a:xfrm>
              <a:off x="7061962" y="2141288"/>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27" name="Conector reto 26"/>
            <p:cNvCxnSpPr/>
            <p:nvPr/>
          </p:nvCxnSpPr>
          <p:spPr>
            <a:xfrm rot="10800000" flipH="1" flipV="1">
              <a:off x="7269723" y="2256208"/>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32" name="Imagem 3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8735965" y="1211362"/>
            <a:ext cx="955549" cy="1046990"/>
          </a:xfrm>
          <a:prstGeom prst="rect">
            <a:avLst/>
          </a:prstGeom>
        </p:spPr>
      </p:pic>
      <p:pic>
        <p:nvPicPr>
          <p:cNvPr id="33" name="Imagem 32"/>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2489020" y="3174631"/>
            <a:ext cx="960122" cy="1046990"/>
          </a:xfrm>
          <a:prstGeom prst="rect">
            <a:avLst/>
          </a:prstGeom>
        </p:spPr>
      </p:pic>
      <p:cxnSp>
        <p:nvCxnSpPr>
          <p:cNvPr id="37" name="Conector reto 36"/>
          <p:cNvCxnSpPr/>
          <p:nvPr userDrawn="1"/>
        </p:nvCxnSpPr>
        <p:spPr>
          <a:xfrm rot="10800000" flipH="1" flipV="1">
            <a:off x="2469065" y="7473401"/>
            <a:ext cx="1046210" cy="224"/>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9" name="Imagem 38"/>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903672" y="6886253"/>
            <a:ext cx="955550" cy="1042004"/>
          </a:xfrm>
          <a:prstGeom prst="rect">
            <a:avLst/>
          </a:prstGeom>
        </p:spPr>
      </p:pic>
      <p:sp>
        <p:nvSpPr>
          <p:cNvPr id="40" name="CaixaDeTexto 39"/>
          <p:cNvSpPr txBox="1"/>
          <p:nvPr/>
        </p:nvSpPr>
        <p:spPr>
          <a:xfrm>
            <a:off x="2036621" y="7100206"/>
            <a:ext cx="822600" cy="848129"/>
          </a:xfrm>
          <a:prstGeom prst="rect">
            <a:avLst/>
          </a:prstGeom>
          <a:noFill/>
        </p:spPr>
        <p:txBody>
          <a:bodyPr wrap="square" rtlCol="0" anchor="ctr">
            <a:noAutofit/>
          </a:bodyPr>
          <a:lstStyle/>
          <a:p>
            <a:pPr algn="ctr"/>
            <a:endParaRPr lang="pt-BR" sz="4050" b="1">
              <a:solidFill>
                <a:schemeClr val="bg1"/>
              </a:solidFill>
              <a:latin typeface="Poppins" panose="00000500000000000000" pitchFamily="2" charset="0"/>
              <a:cs typeface="Poppins" panose="00000500000000000000" pitchFamily="2" charset="0"/>
            </a:endParaRPr>
          </a:p>
        </p:txBody>
      </p:sp>
      <p:grpSp>
        <p:nvGrpSpPr>
          <p:cNvPr id="41" name="Grupo 40"/>
          <p:cNvGrpSpPr/>
          <p:nvPr userDrawn="1"/>
        </p:nvGrpSpPr>
        <p:grpSpPr>
          <a:xfrm rot="5400000">
            <a:off x="8638738" y="2447375"/>
            <a:ext cx="1289486" cy="351000"/>
            <a:chOff x="6518136" y="4850711"/>
            <a:chExt cx="859657" cy="234000"/>
          </a:xfrm>
        </p:grpSpPr>
        <p:sp>
          <p:nvSpPr>
            <p:cNvPr id="42" name="Elipse 41"/>
            <p:cNvSpPr/>
            <p:nvPr/>
          </p:nvSpPr>
          <p:spPr>
            <a:xfrm>
              <a:off x="7143793" y="4850711"/>
              <a:ext cx="234000" cy="234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3" name="Conector reto 42"/>
            <p:cNvCxnSpPr/>
            <p:nvPr/>
          </p:nvCxnSpPr>
          <p:spPr>
            <a:xfrm rot="10800000" flipH="1" flipV="1">
              <a:off x="6518136" y="4972537"/>
              <a:ext cx="697473" cy="149"/>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sp>
        <p:nvSpPr>
          <p:cNvPr id="14" name="Espaço Reservado para Texto 13"/>
          <p:cNvSpPr>
            <a:spLocks noGrp="1"/>
          </p:cNvSpPr>
          <p:nvPr userDrawn="1">
            <p:ph type="body" sz="quarter" idx="12" hasCustomPrompt="1"/>
          </p:nvPr>
        </p:nvSpPr>
        <p:spPr>
          <a:xfrm>
            <a:off x="447932" y="8029858"/>
            <a:ext cx="2674143" cy="906974"/>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6" name="Espaço Reservado para Texto 13"/>
          <p:cNvSpPr>
            <a:spLocks noGrp="1"/>
          </p:cNvSpPr>
          <p:nvPr>
            <p:ph type="body" sz="quarter" idx="13" hasCustomPrompt="1"/>
          </p:nvPr>
        </p:nvSpPr>
        <p:spPr>
          <a:xfrm>
            <a:off x="9766953" y="1149659"/>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19" name="Espaço Reservado para Texto 18"/>
          <p:cNvSpPr>
            <a:spLocks noGrp="1"/>
          </p:cNvSpPr>
          <p:nvPr userDrawn="1">
            <p:ph type="body" sz="quarter" idx="14" hasCustomPrompt="1"/>
          </p:nvPr>
        </p:nvSpPr>
        <p:spPr>
          <a:xfrm>
            <a:off x="2031101" y="7021334"/>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20" name="Espaço Reservado para Texto 9"/>
          <p:cNvSpPr>
            <a:spLocks noGrp="1"/>
          </p:cNvSpPr>
          <p:nvPr userDrawn="1">
            <p:ph type="body" sz="quarter" idx="15" hasCustomPrompt="1"/>
          </p:nvPr>
        </p:nvSpPr>
        <p:spPr>
          <a:xfrm>
            <a:off x="13530021" y="2761219"/>
            <a:ext cx="3463023" cy="1326356"/>
          </a:xfrm>
          <a:prstGeom prst="rect">
            <a:avLst/>
          </a:prstGeom>
        </p:spPr>
        <p:txBody>
          <a:bodyPr anchor="b"/>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2" name="Espaço Reservado para Texto 9"/>
          <p:cNvSpPr>
            <a:spLocks noGrp="1"/>
          </p:cNvSpPr>
          <p:nvPr>
            <p:ph type="body" sz="quarter" idx="17" hasCustomPrompt="1"/>
          </p:nvPr>
        </p:nvSpPr>
        <p:spPr>
          <a:xfrm>
            <a:off x="9764360" y="1532502"/>
            <a:ext cx="2998494" cy="84031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3" name="Espaço Reservado para Texto 18"/>
          <p:cNvSpPr>
            <a:spLocks noGrp="1"/>
          </p:cNvSpPr>
          <p:nvPr>
            <p:ph type="body" sz="quarter" idx="18" hasCustomPrompt="1"/>
          </p:nvPr>
        </p:nvSpPr>
        <p:spPr>
          <a:xfrm>
            <a:off x="8870164" y="1349604"/>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24" name="Espaço Reservado para Texto 18"/>
          <p:cNvSpPr>
            <a:spLocks noGrp="1"/>
          </p:cNvSpPr>
          <p:nvPr userDrawn="1">
            <p:ph type="body" sz="quarter" idx="19" hasCustomPrompt="1"/>
          </p:nvPr>
        </p:nvSpPr>
        <p:spPr>
          <a:xfrm>
            <a:off x="12612568" y="3331409"/>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grpSp>
        <p:nvGrpSpPr>
          <p:cNvPr id="38" name="Grupo 37"/>
          <p:cNvGrpSpPr/>
          <p:nvPr userDrawn="1"/>
        </p:nvGrpSpPr>
        <p:grpSpPr>
          <a:xfrm rot="10800000">
            <a:off x="5638118" y="6056550"/>
            <a:ext cx="1289486" cy="351000"/>
            <a:chOff x="6518136" y="4850711"/>
            <a:chExt cx="859657" cy="234000"/>
          </a:xfrm>
        </p:grpSpPr>
        <p:sp>
          <p:nvSpPr>
            <p:cNvPr id="44" name="Elipse 43"/>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5" name="Conector reto 44"/>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46" name="Imagem 45"/>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517283" y="5602796"/>
            <a:ext cx="960122" cy="1046990"/>
          </a:xfrm>
          <a:prstGeom prst="rect">
            <a:avLst/>
          </a:prstGeom>
        </p:spPr>
      </p:pic>
      <p:sp>
        <p:nvSpPr>
          <p:cNvPr id="47" name="Subtítulo 2"/>
          <p:cNvSpPr>
            <a:spLocks noGrp="1"/>
          </p:cNvSpPr>
          <p:nvPr>
            <p:ph type="subTitle" idx="1" hasCustomPrompt="1"/>
          </p:nvPr>
        </p:nvSpPr>
        <p:spPr>
          <a:xfrm>
            <a:off x="6632978" y="5818854"/>
            <a:ext cx="847800" cy="847800"/>
          </a:xfrm>
          <a:prstGeom prst="rect">
            <a:avLst/>
          </a:prstGeom>
        </p:spPr>
        <p:txBody>
          <a:bodyPr anchor="ctr"/>
          <a:lstStyle>
            <a:lvl1pPr marL="0" indent="0" algn="ctr">
              <a:buNone/>
              <a:defRPr sz="2700" b="1">
                <a:solidFill>
                  <a:schemeClr val="bg1"/>
                </a:solidFill>
                <a:latin typeface="Poppins" panose="00000500000000000000" pitchFamily="2" charset="0"/>
                <a:cs typeface="Poppins" panose="00000500000000000000"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pPr lvl="0"/>
            <a:r>
              <a:rPr lang="pt-BR"/>
              <a:t>nº</a:t>
            </a:r>
          </a:p>
        </p:txBody>
      </p:sp>
      <p:sp>
        <p:nvSpPr>
          <p:cNvPr id="48" name="Espaço Reservado para Texto 9"/>
          <p:cNvSpPr>
            <a:spLocks noGrp="1"/>
          </p:cNvSpPr>
          <p:nvPr>
            <p:ph type="body" sz="quarter" idx="10" hasCustomPrompt="1"/>
          </p:nvPr>
        </p:nvSpPr>
        <p:spPr>
          <a:xfrm>
            <a:off x="6493496" y="6748048"/>
            <a:ext cx="3463023" cy="132635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Tree>
    <p:extLst>
      <p:ext uri="{BB962C8B-B14F-4D97-AF65-F5344CB8AC3E}">
        <p14:creationId xmlns:p14="http://schemas.microsoft.com/office/powerpoint/2010/main" val="348913747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rilha_SIS_4_2">
    <p:bg>
      <p:bgPr>
        <a:solidFill>
          <a:srgbClr val="EFEFEF"/>
        </a:solidFill>
        <a:effectLst/>
      </p:bgPr>
    </p:bg>
    <p:spTree>
      <p:nvGrpSpPr>
        <p:cNvPr id="1" name=""/>
        <p:cNvGrpSpPr/>
        <p:nvPr/>
      </p:nvGrpSpPr>
      <p:grpSpPr>
        <a:xfrm>
          <a:off x="0" y="0"/>
          <a:ext cx="0" cy="0"/>
          <a:chOff x="0" y="0"/>
          <a:chExt cx="0" cy="0"/>
        </a:xfrm>
      </p:grpSpPr>
      <p:sp>
        <p:nvSpPr>
          <p:cNvPr id="17" name="Elipse 16"/>
          <p:cNvSpPr/>
          <p:nvPr userDrawn="1"/>
        </p:nvSpPr>
        <p:spPr>
          <a:xfrm rot="16200000" flipV="1">
            <a:off x="3396908" y="7274877"/>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grpSp>
        <p:nvGrpSpPr>
          <p:cNvPr id="18" name="Grupo 17"/>
          <p:cNvGrpSpPr/>
          <p:nvPr userDrawn="1"/>
        </p:nvGrpSpPr>
        <p:grpSpPr>
          <a:xfrm>
            <a:off x="11481857" y="3631122"/>
            <a:ext cx="1357851" cy="351000"/>
            <a:chOff x="7061962" y="2141288"/>
            <a:chExt cx="905234" cy="234000"/>
          </a:xfrm>
        </p:grpSpPr>
        <p:sp>
          <p:nvSpPr>
            <p:cNvPr id="26" name="Elipse 25"/>
            <p:cNvSpPr/>
            <p:nvPr/>
          </p:nvSpPr>
          <p:spPr>
            <a:xfrm>
              <a:off x="7061962" y="2141288"/>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27" name="Conector reto 26"/>
            <p:cNvCxnSpPr/>
            <p:nvPr/>
          </p:nvCxnSpPr>
          <p:spPr>
            <a:xfrm rot="10800000" flipH="1" flipV="1">
              <a:off x="7269723" y="2256208"/>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grpSp>
        <p:nvGrpSpPr>
          <p:cNvPr id="28" name="Grupo 27"/>
          <p:cNvGrpSpPr/>
          <p:nvPr userDrawn="1"/>
        </p:nvGrpSpPr>
        <p:grpSpPr>
          <a:xfrm rot="10800000">
            <a:off x="5638118" y="6056550"/>
            <a:ext cx="1289486" cy="351000"/>
            <a:chOff x="6518136" y="4850711"/>
            <a:chExt cx="859657" cy="234000"/>
          </a:xfrm>
        </p:grpSpPr>
        <p:sp>
          <p:nvSpPr>
            <p:cNvPr id="29" name="Elipse 28"/>
            <p:cNvSpPr/>
            <p:nvPr/>
          </p:nvSpPr>
          <p:spPr>
            <a:xfrm>
              <a:off x="7143793" y="4850711"/>
              <a:ext cx="234000" cy="234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30" name="Conector reto 29"/>
            <p:cNvCxnSpPr/>
            <p:nvPr/>
          </p:nvCxnSpPr>
          <p:spPr>
            <a:xfrm rot="10800000" flipH="1" flipV="1">
              <a:off x="6518136" y="4972537"/>
              <a:ext cx="697473" cy="149"/>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pic>
        <p:nvPicPr>
          <p:cNvPr id="32" name="Imagem 3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733679" y="1211362"/>
            <a:ext cx="960122" cy="1046990"/>
          </a:xfrm>
          <a:prstGeom prst="rect">
            <a:avLst/>
          </a:prstGeom>
        </p:spPr>
      </p:pic>
      <p:pic>
        <p:nvPicPr>
          <p:cNvPr id="33" name="Imagem 3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2489020" y="3174631"/>
            <a:ext cx="960122" cy="1046990"/>
          </a:xfrm>
          <a:prstGeom prst="rect">
            <a:avLst/>
          </a:prstGeom>
        </p:spPr>
      </p:pic>
      <p:pic>
        <p:nvPicPr>
          <p:cNvPr id="34" name="Imagem 33"/>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6519569" y="5602796"/>
            <a:ext cx="955549" cy="1046990"/>
          </a:xfrm>
          <a:prstGeom prst="rect">
            <a:avLst/>
          </a:prstGeom>
        </p:spPr>
      </p:pic>
      <p:cxnSp>
        <p:nvCxnSpPr>
          <p:cNvPr id="37" name="Conector reto 36"/>
          <p:cNvCxnSpPr/>
          <p:nvPr userDrawn="1"/>
        </p:nvCxnSpPr>
        <p:spPr>
          <a:xfrm rot="10800000" flipH="1" flipV="1">
            <a:off x="2469065" y="7473401"/>
            <a:ext cx="1046210" cy="224"/>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9" name="Imagem 38"/>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903672" y="6886253"/>
            <a:ext cx="955550" cy="1042004"/>
          </a:xfrm>
          <a:prstGeom prst="rect">
            <a:avLst/>
          </a:prstGeom>
        </p:spPr>
      </p:pic>
      <p:sp>
        <p:nvSpPr>
          <p:cNvPr id="40" name="CaixaDeTexto 39"/>
          <p:cNvSpPr txBox="1"/>
          <p:nvPr/>
        </p:nvSpPr>
        <p:spPr>
          <a:xfrm>
            <a:off x="2036621" y="7100206"/>
            <a:ext cx="822600" cy="848129"/>
          </a:xfrm>
          <a:prstGeom prst="rect">
            <a:avLst/>
          </a:prstGeom>
          <a:noFill/>
        </p:spPr>
        <p:txBody>
          <a:bodyPr wrap="square" rtlCol="0" anchor="ctr">
            <a:noAutofit/>
          </a:bodyPr>
          <a:lstStyle/>
          <a:p>
            <a:pPr algn="ctr"/>
            <a:endParaRPr lang="pt-BR" sz="4050" b="1">
              <a:solidFill>
                <a:schemeClr val="bg1"/>
              </a:solidFill>
              <a:latin typeface="Poppins" panose="00000500000000000000" pitchFamily="2" charset="0"/>
              <a:cs typeface="Poppins" panose="00000500000000000000" pitchFamily="2" charset="0"/>
            </a:endParaRPr>
          </a:p>
        </p:txBody>
      </p:sp>
      <p:grpSp>
        <p:nvGrpSpPr>
          <p:cNvPr id="41" name="Grupo 40"/>
          <p:cNvGrpSpPr/>
          <p:nvPr userDrawn="1"/>
        </p:nvGrpSpPr>
        <p:grpSpPr>
          <a:xfrm rot="5400000">
            <a:off x="8638738" y="2447375"/>
            <a:ext cx="1289486" cy="351000"/>
            <a:chOff x="6518136" y="4850711"/>
            <a:chExt cx="859657" cy="234000"/>
          </a:xfrm>
        </p:grpSpPr>
        <p:sp>
          <p:nvSpPr>
            <p:cNvPr id="42" name="Elipse 41"/>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3" name="Conector reto 42"/>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3" name="Subtítulo 2"/>
          <p:cNvSpPr>
            <a:spLocks noGrp="1"/>
          </p:cNvSpPr>
          <p:nvPr userDrawn="1">
            <p:ph type="subTitle" idx="1" hasCustomPrompt="1"/>
          </p:nvPr>
        </p:nvSpPr>
        <p:spPr>
          <a:xfrm>
            <a:off x="6632978" y="5818854"/>
            <a:ext cx="847800" cy="847800"/>
          </a:xfrm>
          <a:prstGeom prst="rect">
            <a:avLst/>
          </a:prstGeom>
        </p:spPr>
        <p:txBody>
          <a:bodyPr anchor="ctr"/>
          <a:lstStyle>
            <a:lvl1pPr marL="0" indent="0" algn="ctr">
              <a:buNone/>
              <a:defRPr sz="2700" b="1">
                <a:solidFill>
                  <a:schemeClr val="bg1"/>
                </a:solidFill>
                <a:latin typeface="Poppins" panose="00000500000000000000" pitchFamily="2" charset="0"/>
                <a:cs typeface="Poppins" panose="00000500000000000000"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pPr lvl="0"/>
            <a:r>
              <a:rPr lang="pt-BR"/>
              <a:t>nº</a:t>
            </a:r>
          </a:p>
        </p:txBody>
      </p:sp>
      <p:sp>
        <p:nvSpPr>
          <p:cNvPr id="10" name="Espaço Reservado para Texto 9"/>
          <p:cNvSpPr>
            <a:spLocks noGrp="1"/>
          </p:cNvSpPr>
          <p:nvPr userDrawn="1">
            <p:ph type="body" sz="quarter" idx="10" hasCustomPrompt="1"/>
          </p:nvPr>
        </p:nvSpPr>
        <p:spPr>
          <a:xfrm>
            <a:off x="6493496" y="7077232"/>
            <a:ext cx="3463023" cy="132635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4" name="Espaço Reservado para Texto 13"/>
          <p:cNvSpPr>
            <a:spLocks noGrp="1"/>
          </p:cNvSpPr>
          <p:nvPr userDrawn="1">
            <p:ph type="body" sz="quarter" idx="12" hasCustomPrompt="1"/>
          </p:nvPr>
        </p:nvSpPr>
        <p:spPr>
          <a:xfrm>
            <a:off x="447932" y="8029858"/>
            <a:ext cx="2674143" cy="906974"/>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6" name="Espaço Reservado para Texto 13"/>
          <p:cNvSpPr>
            <a:spLocks noGrp="1"/>
          </p:cNvSpPr>
          <p:nvPr userDrawn="1">
            <p:ph type="body" sz="quarter" idx="13" hasCustomPrompt="1"/>
          </p:nvPr>
        </p:nvSpPr>
        <p:spPr>
          <a:xfrm>
            <a:off x="6493495" y="6694338"/>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19" name="Espaço Reservado para Texto 18"/>
          <p:cNvSpPr>
            <a:spLocks noGrp="1"/>
          </p:cNvSpPr>
          <p:nvPr userDrawn="1">
            <p:ph type="body" sz="quarter" idx="14" hasCustomPrompt="1"/>
          </p:nvPr>
        </p:nvSpPr>
        <p:spPr>
          <a:xfrm>
            <a:off x="2031101" y="7021334"/>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20" name="Espaço Reservado para Texto 9"/>
          <p:cNvSpPr>
            <a:spLocks noGrp="1"/>
          </p:cNvSpPr>
          <p:nvPr userDrawn="1">
            <p:ph type="body" sz="quarter" idx="15" hasCustomPrompt="1"/>
          </p:nvPr>
        </p:nvSpPr>
        <p:spPr>
          <a:xfrm>
            <a:off x="13530021" y="2761219"/>
            <a:ext cx="3463023" cy="1326356"/>
          </a:xfrm>
          <a:prstGeom prst="rect">
            <a:avLst/>
          </a:prstGeom>
        </p:spPr>
        <p:txBody>
          <a:bodyPr anchor="b"/>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2" name="Espaço Reservado para Texto 9"/>
          <p:cNvSpPr>
            <a:spLocks noGrp="1"/>
          </p:cNvSpPr>
          <p:nvPr userDrawn="1">
            <p:ph type="body" sz="quarter" idx="17" hasCustomPrompt="1"/>
          </p:nvPr>
        </p:nvSpPr>
        <p:spPr>
          <a:xfrm>
            <a:off x="9764360" y="727829"/>
            <a:ext cx="2998494" cy="1326356"/>
          </a:xfrm>
          <a:prstGeom prst="rect">
            <a:avLst/>
          </a:prstGeom>
        </p:spPr>
        <p:txBody>
          <a:bodyPr anchor="b"/>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3" name="Espaço Reservado para Texto 18"/>
          <p:cNvSpPr>
            <a:spLocks noGrp="1"/>
          </p:cNvSpPr>
          <p:nvPr userDrawn="1">
            <p:ph type="body" sz="quarter" idx="18" hasCustomPrompt="1"/>
          </p:nvPr>
        </p:nvSpPr>
        <p:spPr>
          <a:xfrm>
            <a:off x="8870164" y="1349604"/>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24" name="Espaço Reservado para Texto 18"/>
          <p:cNvSpPr>
            <a:spLocks noGrp="1"/>
          </p:cNvSpPr>
          <p:nvPr userDrawn="1">
            <p:ph type="body" sz="quarter" idx="19" hasCustomPrompt="1"/>
          </p:nvPr>
        </p:nvSpPr>
        <p:spPr>
          <a:xfrm>
            <a:off x="12612568" y="3331409"/>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Tree>
    <p:extLst>
      <p:ext uri="{BB962C8B-B14F-4D97-AF65-F5344CB8AC3E}">
        <p14:creationId xmlns:p14="http://schemas.microsoft.com/office/powerpoint/2010/main" val="314627581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rilha_SIS_4_1">
    <p:bg>
      <p:bgPr>
        <a:solidFill>
          <a:srgbClr val="EFEFEF"/>
        </a:solidFill>
        <a:effectLst/>
      </p:bgPr>
    </p:bg>
    <p:spTree>
      <p:nvGrpSpPr>
        <p:cNvPr id="1" name=""/>
        <p:cNvGrpSpPr/>
        <p:nvPr/>
      </p:nvGrpSpPr>
      <p:grpSpPr>
        <a:xfrm>
          <a:off x="0" y="0"/>
          <a:ext cx="0" cy="0"/>
          <a:chOff x="0" y="0"/>
          <a:chExt cx="0" cy="0"/>
        </a:xfrm>
      </p:grpSpPr>
      <p:sp>
        <p:nvSpPr>
          <p:cNvPr id="17" name="Elipse 16"/>
          <p:cNvSpPr/>
          <p:nvPr userDrawn="1"/>
        </p:nvSpPr>
        <p:spPr>
          <a:xfrm rot="16200000" flipV="1">
            <a:off x="3396908" y="7274877"/>
            <a:ext cx="351000" cy="351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grpSp>
        <p:nvGrpSpPr>
          <p:cNvPr id="18" name="Grupo 17"/>
          <p:cNvGrpSpPr/>
          <p:nvPr userDrawn="1"/>
        </p:nvGrpSpPr>
        <p:grpSpPr>
          <a:xfrm>
            <a:off x="11481857" y="3631122"/>
            <a:ext cx="1357851" cy="351000"/>
            <a:chOff x="7061962" y="2141288"/>
            <a:chExt cx="905234" cy="234000"/>
          </a:xfrm>
        </p:grpSpPr>
        <p:sp>
          <p:nvSpPr>
            <p:cNvPr id="26" name="Elipse 25"/>
            <p:cNvSpPr/>
            <p:nvPr/>
          </p:nvSpPr>
          <p:spPr>
            <a:xfrm>
              <a:off x="7061962" y="2141288"/>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27" name="Conector reto 26"/>
            <p:cNvCxnSpPr/>
            <p:nvPr/>
          </p:nvCxnSpPr>
          <p:spPr>
            <a:xfrm rot="10800000" flipH="1" flipV="1">
              <a:off x="7269723" y="2256208"/>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grpSp>
        <p:nvGrpSpPr>
          <p:cNvPr id="28" name="Grupo 27"/>
          <p:cNvGrpSpPr/>
          <p:nvPr userDrawn="1"/>
        </p:nvGrpSpPr>
        <p:grpSpPr>
          <a:xfrm rot="10800000">
            <a:off x="5638118" y="6056550"/>
            <a:ext cx="1289486" cy="351000"/>
            <a:chOff x="6518136" y="4850711"/>
            <a:chExt cx="859657" cy="234000"/>
          </a:xfrm>
        </p:grpSpPr>
        <p:sp>
          <p:nvSpPr>
            <p:cNvPr id="29" name="Elipse 28"/>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30" name="Conector reto 29"/>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32" name="Imagem 3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733679" y="1211362"/>
            <a:ext cx="960122" cy="1046990"/>
          </a:xfrm>
          <a:prstGeom prst="rect">
            <a:avLst/>
          </a:prstGeom>
        </p:spPr>
      </p:pic>
      <p:pic>
        <p:nvPicPr>
          <p:cNvPr id="33" name="Imagem 3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2489020" y="3174631"/>
            <a:ext cx="960122" cy="1046990"/>
          </a:xfrm>
          <a:prstGeom prst="rect">
            <a:avLst/>
          </a:prstGeom>
        </p:spPr>
      </p:pic>
      <p:pic>
        <p:nvPicPr>
          <p:cNvPr id="34" name="Imagem 33"/>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517283" y="5602796"/>
            <a:ext cx="960122" cy="1046990"/>
          </a:xfrm>
          <a:prstGeom prst="rect">
            <a:avLst/>
          </a:prstGeom>
        </p:spPr>
      </p:pic>
      <p:cxnSp>
        <p:nvCxnSpPr>
          <p:cNvPr id="37" name="Conector reto 36"/>
          <p:cNvCxnSpPr/>
          <p:nvPr userDrawn="1"/>
        </p:nvCxnSpPr>
        <p:spPr>
          <a:xfrm rot="10800000" flipH="1" flipV="1">
            <a:off x="2469065" y="7473401"/>
            <a:ext cx="1046210" cy="224"/>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pic>
        <p:nvPicPr>
          <p:cNvPr id="39" name="Imagem 38"/>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903672" y="6883760"/>
            <a:ext cx="955550" cy="1046990"/>
          </a:xfrm>
          <a:prstGeom prst="rect">
            <a:avLst/>
          </a:prstGeom>
        </p:spPr>
      </p:pic>
      <p:sp>
        <p:nvSpPr>
          <p:cNvPr id="40" name="CaixaDeTexto 39"/>
          <p:cNvSpPr txBox="1"/>
          <p:nvPr/>
        </p:nvSpPr>
        <p:spPr>
          <a:xfrm>
            <a:off x="2036621" y="7100206"/>
            <a:ext cx="822600" cy="848129"/>
          </a:xfrm>
          <a:prstGeom prst="rect">
            <a:avLst/>
          </a:prstGeom>
          <a:noFill/>
        </p:spPr>
        <p:txBody>
          <a:bodyPr wrap="square" rtlCol="0" anchor="ctr">
            <a:noAutofit/>
          </a:bodyPr>
          <a:lstStyle/>
          <a:p>
            <a:pPr algn="ctr"/>
            <a:endParaRPr lang="pt-BR" sz="4050" b="1">
              <a:solidFill>
                <a:schemeClr val="bg1"/>
              </a:solidFill>
              <a:latin typeface="Poppins" panose="00000500000000000000" pitchFamily="2" charset="0"/>
              <a:cs typeface="Poppins" panose="00000500000000000000" pitchFamily="2" charset="0"/>
            </a:endParaRPr>
          </a:p>
        </p:txBody>
      </p:sp>
      <p:grpSp>
        <p:nvGrpSpPr>
          <p:cNvPr id="41" name="Grupo 40"/>
          <p:cNvGrpSpPr/>
          <p:nvPr userDrawn="1"/>
        </p:nvGrpSpPr>
        <p:grpSpPr>
          <a:xfrm rot="5400000">
            <a:off x="8638738" y="2447375"/>
            <a:ext cx="1289486" cy="351000"/>
            <a:chOff x="6518136" y="4850711"/>
            <a:chExt cx="859657" cy="234000"/>
          </a:xfrm>
        </p:grpSpPr>
        <p:sp>
          <p:nvSpPr>
            <p:cNvPr id="42" name="Elipse 41"/>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3" name="Conector reto 42"/>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3" name="Subtítulo 2"/>
          <p:cNvSpPr>
            <a:spLocks noGrp="1"/>
          </p:cNvSpPr>
          <p:nvPr userDrawn="1">
            <p:ph type="subTitle" idx="1" hasCustomPrompt="1"/>
          </p:nvPr>
        </p:nvSpPr>
        <p:spPr>
          <a:xfrm>
            <a:off x="6632978" y="5818854"/>
            <a:ext cx="847800" cy="847800"/>
          </a:xfrm>
          <a:prstGeom prst="rect">
            <a:avLst/>
          </a:prstGeom>
        </p:spPr>
        <p:txBody>
          <a:bodyPr anchor="ctr"/>
          <a:lstStyle>
            <a:lvl1pPr marL="0" indent="0" algn="ctr">
              <a:buNone/>
              <a:defRPr sz="2700" b="1">
                <a:solidFill>
                  <a:schemeClr val="bg1"/>
                </a:solidFill>
                <a:latin typeface="Poppins" panose="00000500000000000000" pitchFamily="2" charset="0"/>
                <a:cs typeface="Poppins" panose="00000500000000000000"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pPr lvl="0"/>
            <a:r>
              <a:rPr lang="pt-BR"/>
              <a:t>nº</a:t>
            </a:r>
          </a:p>
        </p:txBody>
      </p:sp>
      <p:sp>
        <p:nvSpPr>
          <p:cNvPr id="10" name="Espaço Reservado para Texto 9"/>
          <p:cNvSpPr>
            <a:spLocks noGrp="1"/>
          </p:cNvSpPr>
          <p:nvPr userDrawn="1">
            <p:ph type="body" sz="quarter" idx="10" hasCustomPrompt="1"/>
          </p:nvPr>
        </p:nvSpPr>
        <p:spPr>
          <a:xfrm>
            <a:off x="6493496" y="6748048"/>
            <a:ext cx="3463023" cy="132635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4" name="Espaço Reservado para Texto 13"/>
          <p:cNvSpPr>
            <a:spLocks noGrp="1"/>
          </p:cNvSpPr>
          <p:nvPr userDrawn="1">
            <p:ph type="body" sz="quarter" idx="12" hasCustomPrompt="1"/>
          </p:nvPr>
        </p:nvSpPr>
        <p:spPr>
          <a:xfrm>
            <a:off x="447932" y="8487058"/>
            <a:ext cx="2674143" cy="906974"/>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6" name="Espaço Reservado para Texto 13"/>
          <p:cNvSpPr>
            <a:spLocks noGrp="1"/>
          </p:cNvSpPr>
          <p:nvPr userDrawn="1">
            <p:ph type="body" sz="quarter" idx="13" hasCustomPrompt="1"/>
          </p:nvPr>
        </p:nvSpPr>
        <p:spPr>
          <a:xfrm>
            <a:off x="447932" y="8069693"/>
            <a:ext cx="2674143" cy="488519"/>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19" name="Espaço Reservado para Texto 18"/>
          <p:cNvSpPr>
            <a:spLocks noGrp="1"/>
          </p:cNvSpPr>
          <p:nvPr userDrawn="1">
            <p:ph type="body" sz="quarter" idx="14" hasCustomPrompt="1"/>
          </p:nvPr>
        </p:nvSpPr>
        <p:spPr>
          <a:xfrm>
            <a:off x="2031101" y="7021334"/>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20" name="Espaço Reservado para Texto 9"/>
          <p:cNvSpPr>
            <a:spLocks noGrp="1"/>
          </p:cNvSpPr>
          <p:nvPr userDrawn="1">
            <p:ph type="body" sz="quarter" idx="15" hasCustomPrompt="1"/>
          </p:nvPr>
        </p:nvSpPr>
        <p:spPr>
          <a:xfrm>
            <a:off x="13530021" y="2761219"/>
            <a:ext cx="3463023" cy="1326356"/>
          </a:xfrm>
          <a:prstGeom prst="rect">
            <a:avLst/>
          </a:prstGeom>
        </p:spPr>
        <p:txBody>
          <a:bodyPr anchor="b"/>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2" name="Espaço Reservado para Texto 9"/>
          <p:cNvSpPr>
            <a:spLocks noGrp="1"/>
          </p:cNvSpPr>
          <p:nvPr userDrawn="1">
            <p:ph type="body" sz="quarter" idx="17" hasCustomPrompt="1"/>
          </p:nvPr>
        </p:nvSpPr>
        <p:spPr>
          <a:xfrm>
            <a:off x="9764360" y="727829"/>
            <a:ext cx="2998494" cy="1326356"/>
          </a:xfrm>
          <a:prstGeom prst="rect">
            <a:avLst/>
          </a:prstGeom>
        </p:spPr>
        <p:txBody>
          <a:bodyPr anchor="b"/>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3" name="Espaço Reservado para Texto 18"/>
          <p:cNvSpPr>
            <a:spLocks noGrp="1"/>
          </p:cNvSpPr>
          <p:nvPr userDrawn="1">
            <p:ph type="body" sz="quarter" idx="18" hasCustomPrompt="1"/>
          </p:nvPr>
        </p:nvSpPr>
        <p:spPr>
          <a:xfrm>
            <a:off x="8870164" y="1349604"/>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24" name="Espaço Reservado para Texto 18"/>
          <p:cNvSpPr>
            <a:spLocks noGrp="1"/>
          </p:cNvSpPr>
          <p:nvPr userDrawn="1">
            <p:ph type="body" sz="quarter" idx="19" hasCustomPrompt="1"/>
          </p:nvPr>
        </p:nvSpPr>
        <p:spPr>
          <a:xfrm>
            <a:off x="12612568" y="3331409"/>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Tree>
    <p:extLst>
      <p:ext uri="{BB962C8B-B14F-4D97-AF65-F5344CB8AC3E}">
        <p14:creationId xmlns:p14="http://schemas.microsoft.com/office/powerpoint/2010/main" val="334925724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Trilha_SIS_3_3">
    <p:bg>
      <p:bgPr>
        <a:solidFill>
          <a:srgbClr val="EFEFEF"/>
        </a:solidFill>
        <a:effectLst/>
      </p:bgPr>
    </p:bg>
    <p:spTree>
      <p:nvGrpSpPr>
        <p:cNvPr id="1" name=""/>
        <p:cNvGrpSpPr/>
        <p:nvPr/>
      </p:nvGrpSpPr>
      <p:grpSpPr>
        <a:xfrm>
          <a:off x="0" y="0"/>
          <a:ext cx="0" cy="0"/>
          <a:chOff x="0" y="0"/>
          <a:chExt cx="0" cy="0"/>
        </a:xfrm>
      </p:grpSpPr>
      <p:pic>
        <p:nvPicPr>
          <p:cNvPr id="53" name="Imagem 31">
            <a:extLst>
              <a:ext uri="{FF2B5EF4-FFF2-40B4-BE49-F238E27FC236}">
                <a16:creationId xmlns:a16="http://schemas.microsoft.com/office/drawing/2014/main" id="{C8E34D0E-266E-12AA-B4EB-1E523A373CD8}"/>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81201" y="4734151"/>
            <a:ext cx="960122" cy="1046990"/>
          </a:xfrm>
          <a:prstGeom prst="rect">
            <a:avLst/>
          </a:prstGeom>
        </p:spPr>
      </p:pic>
      <p:grpSp>
        <p:nvGrpSpPr>
          <p:cNvPr id="45" name="Grupo 40">
            <a:extLst>
              <a:ext uri="{FF2B5EF4-FFF2-40B4-BE49-F238E27FC236}">
                <a16:creationId xmlns:a16="http://schemas.microsoft.com/office/drawing/2014/main" id="{578F0D4F-D74D-C182-AE9E-A1C5A7BB0675}"/>
              </a:ext>
            </a:extLst>
          </p:cNvPr>
          <p:cNvGrpSpPr/>
          <p:nvPr userDrawn="1"/>
        </p:nvGrpSpPr>
        <p:grpSpPr>
          <a:xfrm rot="5400000">
            <a:off x="772039" y="5752665"/>
            <a:ext cx="1289486" cy="351000"/>
            <a:chOff x="6518136" y="4850711"/>
            <a:chExt cx="859657" cy="234000"/>
          </a:xfrm>
          <a:solidFill>
            <a:srgbClr val="060303"/>
          </a:solidFill>
        </p:grpSpPr>
        <p:sp>
          <p:nvSpPr>
            <p:cNvPr id="46" name="Elipse 41">
              <a:extLst>
                <a:ext uri="{FF2B5EF4-FFF2-40B4-BE49-F238E27FC236}">
                  <a16:creationId xmlns:a16="http://schemas.microsoft.com/office/drawing/2014/main" id="{A752E9A1-E5F0-348C-88FE-473BB16A9BB3}"/>
                </a:ext>
              </a:extLst>
            </p:cNvPr>
            <p:cNvSpPr/>
            <p:nvPr/>
          </p:nvSpPr>
          <p:spPr>
            <a:xfrm>
              <a:off x="7143793" y="4850711"/>
              <a:ext cx="234000" cy="234000"/>
            </a:xfrm>
            <a:prstGeom prst="ellipse">
              <a:avLst/>
            </a:prstGeom>
            <a:grpFill/>
            <a:ln>
              <a:solidFill>
                <a:srgbClr val="0603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7" name="Conector reto 42">
              <a:extLst>
                <a:ext uri="{FF2B5EF4-FFF2-40B4-BE49-F238E27FC236}">
                  <a16:creationId xmlns:a16="http://schemas.microsoft.com/office/drawing/2014/main" id="{DC9FDE36-6BCA-F174-233C-C3FE19C48A49}"/>
                </a:ext>
              </a:extLst>
            </p:cNvPr>
            <p:cNvCxnSpPr/>
            <p:nvPr/>
          </p:nvCxnSpPr>
          <p:spPr>
            <a:xfrm rot="10800000" flipH="1" flipV="1">
              <a:off x="6518136" y="4972537"/>
              <a:ext cx="697473" cy="149"/>
            </a:xfrm>
            <a:prstGeom prst="line">
              <a:avLst/>
            </a:prstGeom>
            <a:grpFill/>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49" name="Espaço Reservado para Texto 18">
            <a:extLst>
              <a:ext uri="{FF2B5EF4-FFF2-40B4-BE49-F238E27FC236}">
                <a16:creationId xmlns:a16="http://schemas.microsoft.com/office/drawing/2014/main" id="{9FDFE7C7-692C-0093-62E2-0414D1CE6A54}"/>
              </a:ext>
            </a:extLst>
          </p:cNvPr>
          <p:cNvSpPr>
            <a:spLocks noGrp="1"/>
          </p:cNvSpPr>
          <p:nvPr>
            <p:ph type="body" sz="quarter" idx="22" hasCustomPrompt="1"/>
          </p:nvPr>
        </p:nvSpPr>
        <p:spPr>
          <a:xfrm>
            <a:off x="1003465" y="4862705"/>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50" name="Espaço Reservado para Texto 13">
            <a:extLst>
              <a:ext uri="{FF2B5EF4-FFF2-40B4-BE49-F238E27FC236}">
                <a16:creationId xmlns:a16="http://schemas.microsoft.com/office/drawing/2014/main" id="{64271FFC-0C86-0C03-A5E4-17DF4E539B6D}"/>
              </a:ext>
            </a:extLst>
          </p:cNvPr>
          <p:cNvSpPr>
            <a:spLocks noGrp="1"/>
          </p:cNvSpPr>
          <p:nvPr>
            <p:ph type="body" sz="quarter" idx="23" hasCustomPrompt="1"/>
          </p:nvPr>
        </p:nvSpPr>
        <p:spPr>
          <a:xfrm>
            <a:off x="13001336" y="3432059"/>
            <a:ext cx="2674143" cy="488519"/>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52" name="Espaço Reservado para Texto 9">
            <a:extLst>
              <a:ext uri="{FF2B5EF4-FFF2-40B4-BE49-F238E27FC236}">
                <a16:creationId xmlns:a16="http://schemas.microsoft.com/office/drawing/2014/main" id="{4EB75AD5-6E33-BB07-58B0-905F25E50E5A}"/>
              </a:ext>
            </a:extLst>
          </p:cNvPr>
          <p:cNvSpPr>
            <a:spLocks noGrp="1"/>
          </p:cNvSpPr>
          <p:nvPr>
            <p:ph type="body" sz="quarter" idx="24" hasCustomPrompt="1"/>
          </p:nvPr>
        </p:nvSpPr>
        <p:spPr>
          <a:xfrm>
            <a:off x="1909565" y="4430455"/>
            <a:ext cx="2998494" cy="1160250"/>
          </a:xfrm>
          <a:prstGeom prst="rect">
            <a:avLst/>
          </a:prstGeom>
        </p:spPr>
        <p:txBody>
          <a:bodyPr anchor="b"/>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pic>
        <p:nvPicPr>
          <p:cNvPr id="22" name="Imagem 31">
            <a:extLst>
              <a:ext uri="{FF2B5EF4-FFF2-40B4-BE49-F238E27FC236}">
                <a16:creationId xmlns:a16="http://schemas.microsoft.com/office/drawing/2014/main" id="{9C9C66E3-720D-CD0A-296C-4BE5364303AA}"/>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15681532" y="3493439"/>
            <a:ext cx="955549" cy="1046990"/>
          </a:xfrm>
          <a:prstGeom prst="rect">
            <a:avLst/>
          </a:prstGeom>
        </p:spPr>
      </p:pic>
      <p:grpSp>
        <p:nvGrpSpPr>
          <p:cNvPr id="23" name="Grupo 40">
            <a:extLst>
              <a:ext uri="{FF2B5EF4-FFF2-40B4-BE49-F238E27FC236}">
                <a16:creationId xmlns:a16="http://schemas.microsoft.com/office/drawing/2014/main" id="{17FBDF62-7C8A-3476-E663-4FB3B3714A72}"/>
              </a:ext>
            </a:extLst>
          </p:cNvPr>
          <p:cNvGrpSpPr/>
          <p:nvPr userDrawn="1"/>
        </p:nvGrpSpPr>
        <p:grpSpPr>
          <a:xfrm rot="5400000">
            <a:off x="15570451" y="4715598"/>
            <a:ext cx="1289486" cy="351000"/>
            <a:chOff x="6518136" y="4850711"/>
            <a:chExt cx="859657" cy="234000"/>
          </a:xfrm>
        </p:grpSpPr>
        <p:sp>
          <p:nvSpPr>
            <p:cNvPr id="24" name="Elipse 41">
              <a:extLst>
                <a:ext uri="{FF2B5EF4-FFF2-40B4-BE49-F238E27FC236}">
                  <a16:creationId xmlns:a16="http://schemas.microsoft.com/office/drawing/2014/main" id="{97F3BDE1-730E-29AD-3933-CE184D71B40B}"/>
                </a:ext>
              </a:extLst>
            </p:cNvPr>
            <p:cNvSpPr/>
            <p:nvPr/>
          </p:nvSpPr>
          <p:spPr>
            <a:xfrm>
              <a:off x="7143793" y="4850711"/>
              <a:ext cx="234000" cy="234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25" name="Conector reto 42">
              <a:extLst>
                <a:ext uri="{FF2B5EF4-FFF2-40B4-BE49-F238E27FC236}">
                  <a16:creationId xmlns:a16="http://schemas.microsoft.com/office/drawing/2014/main" id="{E20A42E9-AF95-AF83-8CAC-0C0467B21C8E}"/>
                </a:ext>
              </a:extLst>
            </p:cNvPr>
            <p:cNvCxnSpPr/>
            <p:nvPr/>
          </p:nvCxnSpPr>
          <p:spPr>
            <a:xfrm rot="10800000" flipH="1" flipV="1">
              <a:off x="6518136" y="4972537"/>
              <a:ext cx="697473" cy="149"/>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sp>
        <p:nvSpPr>
          <p:cNvPr id="26" name="Espaço Reservado para Texto 9">
            <a:extLst>
              <a:ext uri="{FF2B5EF4-FFF2-40B4-BE49-F238E27FC236}">
                <a16:creationId xmlns:a16="http://schemas.microsoft.com/office/drawing/2014/main" id="{EFE6FB74-1C76-1A32-F822-3E3D3DD94958}"/>
              </a:ext>
            </a:extLst>
          </p:cNvPr>
          <p:cNvSpPr>
            <a:spLocks noGrp="1"/>
          </p:cNvSpPr>
          <p:nvPr>
            <p:ph type="body" sz="quarter" idx="17" hasCustomPrompt="1"/>
          </p:nvPr>
        </p:nvSpPr>
        <p:spPr>
          <a:xfrm>
            <a:off x="12679728" y="3806803"/>
            <a:ext cx="2998494" cy="1110228"/>
          </a:xfrm>
          <a:prstGeom prst="rect">
            <a:avLst/>
          </a:prstGeom>
        </p:spPr>
        <p:txBody>
          <a:bodyPr anchor="t"/>
          <a:lstStyle>
            <a:lvl1pPr marL="0" indent="0" algn="r">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7" name="Espaço Reservado para Texto 18">
            <a:extLst>
              <a:ext uri="{FF2B5EF4-FFF2-40B4-BE49-F238E27FC236}">
                <a16:creationId xmlns:a16="http://schemas.microsoft.com/office/drawing/2014/main" id="{6C0F4D27-3240-4733-6170-CF7D139E36CE}"/>
              </a:ext>
            </a:extLst>
          </p:cNvPr>
          <p:cNvSpPr>
            <a:spLocks noGrp="1"/>
          </p:cNvSpPr>
          <p:nvPr>
            <p:ph type="body" sz="quarter" idx="18" hasCustomPrompt="1"/>
          </p:nvPr>
        </p:nvSpPr>
        <p:spPr>
          <a:xfrm>
            <a:off x="15815731" y="3631682"/>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28" name="Elipse 27"/>
          <p:cNvSpPr/>
          <p:nvPr userDrawn="1"/>
        </p:nvSpPr>
        <p:spPr>
          <a:xfrm rot="5400000">
            <a:off x="7825149" y="4900209"/>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29" name="Conector angulado 28"/>
          <p:cNvCxnSpPr>
            <a:stCxn id="28" idx="6"/>
          </p:cNvCxnSpPr>
          <p:nvPr userDrawn="1"/>
        </p:nvCxnSpPr>
        <p:spPr>
          <a:xfrm rot="16200000" flipH="1">
            <a:off x="7850969" y="5400889"/>
            <a:ext cx="1198094" cy="898733"/>
          </a:xfrm>
          <a:prstGeom prst="bentConnector3">
            <a:avLst>
              <a:gd name="adj1" fmla="val 92688"/>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0" name="Imagem 29"/>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217020" y="5746346"/>
            <a:ext cx="960122" cy="1046990"/>
          </a:xfrm>
          <a:prstGeom prst="rect">
            <a:avLst/>
          </a:prstGeom>
        </p:spPr>
      </p:pic>
      <p:sp>
        <p:nvSpPr>
          <p:cNvPr id="31" name="Espaço Reservado para Texto 9"/>
          <p:cNvSpPr>
            <a:spLocks noGrp="1"/>
          </p:cNvSpPr>
          <p:nvPr>
            <p:ph type="body" sz="quarter" idx="16" hasCustomPrompt="1"/>
          </p:nvPr>
        </p:nvSpPr>
        <p:spPr>
          <a:xfrm>
            <a:off x="8266553" y="6935631"/>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32" name="Espaço Reservado para Texto 18"/>
          <p:cNvSpPr>
            <a:spLocks noGrp="1"/>
          </p:cNvSpPr>
          <p:nvPr>
            <p:ph type="body" sz="quarter" idx="20" hasCustomPrompt="1"/>
          </p:nvPr>
        </p:nvSpPr>
        <p:spPr>
          <a:xfrm>
            <a:off x="8339707" y="5888642"/>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Tree>
    <p:extLst>
      <p:ext uri="{BB962C8B-B14F-4D97-AF65-F5344CB8AC3E}">
        <p14:creationId xmlns:p14="http://schemas.microsoft.com/office/powerpoint/2010/main" val="27424651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rilha_SIS_3_2">
    <p:bg>
      <p:bgPr>
        <a:solidFill>
          <a:srgbClr val="EFEFEF"/>
        </a:solidFill>
        <a:effectLst/>
      </p:bgPr>
    </p:bg>
    <p:spTree>
      <p:nvGrpSpPr>
        <p:cNvPr id="1" name=""/>
        <p:cNvGrpSpPr/>
        <p:nvPr/>
      </p:nvGrpSpPr>
      <p:grpSpPr>
        <a:xfrm>
          <a:off x="0" y="0"/>
          <a:ext cx="0" cy="0"/>
          <a:chOff x="0" y="0"/>
          <a:chExt cx="0" cy="0"/>
        </a:xfrm>
      </p:grpSpPr>
      <p:pic>
        <p:nvPicPr>
          <p:cNvPr id="53" name="Imagem 31">
            <a:extLst>
              <a:ext uri="{FF2B5EF4-FFF2-40B4-BE49-F238E27FC236}">
                <a16:creationId xmlns:a16="http://schemas.microsoft.com/office/drawing/2014/main" id="{C8E34D0E-266E-12AA-B4EB-1E523A373CD8}"/>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81201" y="4734151"/>
            <a:ext cx="960122" cy="1046990"/>
          </a:xfrm>
          <a:prstGeom prst="rect">
            <a:avLst/>
          </a:prstGeom>
        </p:spPr>
      </p:pic>
      <p:pic>
        <p:nvPicPr>
          <p:cNvPr id="51" name="Imagem 31">
            <a:extLst>
              <a:ext uri="{FF2B5EF4-FFF2-40B4-BE49-F238E27FC236}">
                <a16:creationId xmlns:a16="http://schemas.microsoft.com/office/drawing/2014/main" id="{2EA33C3F-2674-839C-D54B-3EE467C38C2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8221592" y="5746345"/>
            <a:ext cx="955550" cy="1046990"/>
          </a:xfrm>
          <a:prstGeom prst="rect">
            <a:avLst/>
          </a:prstGeom>
        </p:spPr>
      </p:pic>
      <p:sp>
        <p:nvSpPr>
          <p:cNvPr id="2" name="Elipse 30">
            <a:extLst>
              <a:ext uri="{FF2B5EF4-FFF2-40B4-BE49-F238E27FC236}">
                <a16:creationId xmlns:a16="http://schemas.microsoft.com/office/drawing/2014/main" id="{00E9A901-C5A5-B9DC-CA28-B0A760D5B140}"/>
              </a:ext>
            </a:extLst>
          </p:cNvPr>
          <p:cNvSpPr/>
          <p:nvPr userDrawn="1"/>
        </p:nvSpPr>
        <p:spPr>
          <a:xfrm rot="5400000">
            <a:off x="7825149" y="4900209"/>
            <a:ext cx="351000" cy="351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pic>
        <p:nvPicPr>
          <p:cNvPr id="4" name="Imagem 31">
            <a:extLst>
              <a:ext uri="{FF2B5EF4-FFF2-40B4-BE49-F238E27FC236}">
                <a16:creationId xmlns:a16="http://schemas.microsoft.com/office/drawing/2014/main" id="{9C9C66E3-720D-CD0A-296C-4BE5364303AA}"/>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5679246" y="3493439"/>
            <a:ext cx="960122" cy="1046990"/>
          </a:xfrm>
          <a:prstGeom prst="rect">
            <a:avLst/>
          </a:prstGeom>
        </p:spPr>
      </p:pic>
      <p:cxnSp>
        <p:nvCxnSpPr>
          <p:cNvPr id="5" name="Conector angulado 34">
            <a:extLst>
              <a:ext uri="{FF2B5EF4-FFF2-40B4-BE49-F238E27FC236}">
                <a16:creationId xmlns:a16="http://schemas.microsoft.com/office/drawing/2014/main" id="{619F2878-1FD7-B64B-F094-5CA4F5D1689B}"/>
              </a:ext>
            </a:extLst>
          </p:cNvPr>
          <p:cNvCxnSpPr>
            <a:stCxn id="2" idx="6"/>
          </p:cNvCxnSpPr>
          <p:nvPr userDrawn="1"/>
        </p:nvCxnSpPr>
        <p:spPr>
          <a:xfrm rot="16200000" flipH="1">
            <a:off x="7850969" y="5400889"/>
            <a:ext cx="1198094" cy="898733"/>
          </a:xfrm>
          <a:prstGeom prst="bentConnector3">
            <a:avLst>
              <a:gd name="adj1" fmla="val 92688"/>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nvGrpSpPr>
          <p:cNvPr id="7" name="Grupo 40">
            <a:extLst>
              <a:ext uri="{FF2B5EF4-FFF2-40B4-BE49-F238E27FC236}">
                <a16:creationId xmlns:a16="http://schemas.microsoft.com/office/drawing/2014/main" id="{17FBDF62-7C8A-3476-E663-4FB3B3714A72}"/>
              </a:ext>
            </a:extLst>
          </p:cNvPr>
          <p:cNvGrpSpPr/>
          <p:nvPr userDrawn="1"/>
        </p:nvGrpSpPr>
        <p:grpSpPr>
          <a:xfrm rot="5400000">
            <a:off x="15570451" y="4715598"/>
            <a:ext cx="1289486" cy="351000"/>
            <a:chOff x="6518136" y="4850711"/>
            <a:chExt cx="859657" cy="234000"/>
          </a:xfrm>
        </p:grpSpPr>
        <p:sp>
          <p:nvSpPr>
            <p:cNvPr id="8" name="Elipse 41">
              <a:extLst>
                <a:ext uri="{FF2B5EF4-FFF2-40B4-BE49-F238E27FC236}">
                  <a16:creationId xmlns:a16="http://schemas.microsoft.com/office/drawing/2014/main" id="{97F3BDE1-730E-29AD-3933-CE184D71B40B}"/>
                </a:ext>
              </a:extLst>
            </p:cNvPr>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9" name="Conector reto 42">
              <a:extLst>
                <a:ext uri="{FF2B5EF4-FFF2-40B4-BE49-F238E27FC236}">
                  <a16:creationId xmlns:a16="http://schemas.microsoft.com/office/drawing/2014/main" id="{E20A42E9-AF95-AF83-8CAC-0C0467B21C8E}"/>
                </a:ext>
              </a:extLst>
            </p:cNvPr>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12" name="Espaço Reservado para Texto 9">
            <a:extLst>
              <a:ext uri="{FF2B5EF4-FFF2-40B4-BE49-F238E27FC236}">
                <a16:creationId xmlns:a16="http://schemas.microsoft.com/office/drawing/2014/main" id="{EFE6FB74-1C76-1A32-F822-3E3D3DD94958}"/>
              </a:ext>
            </a:extLst>
          </p:cNvPr>
          <p:cNvSpPr>
            <a:spLocks noGrp="1"/>
          </p:cNvSpPr>
          <p:nvPr>
            <p:ph type="body" sz="quarter" idx="17" hasCustomPrompt="1"/>
          </p:nvPr>
        </p:nvSpPr>
        <p:spPr>
          <a:xfrm>
            <a:off x="12679728" y="3148435"/>
            <a:ext cx="2998494" cy="1326356"/>
          </a:xfrm>
          <a:prstGeom prst="rect">
            <a:avLst/>
          </a:prstGeom>
        </p:spPr>
        <p:txBody>
          <a:bodyPr anchor="b"/>
          <a:lstStyle>
            <a:lvl1pPr marL="0" indent="0" algn="r">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5" name="Espaço Reservado para Texto 18">
            <a:extLst>
              <a:ext uri="{FF2B5EF4-FFF2-40B4-BE49-F238E27FC236}">
                <a16:creationId xmlns:a16="http://schemas.microsoft.com/office/drawing/2014/main" id="{6C0F4D27-3240-4733-6170-CF7D139E36CE}"/>
              </a:ext>
            </a:extLst>
          </p:cNvPr>
          <p:cNvSpPr>
            <a:spLocks noGrp="1"/>
          </p:cNvSpPr>
          <p:nvPr>
            <p:ph type="body" sz="quarter" idx="18" hasCustomPrompt="1"/>
          </p:nvPr>
        </p:nvSpPr>
        <p:spPr>
          <a:xfrm>
            <a:off x="15815731" y="3631682"/>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38" name="Espaço Reservado para Texto 18">
            <a:extLst>
              <a:ext uri="{FF2B5EF4-FFF2-40B4-BE49-F238E27FC236}">
                <a16:creationId xmlns:a16="http://schemas.microsoft.com/office/drawing/2014/main" id="{8BD0E57A-36B1-6833-C62A-A95E69EB55AB}"/>
              </a:ext>
            </a:extLst>
          </p:cNvPr>
          <p:cNvSpPr>
            <a:spLocks noGrp="1"/>
          </p:cNvSpPr>
          <p:nvPr>
            <p:ph type="body" sz="quarter" idx="20" hasCustomPrompt="1"/>
          </p:nvPr>
        </p:nvSpPr>
        <p:spPr>
          <a:xfrm>
            <a:off x="8339707" y="5888642"/>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grpSp>
        <p:nvGrpSpPr>
          <p:cNvPr id="45" name="Grupo 40">
            <a:extLst>
              <a:ext uri="{FF2B5EF4-FFF2-40B4-BE49-F238E27FC236}">
                <a16:creationId xmlns:a16="http://schemas.microsoft.com/office/drawing/2014/main" id="{578F0D4F-D74D-C182-AE9E-A1C5A7BB0675}"/>
              </a:ext>
            </a:extLst>
          </p:cNvPr>
          <p:cNvGrpSpPr/>
          <p:nvPr userDrawn="1"/>
        </p:nvGrpSpPr>
        <p:grpSpPr>
          <a:xfrm rot="5400000">
            <a:off x="772039" y="5752665"/>
            <a:ext cx="1289486" cy="351000"/>
            <a:chOff x="6518136" y="4850711"/>
            <a:chExt cx="859657" cy="234000"/>
          </a:xfrm>
          <a:solidFill>
            <a:srgbClr val="060303"/>
          </a:solidFill>
        </p:grpSpPr>
        <p:sp>
          <p:nvSpPr>
            <p:cNvPr id="46" name="Elipse 41">
              <a:extLst>
                <a:ext uri="{FF2B5EF4-FFF2-40B4-BE49-F238E27FC236}">
                  <a16:creationId xmlns:a16="http://schemas.microsoft.com/office/drawing/2014/main" id="{A752E9A1-E5F0-348C-88FE-473BB16A9BB3}"/>
                </a:ext>
              </a:extLst>
            </p:cNvPr>
            <p:cNvSpPr/>
            <p:nvPr/>
          </p:nvSpPr>
          <p:spPr>
            <a:xfrm>
              <a:off x="7143793" y="4850711"/>
              <a:ext cx="234000" cy="234000"/>
            </a:xfrm>
            <a:prstGeom prst="ellipse">
              <a:avLst/>
            </a:prstGeom>
            <a:grpFill/>
            <a:ln>
              <a:solidFill>
                <a:srgbClr val="0603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7" name="Conector reto 42">
              <a:extLst>
                <a:ext uri="{FF2B5EF4-FFF2-40B4-BE49-F238E27FC236}">
                  <a16:creationId xmlns:a16="http://schemas.microsoft.com/office/drawing/2014/main" id="{DC9FDE36-6BCA-F174-233C-C3FE19C48A49}"/>
                </a:ext>
              </a:extLst>
            </p:cNvPr>
            <p:cNvCxnSpPr/>
            <p:nvPr/>
          </p:nvCxnSpPr>
          <p:spPr>
            <a:xfrm rot="10800000" flipH="1" flipV="1">
              <a:off x="6518136" y="4972537"/>
              <a:ext cx="697473" cy="149"/>
            </a:xfrm>
            <a:prstGeom prst="line">
              <a:avLst/>
            </a:prstGeom>
            <a:grpFill/>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49" name="Espaço Reservado para Texto 18">
            <a:extLst>
              <a:ext uri="{FF2B5EF4-FFF2-40B4-BE49-F238E27FC236}">
                <a16:creationId xmlns:a16="http://schemas.microsoft.com/office/drawing/2014/main" id="{9FDFE7C7-692C-0093-62E2-0414D1CE6A54}"/>
              </a:ext>
            </a:extLst>
          </p:cNvPr>
          <p:cNvSpPr>
            <a:spLocks noGrp="1"/>
          </p:cNvSpPr>
          <p:nvPr>
            <p:ph type="body" sz="quarter" idx="22" hasCustomPrompt="1"/>
          </p:nvPr>
        </p:nvSpPr>
        <p:spPr>
          <a:xfrm>
            <a:off x="1003465" y="4862705"/>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50" name="Espaço Reservado para Texto 13">
            <a:extLst>
              <a:ext uri="{FF2B5EF4-FFF2-40B4-BE49-F238E27FC236}">
                <a16:creationId xmlns:a16="http://schemas.microsoft.com/office/drawing/2014/main" id="{64271FFC-0C86-0C03-A5E4-17DF4E539B6D}"/>
              </a:ext>
            </a:extLst>
          </p:cNvPr>
          <p:cNvSpPr>
            <a:spLocks noGrp="1"/>
          </p:cNvSpPr>
          <p:nvPr>
            <p:ph type="body" sz="quarter" idx="23" hasCustomPrompt="1"/>
          </p:nvPr>
        </p:nvSpPr>
        <p:spPr>
          <a:xfrm>
            <a:off x="8273580" y="6920963"/>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52" name="Espaço Reservado para Texto 9">
            <a:extLst>
              <a:ext uri="{FF2B5EF4-FFF2-40B4-BE49-F238E27FC236}">
                <a16:creationId xmlns:a16="http://schemas.microsoft.com/office/drawing/2014/main" id="{4EB75AD5-6E33-BB07-58B0-905F25E50E5A}"/>
              </a:ext>
            </a:extLst>
          </p:cNvPr>
          <p:cNvSpPr>
            <a:spLocks noGrp="1"/>
          </p:cNvSpPr>
          <p:nvPr>
            <p:ph type="body" sz="quarter" idx="24" hasCustomPrompt="1"/>
          </p:nvPr>
        </p:nvSpPr>
        <p:spPr>
          <a:xfrm>
            <a:off x="1909565" y="4430455"/>
            <a:ext cx="2998494" cy="1160250"/>
          </a:xfrm>
          <a:prstGeom prst="rect">
            <a:avLst/>
          </a:prstGeom>
        </p:spPr>
        <p:txBody>
          <a:bodyPr anchor="b"/>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1" name="Espaço Reservado para Texto 9"/>
          <p:cNvSpPr>
            <a:spLocks noGrp="1"/>
          </p:cNvSpPr>
          <p:nvPr>
            <p:ph type="body" sz="quarter" idx="16" hasCustomPrompt="1"/>
          </p:nvPr>
        </p:nvSpPr>
        <p:spPr>
          <a:xfrm>
            <a:off x="8266553" y="7301391"/>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Tree>
    <p:extLst>
      <p:ext uri="{BB962C8B-B14F-4D97-AF65-F5344CB8AC3E}">
        <p14:creationId xmlns:p14="http://schemas.microsoft.com/office/powerpoint/2010/main" val="140949150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rilha_SIS_3_1">
    <p:bg>
      <p:bgPr>
        <a:solidFill>
          <a:srgbClr val="EFEFEF"/>
        </a:solidFill>
        <a:effectLst/>
      </p:bgPr>
    </p:bg>
    <p:spTree>
      <p:nvGrpSpPr>
        <p:cNvPr id="1" name=""/>
        <p:cNvGrpSpPr/>
        <p:nvPr/>
      </p:nvGrpSpPr>
      <p:grpSpPr>
        <a:xfrm>
          <a:off x="0" y="0"/>
          <a:ext cx="0" cy="0"/>
          <a:chOff x="0" y="0"/>
          <a:chExt cx="0" cy="0"/>
        </a:xfrm>
      </p:grpSpPr>
      <p:sp>
        <p:nvSpPr>
          <p:cNvPr id="31" name="Elipse 30"/>
          <p:cNvSpPr/>
          <p:nvPr userDrawn="1"/>
        </p:nvSpPr>
        <p:spPr>
          <a:xfrm rot="5400000">
            <a:off x="7825149" y="4900209"/>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pic>
        <p:nvPicPr>
          <p:cNvPr id="32" name="Imagem 3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5679246" y="3493439"/>
            <a:ext cx="960122" cy="1046990"/>
          </a:xfrm>
          <a:prstGeom prst="rect">
            <a:avLst/>
          </a:prstGeom>
        </p:spPr>
      </p:pic>
      <p:cxnSp>
        <p:nvCxnSpPr>
          <p:cNvPr id="35" name="Conector angulado 34"/>
          <p:cNvCxnSpPr>
            <a:stCxn id="31" idx="6"/>
          </p:cNvCxnSpPr>
          <p:nvPr userDrawn="1"/>
        </p:nvCxnSpPr>
        <p:spPr>
          <a:xfrm rot="16200000" flipH="1">
            <a:off x="7850969" y="5400889"/>
            <a:ext cx="1198094" cy="898733"/>
          </a:xfrm>
          <a:prstGeom prst="bentConnector3">
            <a:avLst>
              <a:gd name="adj1" fmla="val 92688"/>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6" name="Imagem 35"/>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217020" y="5746346"/>
            <a:ext cx="960122" cy="1046990"/>
          </a:xfrm>
          <a:prstGeom prst="rect">
            <a:avLst/>
          </a:prstGeom>
        </p:spPr>
      </p:pic>
      <p:grpSp>
        <p:nvGrpSpPr>
          <p:cNvPr id="41" name="Grupo 40"/>
          <p:cNvGrpSpPr/>
          <p:nvPr userDrawn="1"/>
        </p:nvGrpSpPr>
        <p:grpSpPr>
          <a:xfrm rot="5400000">
            <a:off x="15570451" y="4715598"/>
            <a:ext cx="1289486" cy="351000"/>
            <a:chOff x="6518136" y="4850711"/>
            <a:chExt cx="859657" cy="234000"/>
          </a:xfrm>
        </p:grpSpPr>
        <p:sp>
          <p:nvSpPr>
            <p:cNvPr id="42" name="Elipse 41"/>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3" name="Conector reto 42"/>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21" name="Espaço Reservado para Texto 9"/>
          <p:cNvSpPr>
            <a:spLocks noGrp="1"/>
          </p:cNvSpPr>
          <p:nvPr userDrawn="1">
            <p:ph type="body" sz="quarter" idx="16" hasCustomPrompt="1"/>
          </p:nvPr>
        </p:nvSpPr>
        <p:spPr>
          <a:xfrm>
            <a:off x="8266553" y="6935631"/>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2" name="Espaço Reservado para Texto 9"/>
          <p:cNvSpPr>
            <a:spLocks noGrp="1"/>
          </p:cNvSpPr>
          <p:nvPr userDrawn="1">
            <p:ph type="body" sz="quarter" idx="17" hasCustomPrompt="1"/>
          </p:nvPr>
        </p:nvSpPr>
        <p:spPr>
          <a:xfrm>
            <a:off x="12679728" y="3148435"/>
            <a:ext cx="2998494" cy="1326356"/>
          </a:xfrm>
          <a:prstGeom prst="rect">
            <a:avLst/>
          </a:prstGeom>
        </p:spPr>
        <p:txBody>
          <a:bodyPr anchor="b"/>
          <a:lstStyle>
            <a:lvl1pPr marL="0" indent="0" algn="r">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3" name="Espaço Reservado para Texto 18"/>
          <p:cNvSpPr>
            <a:spLocks noGrp="1"/>
          </p:cNvSpPr>
          <p:nvPr userDrawn="1">
            <p:ph type="body" sz="quarter" idx="18" hasCustomPrompt="1"/>
          </p:nvPr>
        </p:nvSpPr>
        <p:spPr>
          <a:xfrm>
            <a:off x="15815731" y="3631682"/>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25" name="Espaço Reservado para Texto 18"/>
          <p:cNvSpPr>
            <a:spLocks noGrp="1"/>
          </p:cNvSpPr>
          <p:nvPr userDrawn="1">
            <p:ph type="body" sz="quarter" idx="20" hasCustomPrompt="1"/>
          </p:nvPr>
        </p:nvSpPr>
        <p:spPr>
          <a:xfrm>
            <a:off x="8339707" y="5888642"/>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pic>
        <p:nvPicPr>
          <p:cNvPr id="2" name="Imagem 31">
            <a:extLst>
              <a:ext uri="{FF2B5EF4-FFF2-40B4-BE49-F238E27FC236}">
                <a16:creationId xmlns:a16="http://schemas.microsoft.com/office/drawing/2014/main" id="{89EA1505-53FB-3B40-C91E-97FFB173BF32}"/>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869266" y="4724462"/>
            <a:ext cx="955550" cy="1046990"/>
          </a:xfrm>
          <a:prstGeom prst="rect">
            <a:avLst/>
          </a:prstGeom>
        </p:spPr>
      </p:pic>
      <p:grpSp>
        <p:nvGrpSpPr>
          <p:cNvPr id="4" name="Grupo 40">
            <a:extLst>
              <a:ext uri="{FF2B5EF4-FFF2-40B4-BE49-F238E27FC236}">
                <a16:creationId xmlns:a16="http://schemas.microsoft.com/office/drawing/2014/main" id="{24C6B366-85A2-991C-E13D-133B8F900EE3}"/>
              </a:ext>
            </a:extLst>
          </p:cNvPr>
          <p:cNvGrpSpPr/>
          <p:nvPr userDrawn="1"/>
        </p:nvGrpSpPr>
        <p:grpSpPr>
          <a:xfrm rot="5400000">
            <a:off x="772039" y="5752665"/>
            <a:ext cx="1289486" cy="351000"/>
            <a:chOff x="6518136" y="4850711"/>
            <a:chExt cx="859657" cy="234000"/>
          </a:xfrm>
        </p:grpSpPr>
        <p:sp>
          <p:nvSpPr>
            <p:cNvPr id="5" name="Elipse 41">
              <a:extLst>
                <a:ext uri="{FF2B5EF4-FFF2-40B4-BE49-F238E27FC236}">
                  <a16:creationId xmlns:a16="http://schemas.microsoft.com/office/drawing/2014/main" id="{3567D7DF-3C09-16F0-ECB6-D473B09C4715}"/>
                </a:ext>
              </a:extLst>
            </p:cNvPr>
            <p:cNvSpPr/>
            <p:nvPr/>
          </p:nvSpPr>
          <p:spPr>
            <a:xfrm>
              <a:off x="7143793" y="4850711"/>
              <a:ext cx="234000" cy="234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6" name="Conector reto 42">
              <a:extLst>
                <a:ext uri="{FF2B5EF4-FFF2-40B4-BE49-F238E27FC236}">
                  <a16:creationId xmlns:a16="http://schemas.microsoft.com/office/drawing/2014/main" id="{1BBAA7DD-81AA-6A89-B500-5EE8714A68A8}"/>
                </a:ext>
              </a:extLst>
            </p:cNvPr>
            <p:cNvCxnSpPr/>
            <p:nvPr/>
          </p:nvCxnSpPr>
          <p:spPr>
            <a:xfrm rot="10800000" flipH="1" flipV="1">
              <a:off x="6518136" y="4972537"/>
              <a:ext cx="697473" cy="149"/>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sp>
        <p:nvSpPr>
          <p:cNvPr id="7" name="Espaço Reservado para Texto 9">
            <a:extLst>
              <a:ext uri="{FF2B5EF4-FFF2-40B4-BE49-F238E27FC236}">
                <a16:creationId xmlns:a16="http://schemas.microsoft.com/office/drawing/2014/main" id="{4B8BE006-DD0E-F312-6C44-18A4F0E31D89}"/>
              </a:ext>
            </a:extLst>
          </p:cNvPr>
          <p:cNvSpPr>
            <a:spLocks noGrp="1"/>
          </p:cNvSpPr>
          <p:nvPr>
            <p:ph type="body" sz="quarter" idx="21" hasCustomPrompt="1"/>
          </p:nvPr>
        </p:nvSpPr>
        <p:spPr>
          <a:xfrm>
            <a:off x="1897661" y="5246650"/>
            <a:ext cx="2998494" cy="788389"/>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8" name="Espaço Reservado para Texto 18">
            <a:extLst>
              <a:ext uri="{FF2B5EF4-FFF2-40B4-BE49-F238E27FC236}">
                <a16:creationId xmlns:a16="http://schemas.microsoft.com/office/drawing/2014/main" id="{C0110B66-87B3-D006-65F4-833C1FD9D07C}"/>
              </a:ext>
            </a:extLst>
          </p:cNvPr>
          <p:cNvSpPr>
            <a:spLocks noGrp="1"/>
          </p:cNvSpPr>
          <p:nvPr>
            <p:ph type="body" sz="quarter" idx="22" hasCustomPrompt="1"/>
          </p:nvPr>
        </p:nvSpPr>
        <p:spPr>
          <a:xfrm>
            <a:off x="1003465" y="4862705"/>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9" name="Espaço Reservado para Texto 13">
            <a:extLst>
              <a:ext uri="{FF2B5EF4-FFF2-40B4-BE49-F238E27FC236}">
                <a16:creationId xmlns:a16="http://schemas.microsoft.com/office/drawing/2014/main" id="{ED33B234-5DA0-6742-AED0-82F454B955D2}"/>
              </a:ext>
            </a:extLst>
          </p:cNvPr>
          <p:cNvSpPr>
            <a:spLocks noGrp="1"/>
          </p:cNvSpPr>
          <p:nvPr>
            <p:ph type="body" sz="quarter" idx="23" hasCustomPrompt="1"/>
          </p:nvPr>
        </p:nvSpPr>
        <p:spPr>
          <a:xfrm>
            <a:off x="1900253" y="4879142"/>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Tree>
    <p:extLst>
      <p:ext uri="{BB962C8B-B14F-4D97-AF65-F5344CB8AC3E}">
        <p14:creationId xmlns:p14="http://schemas.microsoft.com/office/powerpoint/2010/main" val="29929587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rilha_SIS_2_2">
    <p:bg>
      <p:bgPr>
        <a:solidFill>
          <a:srgbClr val="EFEFEF"/>
        </a:solidFill>
        <a:effectLst/>
      </p:bgPr>
    </p:bg>
    <p:spTree>
      <p:nvGrpSpPr>
        <p:cNvPr id="1" name=""/>
        <p:cNvGrpSpPr/>
        <p:nvPr/>
      </p:nvGrpSpPr>
      <p:grpSpPr>
        <a:xfrm>
          <a:off x="0" y="0"/>
          <a:ext cx="0" cy="0"/>
          <a:chOff x="0" y="0"/>
          <a:chExt cx="0" cy="0"/>
        </a:xfrm>
      </p:grpSpPr>
      <p:pic>
        <p:nvPicPr>
          <p:cNvPr id="53" name="Imagem 31">
            <a:extLst>
              <a:ext uri="{FF2B5EF4-FFF2-40B4-BE49-F238E27FC236}">
                <a16:creationId xmlns:a16="http://schemas.microsoft.com/office/drawing/2014/main" id="{C8E34D0E-266E-12AA-B4EB-1E523A373CD8}"/>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81201" y="4734151"/>
            <a:ext cx="960122" cy="1046990"/>
          </a:xfrm>
          <a:prstGeom prst="rect">
            <a:avLst/>
          </a:prstGeom>
        </p:spPr>
      </p:pic>
      <p:pic>
        <p:nvPicPr>
          <p:cNvPr id="51" name="Imagem 31">
            <a:extLst>
              <a:ext uri="{FF2B5EF4-FFF2-40B4-BE49-F238E27FC236}">
                <a16:creationId xmlns:a16="http://schemas.microsoft.com/office/drawing/2014/main" id="{2EA33C3F-2674-839C-D54B-3EE467C38C2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8221592" y="5746345"/>
            <a:ext cx="955550" cy="1046990"/>
          </a:xfrm>
          <a:prstGeom prst="rect">
            <a:avLst/>
          </a:prstGeom>
        </p:spPr>
      </p:pic>
      <p:sp>
        <p:nvSpPr>
          <p:cNvPr id="2" name="Elipse 30">
            <a:extLst>
              <a:ext uri="{FF2B5EF4-FFF2-40B4-BE49-F238E27FC236}">
                <a16:creationId xmlns:a16="http://schemas.microsoft.com/office/drawing/2014/main" id="{00E9A901-C5A5-B9DC-CA28-B0A760D5B140}"/>
              </a:ext>
            </a:extLst>
          </p:cNvPr>
          <p:cNvSpPr/>
          <p:nvPr userDrawn="1"/>
        </p:nvSpPr>
        <p:spPr>
          <a:xfrm rot="5400000">
            <a:off x="7825149" y="4900209"/>
            <a:ext cx="351000" cy="351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5" name="Conector angulado 34">
            <a:extLst>
              <a:ext uri="{FF2B5EF4-FFF2-40B4-BE49-F238E27FC236}">
                <a16:creationId xmlns:a16="http://schemas.microsoft.com/office/drawing/2014/main" id="{619F2878-1FD7-B64B-F094-5CA4F5D1689B}"/>
              </a:ext>
            </a:extLst>
          </p:cNvPr>
          <p:cNvCxnSpPr>
            <a:stCxn id="2" idx="6"/>
          </p:cNvCxnSpPr>
          <p:nvPr userDrawn="1"/>
        </p:nvCxnSpPr>
        <p:spPr>
          <a:xfrm rot="16200000" flipH="1">
            <a:off x="7850969" y="5400889"/>
            <a:ext cx="1198094" cy="898733"/>
          </a:xfrm>
          <a:prstGeom prst="bentConnector3">
            <a:avLst>
              <a:gd name="adj1" fmla="val 92688"/>
            </a:avLst>
          </a:prstGeom>
          <a:ln>
            <a:solidFill>
              <a:srgbClr val="EE2026"/>
            </a:solidFill>
          </a:ln>
        </p:spPr>
        <p:style>
          <a:lnRef idx="1">
            <a:schemeClr val="accent1"/>
          </a:lnRef>
          <a:fillRef idx="0">
            <a:schemeClr val="accent1"/>
          </a:fillRef>
          <a:effectRef idx="0">
            <a:schemeClr val="accent1"/>
          </a:effectRef>
          <a:fontRef idx="minor">
            <a:schemeClr val="tx1"/>
          </a:fontRef>
        </p:style>
      </p:cxnSp>
      <p:sp>
        <p:nvSpPr>
          <p:cNvPr id="38" name="Espaço Reservado para Texto 18">
            <a:extLst>
              <a:ext uri="{FF2B5EF4-FFF2-40B4-BE49-F238E27FC236}">
                <a16:creationId xmlns:a16="http://schemas.microsoft.com/office/drawing/2014/main" id="{8BD0E57A-36B1-6833-C62A-A95E69EB55AB}"/>
              </a:ext>
            </a:extLst>
          </p:cNvPr>
          <p:cNvSpPr>
            <a:spLocks noGrp="1"/>
          </p:cNvSpPr>
          <p:nvPr>
            <p:ph type="body" sz="quarter" idx="20" hasCustomPrompt="1"/>
          </p:nvPr>
        </p:nvSpPr>
        <p:spPr>
          <a:xfrm>
            <a:off x="8339707" y="5888642"/>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grpSp>
        <p:nvGrpSpPr>
          <p:cNvPr id="45" name="Grupo 40">
            <a:extLst>
              <a:ext uri="{FF2B5EF4-FFF2-40B4-BE49-F238E27FC236}">
                <a16:creationId xmlns:a16="http://schemas.microsoft.com/office/drawing/2014/main" id="{578F0D4F-D74D-C182-AE9E-A1C5A7BB0675}"/>
              </a:ext>
            </a:extLst>
          </p:cNvPr>
          <p:cNvGrpSpPr/>
          <p:nvPr userDrawn="1"/>
        </p:nvGrpSpPr>
        <p:grpSpPr>
          <a:xfrm rot="5400000">
            <a:off x="772039" y="5752665"/>
            <a:ext cx="1289486" cy="351000"/>
            <a:chOff x="6518136" y="4850711"/>
            <a:chExt cx="859657" cy="234000"/>
          </a:xfrm>
          <a:solidFill>
            <a:srgbClr val="060303"/>
          </a:solidFill>
        </p:grpSpPr>
        <p:sp>
          <p:nvSpPr>
            <p:cNvPr id="46" name="Elipse 41">
              <a:extLst>
                <a:ext uri="{FF2B5EF4-FFF2-40B4-BE49-F238E27FC236}">
                  <a16:creationId xmlns:a16="http://schemas.microsoft.com/office/drawing/2014/main" id="{A752E9A1-E5F0-348C-88FE-473BB16A9BB3}"/>
                </a:ext>
              </a:extLst>
            </p:cNvPr>
            <p:cNvSpPr/>
            <p:nvPr/>
          </p:nvSpPr>
          <p:spPr>
            <a:xfrm>
              <a:off x="7143793" y="4850711"/>
              <a:ext cx="234000" cy="234000"/>
            </a:xfrm>
            <a:prstGeom prst="ellipse">
              <a:avLst/>
            </a:prstGeom>
            <a:grpFill/>
            <a:ln>
              <a:solidFill>
                <a:srgbClr val="0603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7" name="Conector reto 42">
              <a:extLst>
                <a:ext uri="{FF2B5EF4-FFF2-40B4-BE49-F238E27FC236}">
                  <a16:creationId xmlns:a16="http://schemas.microsoft.com/office/drawing/2014/main" id="{DC9FDE36-6BCA-F174-233C-C3FE19C48A49}"/>
                </a:ext>
              </a:extLst>
            </p:cNvPr>
            <p:cNvCxnSpPr/>
            <p:nvPr/>
          </p:nvCxnSpPr>
          <p:spPr>
            <a:xfrm rot="10800000" flipH="1" flipV="1">
              <a:off x="6518136" y="4972537"/>
              <a:ext cx="697473" cy="149"/>
            </a:xfrm>
            <a:prstGeom prst="line">
              <a:avLst/>
            </a:prstGeom>
            <a:grpFill/>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49" name="Espaço Reservado para Texto 18">
            <a:extLst>
              <a:ext uri="{FF2B5EF4-FFF2-40B4-BE49-F238E27FC236}">
                <a16:creationId xmlns:a16="http://schemas.microsoft.com/office/drawing/2014/main" id="{9FDFE7C7-692C-0093-62E2-0414D1CE6A54}"/>
              </a:ext>
            </a:extLst>
          </p:cNvPr>
          <p:cNvSpPr>
            <a:spLocks noGrp="1"/>
          </p:cNvSpPr>
          <p:nvPr>
            <p:ph type="body" sz="quarter" idx="22" hasCustomPrompt="1"/>
          </p:nvPr>
        </p:nvSpPr>
        <p:spPr>
          <a:xfrm>
            <a:off x="1003465" y="4862705"/>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50" name="Espaço Reservado para Texto 13">
            <a:extLst>
              <a:ext uri="{FF2B5EF4-FFF2-40B4-BE49-F238E27FC236}">
                <a16:creationId xmlns:a16="http://schemas.microsoft.com/office/drawing/2014/main" id="{64271FFC-0C86-0C03-A5E4-17DF4E539B6D}"/>
              </a:ext>
            </a:extLst>
          </p:cNvPr>
          <p:cNvSpPr>
            <a:spLocks noGrp="1"/>
          </p:cNvSpPr>
          <p:nvPr>
            <p:ph type="body" sz="quarter" idx="23" hasCustomPrompt="1"/>
          </p:nvPr>
        </p:nvSpPr>
        <p:spPr>
          <a:xfrm>
            <a:off x="8273580" y="6920963"/>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52" name="Espaço Reservado para Texto 9">
            <a:extLst>
              <a:ext uri="{FF2B5EF4-FFF2-40B4-BE49-F238E27FC236}">
                <a16:creationId xmlns:a16="http://schemas.microsoft.com/office/drawing/2014/main" id="{4EB75AD5-6E33-BB07-58B0-905F25E50E5A}"/>
              </a:ext>
            </a:extLst>
          </p:cNvPr>
          <p:cNvSpPr>
            <a:spLocks noGrp="1"/>
          </p:cNvSpPr>
          <p:nvPr>
            <p:ph type="body" sz="quarter" idx="24" hasCustomPrompt="1"/>
          </p:nvPr>
        </p:nvSpPr>
        <p:spPr>
          <a:xfrm>
            <a:off x="1909565" y="4430455"/>
            <a:ext cx="2998494" cy="1160250"/>
          </a:xfrm>
          <a:prstGeom prst="rect">
            <a:avLst/>
          </a:prstGeom>
        </p:spPr>
        <p:txBody>
          <a:bodyPr anchor="b"/>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1" name="Espaço Reservado para Texto 9"/>
          <p:cNvSpPr>
            <a:spLocks noGrp="1"/>
          </p:cNvSpPr>
          <p:nvPr>
            <p:ph type="body" sz="quarter" idx="16" hasCustomPrompt="1"/>
          </p:nvPr>
        </p:nvSpPr>
        <p:spPr>
          <a:xfrm>
            <a:off x="8266553" y="7301391"/>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Tree>
    <p:extLst>
      <p:ext uri="{BB962C8B-B14F-4D97-AF65-F5344CB8AC3E}">
        <p14:creationId xmlns:p14="http://schemas.microsoft.com/office/powerpoint/2010/main" val="65368038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rilha_SIS_2_1">
    <p:bg>
      <p:bgPr>
        <a:solidFill>
          <a:srgbClr val="EFEFEF"/>
        </a:solidFill>
        <a:effectLst/>
      </p:bgPr>
    </p:bg>
    <p:spTree>
      <p:nvGrpSpPr>
        <p:cNvPr id="1" name=""/>
        <p:cNvGrpSpPr/>
        <p:nvPr/>
      </p:nvGrpSpPr>
      <p:grpSpPr>
        <a:xfrm>
          <a:off x="0" y="0"/>
          <a:ext cx="0" cy="0"/>
          <a:chOff x="0" y="0"/>
          <a:chExt cx="0" cy="0"/>
        </a:xfrm>
      </p:grpSpPr>
      <p:sp>
        <p:nvSpPr>
          <p:cNvPr id="31" name="Elipse 30"/>
          <p:cNvSpPr/>
          <p:nvPr userDrawn="1"/>
        </p:nvSpPr>
        <p:spPr>
          <a:xfrm rot="5400000">
            <a:off x="7825149" y="4900209"/>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35" name="Conector angulado 34"/>
          <p:cNvCxnSpPr>
            <a:stCxn id="31" idx="6"/>
          </p:cNvCxnSpPr>
          <p:nvPr userDrawn="1"/>
        </p:nvCxnSpPr>
        <p:spPr>
          <a:xfrm rot="16200000" flipH="1">
            <a:off x="7850969" y="5400889"/>
            <a:ext cx="1198094" cy="898733"/>
          </a:xfrm>
          <a:prstGeom prst="bentConnector3">
            <a:avLst>
              <a:gd name="adj1" fmla="val 92688"/>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6" name="Imagem 35"/>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217020" y="5746346"/>
            <a:ext cx="960122" cy="1046990"/>
          </a:xfrm>
          <a:prstGeom prst="rect">
            <a:avLst/>
          </a:prstGeom>
        </p:spPr>
      </p:pic>
      <p:sp>
        <p:nvSpPr>
          <p:cNvPr id="21" name="Espaço Reservado para Texto 9"/>
          <p:cNvSpPr>
            <a:spLocks noGrp="1"/>
          </p:cNvSpPr>
          <p:nvPr userDrawn="1">
            <p:ph type="body" sz="quarter" idx="16" hasCustomPrompt="1"/>
          </p:nvPr>
        </p:nvSpPr>
        <p:spPr>
          <a:xfrm>
            <a:off x="8266553" y="6935631"/>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5" name="Espaço Reservado para Texto 18"/>
          <p:cNvSpPr>
            <a:spLocks noGrp="1"/>
          </p:cNvSpPr>
          <p:nvPr userDrawn="1">
            <p:ph type="body" sz="quarter" idx="20" hasCustomPrompt="1"/>
          </p:nvPr>
        </p:nvSpPr>
        <p:spPr>
          <a:xfrm>
            <a:off x="8339707" y="5888642"/>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pic>
        <p:nvPicPr>
          <p:cNvPr id="2" name="Imagem 31">
            <a:extLst>
              <a:ext uri="{FF2B5EF4-FFF2-40B4-BE49-F238E27FC236}">
                <a16:creationId xmlns:a16="http://schemas.microsoft.com/office/drawing/2014/main" id="{89EA1505-53FB-3B40-C91E-97FFB173BF32}"/>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869266" y="4724462"/>
            <a:ext cx="955550" cy="1046990"/>
          </a:xfrm>
          <a:prstGeom prst="rect">
            <a:avLst/>
          </a:prstGeom>
        </p:spPr>
      </p:pic>
      <p:grpSp>
        <p:nvGrpSpPr>
          <p:cNvPr id="4" name="Grupo 40">
            <a:extLst>
              <a:ext uri="{FF2B5EF4-FFF2-40B4-BE49-F238E27FC236}">
                <a16:creationId xmlns:a16="http://schemas.microsoft.com/office/drawing/2014/main" id="{24C6B366-85A2-991C-E13D-133B8F900EE3}"/>
              </a:ext>
            </a:extLst>
          </p:cNvPr>
          <p:cNvGrpSpPr/>
          <p:nvPr userDrawn="1"/>
        </p:nvGrpSpPr>
        <p:grpSpPr>
          <a:xfrm rot="5400000">
            <a:off x="772039" y="5752665"/>
            <a:ext cx="1289486" cy="351000"/>
            <a:chOff x="6518136" y="4850711"/>
            <a:chExt cx="859657" cy="234000"/>
          </a:xfrm>
        </p:grpSpPr>
        <p:sp>
          <p:nvSpPr>
            <p:cNvPr id="5" name="Elipse 41">
              <a:extLst>
                <a:ext uri="{FF2B5EF4-FFF2-40B4-BE49-F238E27FC236}">
                  <a16:creationId xmlns:a16="http://schemas.microsoft.com/office/drawing/2014/main" id="{3567D7DF-3C09-16F0-ECB6-D473B09C4715}"/>
                </a:ext>
              </a:extLst>
            </p:cNvPr>
            <p:cNvSpPr/>
            <p:nvPr/>
          </p:nvSpPr>
          <p:spPr>
            <a:xfrm>
              <a:off x="7143793" y="4850711"/>
              <a:ext cx="234000" cy="234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6" name="Conector reto 42">
              <a:extLst>
                <a:ext uri="{FF2B5EF4-FFF2-40B4-BE49-F238E27FC236}">
                  <a16:creationId xmlns:a16="http://schemas.microsoft.com/office/drawing/2014/main" id="{1BBAA7DD-81AA-6A89-B500-5EE8714A68A8}"/>
                </a:ext>
              </a:extLst>
            </p:cNvPr>
            <p:cNvCxnSpPr/>
            <p:nvPr/>
          </p:nvCxnSpPr>
          <p:spPr>
            <a:xfrm rot="10800000" flipH="1" flipV="1">
              <a:off x="6518136" y="4972537"/>
              <a:ext cx="697473" cy="149"/>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sp>
        <p:nvSpPr>
          <p:cNvPr id="7" name="Espaço Reservado para Texto 9">
            <a:extLst>
              <a:ext uri="{FF2B5EF4-FFF2-40B4-BE49-F238E27FC236}">
                <a16:creationId xmlns:a16="http://schemas.microsoft.com/office/drawing/2014/main" id="{4B8BE006-DD0E-F312-6C44-18A4F0E31D89}"/>
              </a:ext>
            </a:extLst>
          </p:cNvPr>
          <p:cNvSpPr>
            <a:spLocks noGrp="1"/>
          </p:cNvSpPr>
          <p:nvPr>
            <p:ph type="body" sz="quarter" idx="21" hasCustomPrompt="1"/>
          </p:nvPr>
        </p:nvSpPr>
        <p:spPr>
          <a:xfrm>
            <a:off x="1897661" y="5246650"/>
            <a:ext cx="2998494" cy="788389"/>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8" name="Espaço Reservado para Texto 18">
            <a:extLst>
              <a:ext uri="{FF2B5EF4-FFF2-40B4-BE49-F238E27FC236}">
                <a16:creationId xmlns:a16="http://schemas.microsoft.com/office/drawing/2014/main" id="{C0110B66-87B3-D006-65F4-833C1FD9D07C}"/>
              </a:ext>
            </a:extLst>
          </p:cNvPr>
          <p:cNvSpPr>
            <a:spLocks noGrp="1"/>
          </p:cNvSpPr>
          <p:nvPr>
            <p:ph type="body" sz="quarter" idx="22" hasCustomPrompt="1"/>
          </p:nvPr>
        </p:nvSpPr>
        <p:spPr>
          <a:xfrm>
            <a:off x="1003465" y="4862705"/>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9" name="Espaço Reservado para Texto 13">
            <a:extLst>
              <a:ext uri="{FF2B5EF4-FFF2-40B4-BE49-F238E27FC236}">
                <a16:creationId xmlns:a16="http://schemas.microsoft.com/office/drawing/2014/main" id="{ED33B234-5DA0-6742-AED0-82F454B955D2}"/>
              </a:ext>
            </a:extLst>
          </p:cNvPr>
          <p:cNvSpPr>
            <a:spLocks noGrp="1"/>
          </p:cNvSpPr>
          <p:nvPr>
            <p:ph type="body" sz="quarter" idx="23" hasCustomPrompt="1"/>
          </p:nvPr>
        </p:nvSpPr>
        <p:spPr>
          <a:xfrm>
            <a:off x="1900253" y="4879142"/>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Tree>
    <p:extLst>
      <p:ext uri="{BB962C8B-B14F-4D97-AF65-F5344CB8AC3E}">
        <p14:creationId xmlns:p14="http://schemas.microsoft.com/office/powerpoint/2010/main" val="417243393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rilha_SIS_1">
    <p:spTree>
      <p:nvGrpSpPr>
        <p:cNvPr id="1" name=""/>
        <p:cNvGrpSpPr/>
        <p:nvPr/>
      </p:nvGrpSpPr>
      <p:grpSpPr>
        <a:xfrm>
          <a:off x="0" y="0"/>
          <a:ext cx="0" cy="0"/>
          <a:chOff x="0" y="0"/>
          <a:chExt cx="0" cy="0"/>
        </a:xfrm>
      </p:grpSpPr>
      <p:pic>
        <p:nvPicPr>
          <p:cNvPr id="3" name="Imagem 2" descr="Forma&#10;&#10;Descrição gerada automaticamente com confiança média">
            <a:extLst>
              <a:ext uri="{FF2B5EF4-FFF2-40B4-BE49-F238E27FC236}">
                <a16:creationId xmlns:a16="http://schemas.microsoft.com/office/drawing/2014/main" id="{80DEC414-B9BB-D43D-CEAE-AE24D519E556}"/>
              </a:ext>
            </a:extLst>
          </p:cNvPr>
          <p:cNvPicPr>
            <a:picLocks noChangeAspect="1"/>
          </p:cNvPicPr>
          <p:nvPr userDrawn="1"/>
        </p:nvPicPr>
        <p:blipFill>
          <a:blip r:embed="rId2" cstate="print">
            <a:alphaModFix amt="4000"/>
            <a:extLst>
              <a:ext uri="{28A0092B-C50C-407E-A947-70E740481C1C}">
                <a14:useLocalDpi xmlns:a14="http://schemas.microsoft.com/office/drawing/2010/main"/>
              </a:ext>
            </a:extLst>
          </a:blip>
          <a:stretch>
            <a:fillRect/>
          </a:stretch>
        </p:blipFill>
        <p:spPr>
          <a:xfrm>
            <a:off x="7292" y="0"/>
            <a:ext cx="18273416" cy="10287000"/>
          </a:xfrm>
          <a:prstGeom prst="rect">
            <a:avLst/>
          </a:prstGeom>
        </p:spPr>
      </p:pic>
      <p:pic>
        <p:nvPicPr>
          <p:cNvPr id="4" name="Imagem 3">
            <a:extLst>
              <a:ext uri="{FF2B5EF4-FFF2-40B4-BE49-F238E27FC236}">
                <a16:creationId xmlns:a16="http://schemas.microsoft.com/office/drawing/2014/main" id="{9EABDEFB-34C2-857E-ADD2-E7314C1D8A30}"/>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a:off x="11699858" y="1367208"/>
            <a:ext cx="6615378" cy="8919792"/>
          </a:xfrm>
          <a:prstGeom prst="rect">
            <a:avLst/>
          </a:prstGeom>
        </p:spPr>
      </p:pic>
    </p:spTree>
    <p:extLst>
      <p:ext uri="{BB962C8B-B14F-4D97-AF65-F5344CB8AC3E}">
        <p14:creationId xmlns:p14="http://schemas.microsoft.com/office/powerpoint/2010/main" val="14229925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_Layout Personalizado">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0F2ED3E9-3B0B-E370-C738-4D436A14D453}"/>
              </a:ext>
            </a:extLst>
          </p:cNvPr>
          <p:cNvSpPr/>
          <p:nvPr userDrawn="1"/>
        </p:nvSpPr>
        <p:spPr>
          <a:xfrm>
            <a:off x="0" y="0"/>
            <a:ext cx="18288000" cy="10287000"/>
          </a:xfrm>
          <a:prstGeom prst="rect">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2" name="Imagem 11">
            <a:extLst>
              <a:ext uri="{FF2B5EF4-FFF2-40B4-BE49-F238E27FC236}">
                <a16:creationId xmlns:a16="http://schemas.microsoft.com/office/drawing/2014/main" id="{381AAF9F-97BC-1DD7-E50A-6103312CE7A6}"/>
              </a:ext>
            </a:extLst>
          </p:cNvPr>
          <p:cNvPicPr>
            <a:picLocks/>
          </p:cNvPicPr>
          <p:nvPr userDrawn="1"/>
        </p:nvPicPr>
        <p:blipFill>
          <a:blip r:embed="rId2"/>
          <a:stretch>
            <a:fillRect/>
          </a:stretch>
        </p:blipFill>
        <p:spPr>
          <a:xfrm>
            <a:off x="8704814" y="2055603"/>
            <a:ext cx="6307210" cy="4564807"/>
          </a:xfrm>
          <a:prstGeom prst="rect">
            <a:avLst/>
          </a:prstGeom>
        </p:spPr>
      </p:pic>
      <p:pic>
        <p:nvPicPr>
          <p:cNvPr id="9" name="Imagem 8">
            <a:extLst>
              <a:ext uri="{FF2B5EF4-FFF2-40B4-BE49-F238E27FC236}">
                <a16:creationId xmlns:a16="http://schemas.microsoft.com/office/drawing/2014/main" id="{5866DDC8-06A5-8D2D-A323-1F753C1D6ED2}"/>
              </a:ext>
            </a:extLst>
          </p:cNvPr>
          <p:cNvPicPr>
            <a:picLocks/>
          </p:cNvPicPr>
          <p:nvPr userDrawn="1"/>
        </p:nvPicPr>
        <p:blipFill>
          <a:blip r:embed="rId2"/>
          <a:stretch>
            <a:fillRect/>
          </a:stretch>
        </p:blipFill>
        <p:spPr>
          <a:xfrm>
            <a:off x="8704814" y="2055603"/>
            <a:ext cx="6307210" cy="4564807"/>
          </a:xfrm>
          <a:prstGeom prst="rect">
            <a:avLst/>
          </a:prstGeom>
        </p:spPr>
      </p:pic>
      <p:sp>
        <p:nvSpPr>
          <p:cNvPr id="7" name="TextBox 4">
            <a:extLst>
              <a:ext uri="{FF2B5EF4-FFF2-40B4-BE49-F238E27FC236}">
                <a16:creationId xmlns:a16="http://schemas.microsoft.com/office/drawing/2014/main" id="{CF524BA5-8A5B-145B-7D69-2189A7ECA0A4}"/>
              </a:ext>
            </a:extLst>
          </p:cNvPr>
          <p:cNvSpPr txBox="1"/>
          <p:nvPr userDrawn="1"/>
        </p:nvSpPr>
        <p:spPr>
          <a:xfrm>
            <a:off x="3224043" y="3598169"/>
            <a:ext cx="5102506" cy="2344928"/>
          </a:xfrm>
          <a:prstGeom prst="rect">
            <a:avLst/>
          </a:prstGeom>
        </p:spPr>
        <p:txBody>
          <a:bodyPr lIns="0" tIns="0" rIns="0" bIns="0" rtlCol="0" anchor="t">
            <a:spAutoFit/>
          </a:bodyPr>
          <a:lstStyle/>
          <a:p>
            <a:pPr algn="r">
              <a:lnSpc>
                <a:spcPts val="6015"/>
              </a:lnSpc>
            </a:pPr>
            <a:r>
              <a:rPr lang="pt-BR" sz="6399" noProof="0">
                <a:solidFill>
                  <a:srgbClr val="000000"/>
                </a:solidFill>
                <a:latin typeface="Poppins Bold"/>
              </a:rPr>
              <a:t>Educação Profissional Paulista</a:t>
            </a:r>
          </a:p>
        </p:txBody>
      </p:sp>
      <p:sp>
        <p:nvSpPr>
          <p:cNvPr id="2" name="TextBox 5">
            <a:extLst>
              <a:ext uri="{FF2B5EF4-FFF2-40B4-BE49-F238E27FC236}">
                <a16:creationId xmlns:a16="http://schemas.microsoft.com/office/drawing/2014/main" id="{6DBC72C7-C710-800A-C379-F6C1DBE65031}"/>
              </a:ext>
            </a:extLst>
          </p:cNvPr>
          <p:cNvSpPr txBox="1"/>
          <p:nvPr userDrawn="1"/>
        </p:nvSpPr>
        <p:spPr>
          <a:xfrm>
            <a:off x="9104402" y="3475910"/>
            <a:ext cx="5367683" cy="846386"/>
          </a:xfrm>
          <a:prstGeom prst="rect">
            <a:avLst/>
          </a:prstGeom>
        </p:spPr>
        <p:txBody>
          <a:bodyPr lIns="0" tIns="0" rIns="0" bIns="0" rtlCol="0" anchor="t">
            <a:spAutoFit/>
          </a:bodyPr>
          <a:lstStyle/>
          <a:p>
            <a:pPr>
              <a:lnSpc>
                <a:spcPts val="6845"/>
              </a:lnSpc>
            </a:pPr>
            <a:r>
              <a:rPr lang="pt-BR" sz="5000" noProof="0">
                <a:solidFill>
                  <a:srgbClr val="FFFFFF"/>
                </a:solidFill>
                <a:latin typeface="Poppins Light"/>
              </a:rPr>
              <a:t>Técnico em </a:t>
            </a:r>
          </a:p>
        </p:txBody>
      </p:sp>
      <p:sp>
        <p:nvSpPr>
          <p:cNvPr id="4" name="TextBox 6">
            <a:extLst>
              <a:ext uri="{FF2B5EF4-FFF2-40B4-BE49-F238E27FC236}">
                <a16:creationId xmlns:a16="http://schemas.microsoft.com/office/drawing/2014/main" id="{6C42670F-F865-673C-461A-99A20C35AD88}"/>
              </a:ext>
            </a:extLst>
          </p:cNvPr>
          <p:cNvSpPr txBox="1"/>
          <p:nvPr userDrawn="1"/>
        </p:nvSpPr>
        <p:spPr>
          <a:xfrm>
            <a:off x="9174600" y="4344718"/>
            <a:ext cx="5510664" cy="1446550"/>
          </a:xfrm>
          <a:prstGeom prst="rect">
            <a:avLst/>
          </a:prstGeom>
        </p:spPr>
        <p:txBody>
          <a:bodyPr wrap="square" lIns="0" tIns="0" rIns="0" bIns="0" rtlCol="0" anchor="t">
            <a:spAutoFit/>
          </a:bodyPr>
          <a:lstStyle/>
          <a:p>
            <a:pPr>
              <a:lnSpc>
                <a:spcPct val="100000"/>
              </a:lnSpc>
            </a:pPr>
            <a:r>
              <a:rPr lang="pt-BR" sz="4700" noProof="0">
                <a:solidFill>
                  <a:srgbClr val="FFFFFF"/>
                </a:solidFill>
                <a:latin typeface="Poppins Bold"/>
              </a:rPr>
              <a:t>Desenvolvimento de Sistemas</a:t>
            </a:r>
          </a:p>
        </p:txBody>
      </p:sp>
    </p:spTree>
    <p:extLst>
      <p:ext uri="{BB962C8B-B14F-4D97-AF65-F5344CB8AC3E}">
        <p14:creationId xmlns:p14="http://schemas.microsoft.com/office/powerpoint/2010/main" val="19455859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Layout Personalizado" preserve="1" userDrawn="1">
  <p:cSld name="Layout Personalizado">
    <p:spTree>
      <p:nvGrpSpPr>
        <p:cNvPr id="1" name="Shape 10"/>
        <p:cNvGrpSpPr/>
        <p:nvPr/>
      </p:nvGrpSpPr>
      <p:grpSpPr>
        <a:xfrm>
          <a:off x="0" y="0"/>
          <a:ext cx="0" cy="0"/>
          <a:chOff x="0" y="0"/>
          <a:chExt cx="0" cy="0"/>
        </a:xfrm>
      </p:grpSpPr>
      <p:pic>
        <p:nvPicPr>
          <p:cNvPr id="6" name="Google Shape;11;p2">
            <a:extLst>
              <a:ext uri="{FF2B5EF4-FFF2-40B4-BE49-F238E27FC236}">
                <a16:creationId xmlns:a16="http://schemas.microsoft.com/office/drawing/2014/main" id="{8A610ACC-90D2-5456-1F39-1F02FE18018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8288000" cy="10288800"/>
          </a:xfrm>
          <a:prstGeom prst="rect">
            <a:avLst/>
          </a:prstGeom>
          <a:noFill/>
          <a:ln>
            <a:noFill/>
          </a:ln>
        </p:spPr>
      </p:pic>
      <p:pic>
        <p:nvPicPr>
          <p:cNvPr id="11" name="Imagem 10">
            <a:extLst>
              <a:ext uri="{FF2B5EF4-FFF2-40B4-BE49-F238E27FC236}">
                <a16:creationId xmlns:a16="http://schemas.microsoft.com/office/drawing/2014/main" id="{33C6343E-31B9-971F-0904-90AD2F288B9D}"/>
              </a:ext>
            </a:extLst>
          </p:cNvPr>
          <p:cNvPicPr>
            <a:picLocks/>
          </p:cNvPicPr>
          <p:nvPr userDrawn="1"/>
        </p:nvPicPr>
        <p:blipFill>
          <a:blip r:embed="rId3"/>
          <a:stretch>
            <a:fillRect/>
          </a:stretch>
        </p:blipFill>
        <p:spPr>
          <a:xfrm>
            <a:off x="0" y="0"/>
            <a:ext cx="12848420" cy="8071212"/>
          </a:xfrm>
          <a:prstGeom prst="rect">
            <a:avLst/>
          </a:prstGeom>
        </p:spPr>
      </p:pic>
      <p:pic>
        <p:nvPicPr>
          <p:cNvPr id="14" name="Imagem 13">
            <a:extLst>
              <a:ext uri="{FF2B5EF4-FFF2-40B4-BE49-F238E27FC236}">
                <a16:creationId xmlns:a16="http://schemas.microsoft.com/office/drawing/2014/main" id="{2A373F30-4039-B8EE-65C1-F35C56069C7D}"/>
              </a:ext>
            </a:extLst>
          </p:cNvPr>
          <p:cNvPicPr>
            <a:picLocks/>
          </p:cNvPicPr>
          <p:nvPr userDrawn="1"/>
        </p:nvPicPr>
        <p:blipFill>
          <a:blip r:embed="rId3"/>
          <a:stretch>
            <a:fillRect/>
          </a:stretch>
        </p:blipFill>
        <p:spPr>
          <a:xfrm>
            <a:off x="0" y="0"/>
            <a:ext cx="12848420" cy="8071212"/>
          </a:xfrm>
          <a:prstGeom prst="rect">
            <a:avLst/>
          </a:prstGeom>
        </p:spPr>
      </p:pic>
      <p:sp>
        <p:nvSpPr>
          <p:cNvPr id="5" name="CaixaDeTexto 4">
            <a:extLst>
              <a:ext uri="{FF2B5EF4-FFF2-40B4-BE49-F238E27FC236}">
                <a16:creationId xmlns:a16="http://schemas.microsoft.com/office/drawing/2014/main" id="{8F753BE2-99F0-4892-173B-5CB027D775FC}"/>
              </a:ext>
            </a:extLst>
          </p:cNvPr>
          <p:cNvSpPr txBox="1"/>
          <p:nvPr userDrawn="1"/>
        </p:nvSpPr>
        <p:spPr>
          <a:xfrm>
            <a:off x="19576473" y="292330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2" name="Google Shape;643;p43">
            <a:extLst>
              <a:ext uri="{FF2B5EF4-FFF2-40B4-BE49-F238E27FC236}">
                <a16:creationId xmlns:a16="http://schemas.microsoft.com/office/drawing/2014/main" id="{C48BB9E0-E4E1-D9BE-BCF0-CCC4171FA07E}"/>
              </a:ext>
            </a:extLst>
          </p:cNvPr>
          <p:cNvSpPr txBox="1">
            <a:spLocks/>
          </p:cNvSpPr>
          <p:nvPr userDrawn="1"/>
        </p:nvSpPr>
        <p:spPr>
          <a:xfrm>
            <a:off x="937698" y="3829934"/>
            <a:ext cx="10222120" cy="80314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a:solidFill>
                  <a:srgbClr val="FF161F"/>
                </a:solidFill>
              </a:rPr>
              <a:t>Orientações ao Professor</a:t>
            </a:r>
          </a:p>
        </p:txBody>
      </p:sp>
    </p:spTree>
    <p:extLst>
      <p:ext uri="{BB962C8B-B14F-4D97-AF65-F5344CB8AC3E}">
        <p14:creationId xmlns:p14="http://schemas.microsoft.com/office/powerpoint/2010/main" val="324041414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Only" preserve="1" userDrawn="1">
  <p:cSld name="Title Only">
    <p:spTree>
      <p:nvGrpSpPr>
        <p:cNvPr id="1" name="Shape 16"/>
        <p:cNvGrpSpPr/>
        <p:nvPr/>
      </p:nvGrpSpPr>
      <p:grpSpPr>
        <a:xfrm>
          <a:off x="0" y="0"/>
          <a:ext cx="0" cy="0"/>
          <a:chOff x="0" y="0"/>
          <a:chExt cx="0" cy="0"/>
        </a:xfrm>
      </p:grpSpPr>
      <p:pic>
        <p:nvPicPr>
          <p:cNvPr id="6" name="Google Shape;164;p15">
            <a:extLst>
              <a:ext uri="{FF2B5EF4-FFF2-40B4-BE49-F238E27FC236}">
                <a16:creationId xmlns:a16="http://schemas.microsoft.com/office/drawing/2014/main" id="{2A40035A-46AA-DFA0-4141-7C162F3C6DEC}"/>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r="-3854"/>
          <a:stretch/>
        </p:blipFill>
        <p:spPr>
          <a:xfrm>
            <a:off x="0" y="0"/>
            <a:ext cx="8787534" cy="10287000"/>
          </a:xfrm>
          <a:prstGeom prst="rect">
            <a:avLst/>
          </a:prstGeom>
          <a:noFill/>
          <a:ln>
            <a:noFill/>
          </a:ln>
        </p:spPr>
      </p:pic>
      <p:sp>
        <p:nvSpPr>
          <p:cNvPr id="4" name="Retângulo 3">
            <a:extLst>
              <a:ext uri="{FF2B5EF4-FFF2-40B4-BE49-F238E27FC236}">
                <a16:creationId xmlns:a16="http://schemas.microsoft.com/office/drawing/2014/main" id="{569D7266-D0C4-A44D-9827-A0C02D9BAFF7}"/>
              </a:ext>
            </a:extLst>
          </p:cNvPr>
          <p:cNvSpPr/>
          <p:nvPr userDrawn="1"/>
        </p:nvSpPr>
        <p:spPr>
          <a:xfrm>
            <a:off x="8299521" y="-1"/>
            <a:ext cx="10013430" cy="102855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CaixaDeTexto 4">
            <a:extLst>
              <a:ext uri="{FF2B5EF4-FFF2-40B4-BE49-F238E27FC236}">
                <a16:creationId xmlns:a16="http://schemas.microsoft.com/office/drawing/2014/main" id="{94EF9377-0BC9-8D48-6EB4-411B8F209D6B}"/>
              </a:ext>
            </a:extLst>
          </p:cNvPr>
          <p:cNvSpPr txBox="1"/>
          <p:nvPr userDrawn="1"/>
        </p:nvSpPr>
        <p:spPr>
          <a:xfrm>
            <a:off x="-2203554" y="1514007"/>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12" name="Espaço Reservado para Texto 11">
            <a:extLst>
              <a:ext uri="{FF2B5EF4-FFF2-40B4-BE49-F238E27FC236}">
                <a16:creationId xmlns:a16="http://schemas.microsoft.com/office/drawing/2014/main" id="{5324B01E-494B-5E4B-E130-7F8451233889}"/>
              </a:ext>
            </a:extLst>
          </p:cNvPr>
          <p:cNvSpPr>
            <a:spLocks noGrp="1"/>
          </p:cNvSpPr>
          <p:nvPr>
            <p:ph type="body" sz="quarter" idx="10"/>
          </p:nvPr>
        </p:nvSpPr>
        <p:spPr>
          <a:xfrm>
            <a:off x="1035051" y="3822700"/>
            <a:ext cx="4076596" cy="3313113"/>
          </a:xfrm>
          <a:prstGeom prst="rect">
            <a:avLst/>
          </a:prstGeom>
        </p:spPr>
        <p:txBody>
          <a:bodyPr/>
          <a:lstStyle>
            <a:lvl1pPr>
              <a:defRPr sz="1800"/>
            </a:lvl1pPr>
          </a:lstStyle>
          <a:p>
            <a:pPr lvl="0"/>
            <a:endParaRPr lang="pt-BR"/>
          </a:p>
        </p:txBody>
      </p:sp>
      <p:sp>
        <p:nvSpPr>
          <p:cNvPr id="13" name="Espaço Reservado para Texto 11">
            <a:extLst>
              <a:ext uri="{FF2B5EF4-FFF2-40B4-BE49-F238E27FC236}">
                <a16:creationId xmlns:a16="http://schemas.microsoft.com/office/drawing/2014/main" id="{D70461BD-1593-C70D-1057-4FD1447C604E}"/>
              </a:ext>
            </a:extLst>
          </p:cNvPr>
          <p:cNvSpPr>
            <a:spLocks noGrp="1"/>
          </p:cNvSpPr>
          <p:nvPr>
            <p:ph type="body" sz="quarter" idx="11"/>
          </p:nvPr>
        </p:nvSpPr>
        <p:spPr>
          <a:xfrm>
            <a:off x="12997201" y="404944"/>
            <a:ext cx="4076596" cy="1139044"/>
          </a:xfrm>
          <a:prstGeom prst="rect">
            <a:avLst/>
          </a:prstGeom>
        </p:spPr>
        <p:txBody>
          <a:bodyPr/>
          <a:lstStyle>
            <a:lvl1pPr>
              <a:defRPr sz="1800"/>
            </a:lvl1pPr>
          </a:lstStyle>
          <a:p>
            <a:pPr lvl="0"/>
            <a:endParaRPr lang="pt-BR"/>
          </a:p>
        </p:txBody>
      </p:sp>
      <p:sp>
        <p:nvSpPr>
          <p:cNvPr id="14" name="Espaço Reservado para Texto 11">
            <a:extLst>
              <a:ext uri="{FF2B5EF4-FFF2-40B4-BE49-F238E27FC236}">
                <a16:creationId xmlns:a16="http://schemas.microsoft.com/office/drawing/2014/main" id="{78BE3200-A19B-129C-0001-7074E2293354}"/>
              </a:ext>
            </a:extLst>
          </p:cNvPr>
          <p:cNvSpPr>
            <a:spLocks noGrp="1"/>
          </p:cNvSpPr>
          <p:nvPr>
            <p:ph type="body" sz="quarter" idx="12"/>
          </p:nvPr>
        </p:nvSpPr>
        <p:spPr>
          <a:xfrm>
            <a:off x="12997201" y="1888970"/>
            <a:ext cx="4076596" cy="1139044"/>
          </a:xfrm>
          <a:prstGeom prst="rect">
            <a:avLst/>
          </a:prstGeom>
        </p:spPr>
        <p:txBody>
          <a:bodyPr/>
          <a:lstStyle>
            <a:lvl1pPr>
              <a:defRPr sz="1800"/>
            </a:lvl1pPr>
          </a:lstStyle>
          <a:p>
            <a:pPr lvl="0"/>
            <a:endParaRPr lang="pt-BR"/>
          </a:p>
        </p:txBody>
      </p:sp>
      <p:sp>
        <p:nvSpPr>
          <p:cNvPr id="15" name="Espaço Reservado para Texto 11">
            <a:extLst>
              <a:ext uri="{FF2B5EF4-FFF2-40B4-BE49-F238E27FC236}">
                <a16:creationId xmlns:a16="http://schemas.microsoft.com/office/drawing/2014/main" id="{D5B1F210-DB8A-2C19-6DC1-04B1A4E69F9E}"/>
              </a:ext>
            </a:extLst>
          </p:cNvPr>
          <p:cNvSpPr>
            <a:spLocks noGrp="1"/>
          </p:cNvSpPr>
          <p:nvPr>
            <p:ph type="body" sz="quarter" idx="13"/>
          </p:nvPr>
        </p:nvSpPr>
        <p:spPr>
          <a:xfrm>
            <a:off x="12997201" y="3552879"/>
            <a:ext cx="4076596" cy="1139044"/>
          </a:xfrm>
          <a:prstGeom prst="rect">
            <a:avLst/>
          </a:prstGeom>
        </p:spPr>
        <p:txBody>
          <a:bodyPr/>
          <a:lstStyle>
            <a:lvl1pPr>
              <a:defRPr sz="1800"/>
            </a:lvl1pPr>
          </a:lstStyle>
          <a:p>
            <a:pPr lvl="0"/>
            <a:endParaRPr lang="pt-BR"/>
          </a:p>
        </p:txBody>
      </p:sp>
      <p:sp>
        <p:nvSpPr>
          <p:cNvPr id="16" name="Espaço Reservado para Texto 11">
            <a:extLst>
              <a:ext uri="{FF2B5EF4-FFF2-40B4-BE49-F238E27FC236}">
                <a16:creationId xmlns:a16="http://schemas.microsoft.com/office/drawing/2014/main" id="{AEDDDAF3-00C6-4448-54A0-F213582A9D36}"/>
              </a:ext>
            </a:extLst>
          </p:cNvPr>
          <p:cNvSpPr>
            <a:spLocks noGrp="1"/>
          </p:cNvSpPr>
          <p:nvPr>
            <p:ph type="body" sz="quarter" idx="14"/>
          </p:nvPr>
        </p:nvSpPr>
        <p:spPr>
          <a:xfrm>
            <a:off x="12997201" y="5531581"/>
            <a:ext cx="4076596" cy="1139044"/>
          </a:xfrm>
          <a:prstGeom prst="rect">
            <a:avLst/>
          </a:prstGeom>
        </p:spPr>
        <p:txBody>
          <a:bodyPr/>
          <a:lstStyle>
            <a:lvl1pPr>
              <a:defRPr sz="1800"/>
            </a:lvl1pPr>
          </a:lstStyle>
          <a:p>
            <a:pPr lvl="0"/>
            <a:endParaRPr lang="pt-BR"/>
          </a:p>
        </p:txBody>
      </p:sp>
      <p:sp>
        <p:nvSpPr>
          <p:cNvPr id="17" name="Espaço Reservado para Texto 11">
            <a:extLst>
              <a:ext uri="{FF2B5EF4-FFF2-40B4-BE49-F238E27FC236}">
                <a16:creationId xmlns:a16="http://schemas.microsoft.com/office/drawing/2014/main" id="{33351543-E05B-156E-AB33-2E725E3AE564}"/>
              </a:ext>
            </a:extLst>
          </p:cNvPr>
          <p:cNvSpPr>
            <a:spLocks noGrp="1"/>
          </p:cNvSpPr>
          <p:nvPr>
            <p:ph type="body" sz="quarter" idx="15"/>
          </p:nvPr>
        </p:nvSpPr>
        <p:spPr>
          <a:xfrm>
            <a:off x="12997201" y="7120539"/>
            <a:ext cx="4076596" cy="1139044"/>
          </a:xfrm>
          <a:prstGeom prst="rect">
            <a:avLst/>
          </a:prstGeom>
        </p:spPr>
        <p:txBody>
          <a:bodyPr/>
          <a:lstStyle>
            <a:lvl1pPr>
              <a:defRPr sz="1800"/>
            </a:lvl1pPr>
          </a:lstStyle>
          <a:p>
            <a:pPr lvl="0"/>
            <a:endParaRPr lang="pt-BR"/>
          </a:p>
        </p:txBody>
      </p:sp>
      <p:sp>
        <p:nvSpPr>
          <p:cNvPr id="18" name="Espaço Reservado para Texto 11">
            <a:extLst>
              <a:ext uri="{FF2B5EF4-FFF2-40B4-BE49-F238E27FC236}">
                <a16:creationId xmlns:a16="http://schemas.microsoft.com/office/drawing/2014/main" id="{01D8F84B-5F4E-C2A3-883D-5A1C801EF18C}"/>
              </a:ext>
            </a:extLst>
          </p:cNvPr>
          <p:cNvSpPr>
            <a:spLocks noGrp="1"/>
          </p:cNvSpPr>
          <p:nvPr>
            <p:ph type="body" sz="quarter" idx="16"/>
          </p:nvPr>
        </p:nvSpPr>
        <p:spPr>
          <a:xfrm>
            <a:off x="12997201" y="8709496"/>
            <a:ext cx="4076596" cy="1139044"/>
          </a:xfrm>
          <a:prstGeom prst="rect">
            <a:avLst/>
          </a:prstGeom>
        </p:spPr>
        <p:txBody>
          <a:bodyPr/>
          <a:lstStyle>
            <a:lvl1pPr>
              <a:defRPr sz="1800"/>
            </a:lvl1pPr>
          </a:lstStyle>
          <a:p>
            <a:pPr lvl="0"/>
            <a:endParaRPr lang="pt-BR"/>
          </a:p>
        </p:txBody>
      </p:sp>
      <p:sp>
        <p:nvSpPr>
          <p:cNvPr id="20" name="Espaço Reservado para Imagem 19">
            <a:extLst>
              <a:ext uri="{FF2B5EF4-FFF2-40B4-BE49-F238E27FC236}">
                <a16:creationId xmlns:a16="http://schemas.microsoft.com/office/drawing/2014/main" id="{48712A06-262B-D6D3-C983-0170C2A084D1}"/>
              </a:ext>
            </a:extLst>
          </p:cNvPr>
          <p:cNvSpPr>
            <a:spLocks noGrp="1"/>
          </p:cNvSpPr>
          <p:nvPr>
            <p:ph type="pic" sz="quarter" idx="17"/>
          </p:nvPr>
        </p:nvSpPr>
        <p:spPr>
          <a:xfrm>
            <a:off x="8029575" y="438150"/>
            <a:ext cx="3922713" cy="2274888"/>
          </a:xfrm>
          <a:prstGeom prst="rect">
            <a:avLst/>
          </a:prstGeom>
          <a:solidFill>
            <a:schemeClr val="bg1">
              <a:lumMod val="85000"/>
            </a:schemeClr>
          </a:solidFill>
        </p:spPr>
        <p:txBody>
          <a:bodyPr/>
          <a:lstStyle/>
          <a:p>
            <a:endParaRPr lang="pt-BR"/>
          </a:p>
        </p:txBody>
      </p:sp>
      <p:sp>
        <p:nvSpPr>
          <p:cNvPr id="21" name="Espaço Reservado para Imagem 19">
            <a:extLst>
              <a:ext uri="{FF2B5EF4-FFF2-40B4-BE49-F238E27FC236}">
                <a16:creationId xmlns:a16="http://schemas.microsoft.com/office/drawing/2014/main" id="{0A8B1842-36CA-D18C-45E3-9B8BE54F5233}"/>
              </a:ext>
            </a:extLst>
          </p:cNvPr>
          <p:cNvSpPr>
            <a:spLocks noGrp="1"/>
          </p:cNvSpPr>
          <p:nvPr>
            <p:ph type="pic" sz="quarter" idx="18"/>
          </p:nvPr>
        </p:nvSpPr>
        <p:spPr>
          <a:xfrm>
            <a:off x="8029575" y="3361232"/>
            <a:ext cx="3922713" cy="2274888"/>
          </a:xfrm>
          <a:prstGeom prst="rect">
            <a:avLst/>
          </a:prstGeom>
          <a:solidFill>
            <a:schemeClr val="bg1">
              <a:lumMod val="85000"/>
            </a:schemeClr>
          </a:solidFill>
        </p:spPr>
        <p:txBody>
          <a:bodyPr/>
          <a:lstStyle/>
          <a:p>
            <a:endParaRPr lang="pt-BR"/>
          </a:p>
        </p:txBody>
      </p:sp>
      <p:sp>
        <p:nvSpPr>
          <p:cNvPr id="22" name="Espaço Reservado para Imagem 19">
            <a:extLst>
              <a:ext uri="{FF2B5EF4-FFF2-40B4-BE49-F238E27FC236}">
                <a16:creationId xmlns:a16="http://schemas.microsoft.com/office/drawing/2014/main" id="{9E259D35-9872-B049-FD84-CE39C4A5A725}"/>
              </a:ext>
            </a:extLst>
          </p:cNvPr>
          <p:cNvSpPr>
            <a:spLocks noGrp="1"/>
          </p:cNvSpPr>
          <p:nvPr>
            <p:ph type="pic" sz="quarter" idx="19"/>
          </p:nvPr>
        </p:nvSpPr>
        <p:spPr>
          <a:xfrm>
            <a:off x="8029575" y="5999501"/>
            <a:ext cx="3922713" cy="2274888"/>
          </a:xfrm>
          <a:prstGeom prst="rect">
            <a:avLst/>
          </a:prstGeom>
          <a:solidFill>
            <a:schemeClr val="bg1">
              <a:lumMod val="85000"/>
            </a:schemeClr>
          </a:solidFill>
        </p:spPr>
        <p:txBody>
          <a:bodyPr/>
          <a:lstStyle/>
          <a:p>
            <a:endParaRPr lang="pt-BR"/>
          </a:p>
        </p:txBody>
      </p:sp>
      <p:sp>
        <p:nvSpPr>
          <p:cNvPr id="23" name="Espaço Reservado para Texto 11">
            <a:extLst>
              <a:ext uri="{FF2B5EF4-FFF2-40B4-BE49-F238E27FC236}">
                <a16:creationId xmlns:a16="http://schemas.microsoft.com/office/drawing/2014/main" id="{AE1C7992-8AEB-845F-1366-E5FC6ECA3A5A}"/>
              </a:ext>
            </a:extLst>
          </p:cNvPr>
          <p:cNvSpPr>
            <a:spLocks noGrp="1"/>
          </p:cNvSpPr>
          <p:nvPr>
            <p:ph type="body" sz="quarter" idx="20"/>
          </p:nvPr>
        </p:nvSpPr>
        <p:spPr>
          <a:xfrm>
            <a:off x="8020466" y="2848341"/>
            <a:ext cx="4076596" cy="302847"/>
          </a:xfrm>
          <a:prstGeom prst="rect">
            <a:avLst/>
          </a:prstGeom>
        </p:spPr>
        <p:txBody>
          <a:bodyPr/>
          <a:lstStyle>
            <a:lvl1pPr>
              <a:defRPr sz="1800"/>
            </a:lvl1pPr>
          </a:lstStyle>
          <a:p>
            <a:pPr lvl="0"/>
            <a:endParaRPr lang="pt-BR"/>
          </a:p>
        </p:txBody>
      </p:sp>
      <p:sp>
        <p:nvSpPr>
          <p:cNvPr id="24" name="Espaço Reservado para Texto 11">
            <a:extLst>
              <a:ext uri="{FF2B5EF4-FFF2-40B4-BE49-F238E27FC236}">
                <a16:creationId xmlns:a16="http://schemas.microsoft.com/office/drawing/2014/main" id="{2D6CE238-2CC1-38FE-1D64-155E8DDF5FB2}"/>
              </a:ext>
            </a:extLst>
          </p:cNvPr>
          <p:cNvSpPr>
            <a:spLocks noGrp="1"/>
          </p:cNvSpPr>
          <p:nvPr>
            <p:ph type="body" sz="quarter" idx="21"/>
          </p:nvPr>
        </p:nvSpPr>
        <p:spPr>
          <a:xfrm>
            <a:off x="8020466" y="5726452"/>
            <a:ext cx="4076596" cy="302847"/>
          </a:xfrm>
          <a:prstGeom prst="rect">
            <a:avLst/>
          </a:prstGeom>
        </p:spPr>
        <p:txBody>
          <a:bodyPr/>
          <a:lstStyle>
            <a:lvl1pPr>
              <a:defRPr sz="1800"/>
            </a:lvl1pPr>
          </a:lstStyle>
          <a:p>
            <a:pPr lvl="0"/>
            <a:endParaRPr lang="pt-BR"/>
          </a:p>
        </p:txBody>
      </p:sp>
      <p:sp>
        <p:nvSpPr>
          <p:cNvPr id="25" name="Espaço Reservado para Texto 11">
            <a:extLst>
              <a:ext uri="{FF2B5EF4-FFF2-40B4-BE49-F238E27FC236}">
                <a16:creationId xmlns:a16="http://schemas.microsoft.com/office/drawing/2014/main" id="{CCF79652-1EF4-B51F-5A86-90BD5A7FF41E}"/>
              </a:ext>
            </a:extLst>
          </p:cNvPr>
          <p:cNvSpPr>
            <a:spLocks noGrp="1"/>
          </p:cNvSpPr>
          <p:nvPr>
            <p:ph type="body" sz="quarter" idx="22"/>
          </p:nvPr>
        </p:nvSpPr>
        <p:spPr>
          <a:xfrm>
            <a:off x="8020466" y="8364720"/>
            <a:ext cx="4076596" cy="302847"/>
          </a:xfrm>
          <a:prstGeom prst="rect">
            <a:avLst/>
          </a:prstGeom>
        </p:spPr>
        <p:txBody>
          <a:bodyPr/>
          <a:lstStyle>
            <a:lvl1pPr>
              <a:defRPr sz="1800"/>
            </a:lvl1pPr>
          </a:lstStyle>
          <a:p>
            <a:pPr lvl="0"/>
            <a:endParaRPr lang="pt-BR"/>
          </a:p>
        </p:txBody>
      </p:sp>
      <p:cxnSp>
        <p:nvCxnSpPr>
          <p:cNvPr id="29" name="Google Shape;88;p34">
            <a:extLst>
              <a:ext uri="{FF2B5EF4-FFF2-40B4-BE49-F238E27FC236}">
                <a16:creationId xmlns:a16="http://schemas.microsoft.com/office/drawing/2014/main" id="{A2EE80FD-890E-4D7D-AE29-D84D61A7F32E}"/>
              </a:ext>
            </a:extLst>
          </p:cNvPr>
          <p:cNvCxnSpPr/>
          <p:nvPr userDrawn="1"/>
        </p:nvCxnSpPr>
        <p:spPr>
          <a:xfrm>
            <a:off x="11534273" y="42431"/>
            <a:ext cx="0" cy="10287000"/>
          </a:xfrm>
          <a:prstGeom prst="straightConnector1">
            <a:avLst/>
          </a:prstGeom>
          <a:noFill/>
          <a:ln w="28575" cap="flat" cmpd="sng">
            <a:solidFill>
              <a:schemeClr val="dk1"/>
            </a:solidFill>
            <a:prstDash val="dot"/>
            <a:round/>
            <a:headEnd type="none" w="sm" len="sm"/>
            <a:tailEnd type="none" w="sm" len="sm"/>
          </a:ln>
        </p:spPr>
      </p:cxnSp>
      <p:cxnSp>
        <p:nvCxnSpPr>
          <p:cNvPr id="26" name="Google Shape;89;p34">
            <a:extLst>
              <a:ext uri="{FF2B5EF4-FFF2-40B4-BE49-F238E27FC236}">
                <a16:creationId xmlns:a16="http://schemas.microsoft.com/office/drawing/2014/main" id="{E6CB6094-B327-4FE9-85C2-75046C92B43B}"/>
              </a:ext>
            </a:extLst>
          </p:cNvPr>
          <p:cNvCxnSpPr/>
          <p:nvPr userDrawn="1"/>
        </p:nvCxnSpPr>
        <p:spPr>
          <a:xfrm rot="10800000">
            <a:off x="11091472" y="1514148"/>
            <a:ext cx="5800865" cy="0"/>
          </a:xfrm>
          <a:prstGeom prst="straightConnector1">
            <a:avLst/>
          </a:prstGeom>
          <a:noFill/>
          <a:ln w="19050" cap="flat" cmpd="sng">
            <a:solidFill>
              <a:srgbClr val="F4F4F4"/>
            </a:solidFill>
            <a:prstDash val="solid"/>
            <a:round/>
            <a:headEnd type="diamond" w="med" len="med"/>
            <a:tailEnd type="none" w="sm" len="sm"/>
          </a:ln>
        </p:spPr>
      </p:cxnSp>
      <p:cxnSp>
        <p:nvCxnSpPr>
          <p:cNvPr id="27" name="Google Shape;92;p34">
            <a:extLst>
              <a:ext uri="{FF2B5EF4-FFF2-40B4-BE49-F238E27FC236}">
                <a16:creationId xmlns:a16="http://schemas.microsoft.com/office/drawing/2014/main" id="{752A9B77-04F6-2F45-AE2A-463001DA7DFB}"/>
              </a:ext>
            </a:extLst>
          </p:cNvPr>
          <p:cNvCxnSpPr/>
          <p:nvPr userDrawn="1"/>
        </p:nvCxnSpPr>
        <p:spPr>
          <a:xfrm rot="10800000">
            <a:off x="11091472" y="4591077"/>
            <a:ext cx="5800865" cy="0"/>
          </a:xfrm>
          <a:prstGeom prst="straightConnector1">
            <a:avLst/>
          </a:prstGeom>
          <a:noFill/>
          <a:ln w="19050" cap="flat" cmpd="sng">
            <a:solidFill>
              <a:srgbClr val="F4F4F4"/>
            </a:solidFill>
            <a:prstDash val="solid"/>
            <a:round/>
            <a:headEnd type="diamond" w="med" len="med"/>
            <a:tailEnd type="none" w="sm" len="sm"/>
          </a:ln>
        </p:spPr>
      </p:cxnSp>
      <p:cxnSp>
        <p:nvCxnSpPr>
          <p:cNvPr id="28" name="Google Shape;95;p34">
            <a:extLst>
              <a:ext uri="{FF2B5EF4-FFF2-40B4-BE49-F238E27FC236}">
                <a16:creationId xmlns:a16="http://schemas.microsoft.com/office/drawing/2014/main" id="{BEADF656-22C2-5F8B-EF5F-18B5EE22D464}"/>
              </a:ext>
            </a:extLst>
          </p:cNvPr>
          <p:cNvCxnSpPr/>
          <p:nvPr userDrawn="1"/>
        </p:nvCxnSpPr>
        <p:spPr>
          <a:xfrm rot="10800000">
            <a:off x="11091471" y="7642394"/>
            <a:ext cx="5800865" cy="0"/>
          </a:xfrm>
          <a:prstGeom prst="straightConnector1">
            <a:avLst/>
          </a:prstGeom>
          <a:noFill/>
          <a:ln w="19050" cap="flat" cmpd="sng">
            <a:solidFill>
              <a:srgbClr val="F4F4F4"/>
            </a:solidFill>
            <a:prstDash val="solid"/>
            <a:round/>
            <a:headEnd type="diamond" w="med" len="med"/>
            <a:tailEnd type="none" w="sm" len="sm"/>
          </a:ln>
        </p:spPr>
      </p:cxnSp>
      <p:pic>
        <p:nvPicPr>
          <p:cNvPr id="11" name="Imagem 10">
            <a:extLst>
              <a:ext uri="{FF2B5EF4-FFF2-40B4-BE49-F238E27FC236}">
                <a16:creationId xmlns:a16="http://schemas.microsoft.com/office/drawing/2014/main" id="{AC9C4380-7924-B2B3-A344-4BBFC16A9D4C}"/>
              </a:ext>
            </a:extLst>
          </p:cNvPr>
          <p:cNvPicPr>
            <a:picLocks/>
          </p:cNvPicPr>
          <p:nvPr userDrawn="1"/>
        </p:nvPicPr>
        <p:blipFill>
          <a:blip r:embed="rId3"/>
          <a:stretch>
            <a:fillRect/>
          </a:stretch>
        </p:blipFill>
        <p:spPr>
          <a:xfrm>
            <a:off x="381601" y="327600"/>
            <a:ext cx="3434405" cy="2390404"/>
          </a:xfrm>
          <a:prstGeom prst="rect">
            <a:avLst/>
          </a:prstGeom>
        </p:spPr>
      </p:pic>
      <p:sp>
        <p:nvSpPr>
          <p:cNvPr id="7" name="Google Shape;101;p34">
            <a:extLst>
              <a:ext uri="{FF2B5EF4-FFF2-40B4-BE49-F238E27FC236}">
                <a16:creationId xmlns:a16="http://schemas.microsoft.com/office/drawing/2014/main" id="{606FAC63-7E4F-1C04-DB5A-A68FE33CD612}"/>
              </a:ext>
            </a:extLst>
          </p:cNvPr>
          <p:cNvSpPr txBox="1"/>
          <p:nvPr userDrawn="1"/>
        </p:nvSpPr>
        <p:spPr>
          <a:xfrm>
            <a:off x="743543" y="1014222"/>
            <a:ext cx="2720160"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chemeClr val="lt1"/>
                </a:solidFill>
                <a:latin typeface="Poppins Light" pitchFamily="2" charset="77"/>
                <a:ea typeface="Poppins Medium"/>
                <a:cs typeface="Poppins Light" pitchFamily="2" charset="77"/>
                <a:sym typeface="Poppins Medium"/>
              </a:rPr>
              <a:t>Construindo o</a:t>
            </a:r>
            <a:r>
              <a:rPr lang="pt-BR" sz="3500" b="0" i="0" u="none" strike="noStrike" cap="none">
                <a:solidFill>
                  <a:schemeClr val="lt1"/>
                </a:solidFill>
                <a:latin typeface="Poppins Medium"/>
                <a:ea typeface="Poppins Medium"/>
                <a:cs typeface="Poppins Medium"/>
                <a:sym typeface="Poppins Medium"/>
              </a:rPr>
              <a:t> </a:t>
            </a:r>
            <a:r>
              <a:rPr lang="pt-BR" sz="3500" b="1" i="0" u="none" strike="noStrike" cap="none">
                <a:solidFill>
                  <a:schemeClr val="lt1"/>
                </a:solidFill>
                <a:latin typeface="Poppins"/>
                <a:ea typeface="Poppins"/>
                <a:cs typeface="Poppins"/>
                <a:sym typeface="Poppins"/>
              </a:rPr>
              <a:t>conceito</a:t>
            </a:r>
            <a:endParaRPr sz="3500" b="0" i="0" u="none" strike="noStrike" cap="none">
              <a:solidFill>
                <a:schemeClr val="lt1"/>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649BBA63-7482-E6D1-CC24-EC86DF5C161D}"/>
              </a:ext>
            </a:extLst>
          </p:cNvPr>
          <p:cNvSpPr txBox="1"/>
          <p:nvPr userDrawn="1"/>
        </p:nvSpPr>
        <p:spPr>
          <a:xfrm>
            <a:off x="-1135626" y="929148"/>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316655136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1_1. Conteudo" preserve="1" userDrawn="1">
  <p:cSld name="1_1. Conteudo">
    <p:spTree>
      <p:nvGrpSpPr>
        <p:cNvPr id="1" name="Shape 21"/>
        <p:cNvGrpSpPr/>
        <p:nvPr/>
      </p:nvGrpSpPr>
      <p:grpSpPr>
        <a:xfrm>
          <a:off x="0" y="0"/>
          <a:ext cx="0" cy="0"/>
          <a:chOff x="0" y="0"/>
          <a:chExt cx="0" cy="0"/>
        </a:xfrm>
      </p:grpSpPr>
      <p:pic>
        <p:nvPicPr>
          <p:cNvPr id="6" name="Google Shape;142;p13">
            <a:extLst>
              <a:ext uri="{FF2B5EF4-FFF2-40B4-BE49-F238E27FC236}">
                <a16:creationId xmlns:a16="http://schemas.microsoft.com/office/drawing/2014/main" id="{F07B1DA4-0BE0-8D2F-5B14-D586124A95EE}"/>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0" name="Google Shape;143;p13">
            <a:extLst>
              <a:ext uri="{FF2B5EF4-FFF2-40B4-BE49-F238E27FC236}">
                <a16:creationId xmlns:a16="http://schemas.microsoft.com/office/drawing/2014/main" id="{B59D7DFC-8F64-A1D7-B11E-A2CCF7E244A1}"/>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cxnSp>
        <p:nvCxnSpPr>
          <p:cNvPr id="16" name="Conector reto 136">
            <a:extLst>
              <a:ext uri="{FF2B5EF4-FFF2-40B4-BE49-F238E27FC236}">
                <a16:creationId xmlns:a16="http://schemas.microsoft.com/office/drawing/2014/main" id="{28ED8E59-867A-4118-491D-688DDC058D38}"/>
              </a:ext>
            </a:extLst>
          </p:cNvPr>
          <p:cNvCxnSpPr/>
          <p:nvPr userDrawn="1"/>
        </p:nvCxnSpPr>
        <p:spPr>
          <a:xfrm>
            <a:off x="9135066" y="1261373"/>
            <a:ext cx="0" cy="7651573"/>
          </a:xfrm>
          <a:prstGeom prst="line">
            <a:avLst/>
          </a:prstGeom>
          <a:ln w="38100">
            <a:solidFill>
              <a:srgbClr val="BFBFBF"/>
            </a:solidFill>
          </a:ln>
        </p:spPr>
        <p:style>
          <a:lnRef idx="1">
            <a:schemeClr val="accent1"/>
          </a:lnRef>
          <a:fillRef idx="0">
            <a:schemeClr val="accent1"/>
          </a:fillRef>
          <a:effectRef idx="0">
            <a:schemeClr val="accent1"/>
          </a:effectRef>
          <a:fontRef idx="minor">
            <a:schemeClr val="tx1"/>
          </a:fontRef>
        </p:style>
      </p:cxnSp>
      <p:sp>
        <p:nvSpPr>
          <p:cNvPr id="30" name="Google Shape;30;p31">
            <a:extLst>
              <a:ext uri="{FF2B5EF4-FFF2-40B4-BE49-F238E27FC236}">
                <a16:creationId xmlns:a16="http://schemas.microsoft.com/office/drawing/2014/main" id="{FB7070B6-E757-A6E0-8016-A32842AE691E}"/>
              </a:ext>
            </a:extLst>
          </p:cNvPr>
          <p:cNvSpPr txBox="1"/>
          <p:nvPr userDrawn="1"/>
        </p:nvSpPr>
        <p:spPr>
          <a:xfrm>
            <a:off x="2201317" y="1328935"/>
            <a:ext cx="6068031"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Objetivos da aula</a:t>
            </a:r>
            <a:endParaRPr sz="2700" b="1" i="0" u="none" strike="noStrike" cap="none">
              <a:solidFill>
                <a:srgbClr val="000000"/>
              </a:solidFill>
              <a:latin typeface="Poppins"/>
              <a:ea typeface="Poppins"/>
              <a:cs typeface="Poppins"/>
              <a:sym typeface="Poppins"/>
            </a:endParaRPr>
          </a:p>
        </p:txBody>
      </p:sp>
      <p:sp>
        <p:nvSpPr>
          <p:cNvPr id="51" name="Google Shape;29;p31">
            <a:extLst>
              <a:ext uri="{FF2B5EF4-FFF2-40B4-BE49-F238E27FC236}">
                <a16:creationId xmlns:a16="http://schemas.microsoft.com/office/drawing/2014/main" id="{741C94F6-1F01-E259-385F-4E743D12E89E}"/>
              </a:ext>
            </a:extLst>
          </p:cNvPr>
          <p:cNvSpPr txBox="1"/>
          <p:nvPr userDrawn="1"/>
        </p:nvSpPr>
        <p:spPr>
          <a:xfrm>
            <a:off x="11200516" y="1328480"/>
            <a:ext cx="6452345"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Habilidades técnicas</a:t>
            </a:r>
            <a:endParaRPr lang="pt-BR" sz="1400" b="0" i="0" u="none" strike="noStrike" cap="none">
              <a:solidFill>
                <a:srgbClr val="000000"/>
              </a:solidFill>
              <a:latin typeface="Poppins"/>
              <a:ea typeface="Poppins"/>
              <a:cs typeface="Poppins"/>
              <a:sym typeface="Poppins"/>
            </a:endParaRPr>
          </a:p>
        </p:txBody>
      </p:sp>
      <p:sp>
        <p:nvSpPr>
          <p:cNvPr id="52" name="Google Shape;27;p31">
            <a:extLst>
              <a:ext uri="{FF2B5EF4-FFF2-40B4-BE49-F238E27FC236}">
                <a16:creationId xmlns:a16="http://schemas.microsoft.com/office/drawing/2014/main" id="{D3A1B340-B3C1-6E5A-098C-780E2B17C68B}"/>
              </a:ext>
            </a:extLst>
          </p:cNvPr>
          <p:cNvSpPr txBox="1"/>
          <p:nvPr userDrawn="1"/>
        </p:nvSpPr>
        <p:spPr>
          <a:xfrm>
            <a:off x="2149782" y="4366136"/>
            <a:ext cx="5053542"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Recursos didáticos</a:t>
            </a:r>
            <a:endParaRPr sz="1400" b="0" i="0" u="none" strike="noStrike" cap="none">
              <a:solidFill>
                <a:srgbClr val="000000"/>
              </a:solidFill>
              <a:latin typeface="Poppins"/>
              <a:ea typeface="Poppins"/>
              <a:cs typeface="Poppins"/>
              <a:sym typeface="Poppins"/>
            </a:endParaRPr>
          </a:p>
        </p:txBody>
      </p:sp>
      <p:sp>
        <p:nvSpPr>
          <p:cNvPr id="53" name="Google Shape;28;p31">
            <a:extLst>
              <a:ext uri="{FF2B5EF4-FFF2-40B4-BE49-F238E27FC236}">
                <a16:creationId xmlns:a16="http://schemas.microsoft.com/office/drawing/2014/main" id="{5B559A0E-AD04-115A-BF39-7DBA374B9335}"/>
              </a:ext>
            </a:extLst>
          </p:cNvPr>
          <p:cNvSpPr txBox="1"/>
          <p:nvPr userDrawn="1"/>
        </p:nvSpPr>
        <p:spPr>
          <a:xfrm>
            <a:off x="2168198" y="6974477"/>
            <a:ext cx="4900873"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Duração da aula</a:t>
            </a:r>
            <a:endParaRPr sz="1400" b="0" i="0" u="none" strike="noStrike" cap="none">
              <a:solidFill>
                <a:srgbClr val="000000"/>
              </a:solidFill>
              <a:latin typeface="Poppins"/>
              <a:ea typeface="Poppins"/>
              <a:cs typeface="Poppins"/>
              <a:sym typeface="Poppins"/>
            </a:endParaRPr>
          </a:p>
        </p:txBody>
      </p:sp>
      <p:sp>
        <p:nvSpPr>
          <p:cNvPr id="54" name="Google Shape;29;p31">
            <a:extLst>
              <a:ext uri="{FF2B5EF4-FFF2-40B4-BE49-F238E27FC236}">
                <a16:creationId xmlns:a16="http://schemas.microsoft.com/office/drawing/2014/main" id="{EE47DDFB-5B6D-7333-B980-89821CD5C453}"/>
              </a:ext>
            </a:extLst>
          </p:cNvPr>
          <p:cNvSpPr txBox="1"/>
          <p:nvPr userDrawn="1"/>
        </p:nvSpPr>
        <p:spPr>
          <a:xfrm>
            <a:off x="11200516" y="4673913"/>
            <a:ext cx="6571620"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Habilidades socioemocionais</a:t>
            </a:r>
            <a:endParaRPr lang="pt-BR" sz="1400" b="0" i="0" u="none" strike="noStrike" cap="none">
              <a:solidFill>
                <a:srgbClr val="000000"/>
              </a:solidFill>
              <a:latin typeface="Poppins"/>
              <a:ea typeface="Poppins"/>
              <a:cs typeface="Poppins"/>
              <a:sym typeface="Poppins"/>
            </a:endParaRPr>
          </a:p>
        </p:txBody>
      </p:sp>
      <p:sp>
        <p:nvSpPr>
          <p:cNvPr id="55" name="CaixaDeTexto 54">
            <a:extLst>
              <a:ext uri="{FF2B5EF4-FFF2-40B4-BE49-F238E27FC236}">
                <a16:creationId xmlns:a16="http://schemas.microsoft.com/office/drawing/2014/main" id="{40945717-DA64-748C-A1D1-9DD06F304E75}"/>
              </a:ext>
            </a:extLst>
          </p:cNvPr>
          <p:cNvSpPr txBox="1"/>
          <p:nvPr userDrawn="1"/>
        </p:nvSpPr>
        <p:spPr>
          <a:xfrm>
            <a:off x="7076661" y="3366052"/>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6" name="Google Shape;359;p5">
            <a:extLst>
              <a:ext uri="{FF2B5EF4-FFF2-40B4-BE49-F238E27FC236}">
                <a16:creationId xmlns:a16="http://schemas.microsoft.com/office/drawing/2014/main" id="{0B37A977-D54F-7CA4-065E-4F5646195719}"/>
              </a:ext>
            </a:extLst>
          </p:cNvPr>
          <p:cNvSpPr txBox="1"/>
          <p:nvPr userDrawn="1"/>
        </p:nvSpPr>
        <p:spPr>
          <a:xfrm>
            <a:off x="2093342" y="7576950"/>
            <a:ext cx="2585709" cy="430847"/>
          </a:xfrm>
          <a:prstGeom prst="rect">
            <a:avLst/>
          </a:prstGeom>
          <a:solidFill>
            <a:schemeClr val="lt1"/>
          </a:solidFill>
          <a:ln>
            <a:noFill/>
          </a:ln>
        </p:spPr>
        <p:style>
          <a:lnRef idx="0">
            <a:scrgbClr r="0" g="0" b="0"/>
          </a:lnRef>
          <a:fillRef idx="0">
            <a:scrgbClr r="0" g="0" b="0"/>
          </a:fillRef>
          <a:effectRef idx="0">
            <a:scrgbClr r="0" g="0" b="0"/>
          </a:effectRef>
          <a:fontRef idx="major"/>
        </p:style>
        <p:txBody>
          <a:bodyPr spcFirstLastPara="1" wrap="square" lIns="91425" tIns="45700" rIns="91425" bIns="4570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00000"/>
              </a:lnSpc>
              <a:spcBef>
                <a:spcPts val="0"/>
              </a:spcBef>
              <a:spcAft>
                <a:spcPts val="0"/>
              </a:spcAft>
              <a:buClr>
                <a:srgbClr val="000000"/>
              </a:buClr>
              <a:buSzPts val="2400"/>
              <a:buFont typeface="Arial"/>
              <a:buNone/>
            </a:pPr>
            <a:r>
              <a:rPr lang="pt-BR" sz="2200" b="0" i="0" u="none" strike="noStrike" cap="none">
                <a:solidFill>
                  <a:srgbClr val="000000"/>
                </a:solidFill>
                <a:latin typeface="Poppins Light" pitchFamily="2" charset="77"/>
                <a:ea typeface="Arial"/>
                <a:cs typeface="Poppins Light" pitchFamily="2" charset="77"/>
                <a:sym typeface="Arial"/>
              </a:rPr>
              <a:t>50 minutos.</a:t>
            </a:r>
          </a:p>
        </p:txBody>
      </p:sp>
      <p:sp>
        <p:nvSpPr>
          <p:cNvPr id="57" name="Espaço Reservado para Texto 7">
            <a:extLst>
              <a:ext uri="{FF2B5EF4-FFF2-40B4-BE49-F238E27FC236}">
                <a16:creationId xmlns:a16="http://schemas.microsoft.com/office/drawing/2014/main" id="{9D3B3D7B-3AB2-D2E0-42C8-BEE1A273FFA1}"/>
              </a:ext>
            </a:extLst>
          </p:cNvPr>
          <p:cNvSpPr>
            <a:spLocks noGrp="1"/>
          </p:cNvSpPr>
          <p:nvPr>
            <p:ph type="body" sz="quarter" idx="10"/>
          </p:nvPr>
        </p:nvSpPr>
        <p:spPr>
          <a:xfrm>
            <a:off x="2201863" y="2085975"/>
            <a:ext cx="6067478" cy="2096544"/>
          </a:xfrm>
          <a:prstGeom prst="rect">
            <a:avLst/>
          </a:prstGeom>
        </p:spPr>
        <p:txBody>
          <a:bodyPr/>
          <a:lstStyle>
            <a:lvl1pPr marL="342900" indent="-342900">
              <a:buClr>
                <a:schemeClr val="tx1"/>
              </a:buClr>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58" name="Espaço Reservado para Texto 7">
            <a:extLst>
              <a:ext uri="{FF2B5EF4-FFF2-40B4-BE49-F238E27FC236}">
                <a16:creationId xmlns:a16="http://schemas.microsoft.com/office/drawing/2014/main" id="{2B4474D7-F7C1-8A04-F7F3-06AE90E020C9}"/>
              </a:ext>
            </a:extLst>
          </p:cNvPr>
          <p:cNvSpPr>
            <a:spLocks noGrp="1"/>
          </p:cNvSpPr>
          <p:nvPr>
            <p:ph type="body" sz="quarter" idx="11"/>
          </p:nvPr>
        </p:nvSpPr>
        <p:spPr>
          <a:xfrm>
            <a:off x="11201062" y="2033198"/>
            <a:ext cx="6067478" cy="2332938"/>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59" name="Espaço Reservado para Texto 7">
            <a:extLst>
              <a:ext uri="{FF2B5EF4-FFF2-40B4-BE49-F238E27FC236}">
                <a16:creationId xmlns:a16="http://schemas.microsoft.com/office/drawing/2014/main" id="{750A0485-F79D-BB58-9F3F-FA9A8926590E}"/>
              </a:ext>
            </a:extLst>
          </p:cNvPr>
          <p:cNvSpPr>
            <a:spLocks noGrp="1"/>
          </p:cNvSpPr>
          <p:nvPr>
            <p:ph type="body" sz="quarter" idx="12"/>
          </p:nvPr>
        </p:nvSpPr>
        <p:spPr>
          <a:xfrm>
            <a:off x="11201062" y="5473994"/>
            <a:ext cx="6067478" cy="2385257"/>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60" name="Espaço Reservado para Texto 7">
            <a:extLst>
              <a:ext uri="{FF2B5EF4-FFF2-40B4-BE49-F238E27FC236}">
                <a16:creationId xmlns:a16="http://schemas.microsoft.com/office/drawing/2014/main" id="{E690A38C-21A5-1DD3-8FD9-05A05F954A38}"/>
              </a:ext>
            </a:extLst>
          </p:cNvPr>
          <p:cNvSpPr>
            <a:spLocks noGrp="1"/>
          </p:cNvSpPr>
          <p:nvPr>
            <p:ph type="body" sz="quarter" idx="13"/>
          </p:nvPr>
        </p:nvSpPr>
        <p:spPr>
          <a:xfrm>
            <a:off x="2165273" y="5234349"/>
            <a:ext cx="6067478" cy="1568360"/>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61" name="Google Shape;26;p31">
            <a:extLst>
              <a:ext uri="{FF2B5EF4-FFF2-40B4-BE49-F238E27FC236}">
                <a16:creationId xmlns:a16="http://schemas.microsoft.com/office/drawing/2014/main" id="{94671E74-5053-0B75-2554-2EC14FBC543F}"/>
              </a:ext>
            </a:extLst>
          </p:cNvPr>
          <p:cNvSpPr/>
          <p:nvPr userDrawn="1"/>
        </p:nvSpPr>
        <p:spPr>
          <a:xfrm>
            <a:off x="807426" y="1440121"/>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62" name="Google Shape;34;p31">
            <a:extLst>
              <a:ext uri="{FF2B5EF4-FFF2-40B4-BE49-F238E27FC236}">
                <a16:creationId xmlns:a16="http://schemas.microsoft.com/office/drawing/2014/main" id="{094CE120-6DC2-B836-C78B-958857E32918}"/>
              </a:ext>
            </a:extLst>
          </p:cNvPr>
          <p:cNvGrpSpPr/>
          <p:nvPr userDrawn="1"/>
        </p:nvGrpSpPr>
        <p:grpSpPr>
          <a:xfrm>
            <a:off x="984626" y="1586920"/>
            <a:ext cx="642753" cy="642752"/>
            <a:chOff x="9358184" y="2764785"/>
            <a:chExt cx="495514" cy="495513"/>
          </a:xfrm>
        </p:grpSpPr>
        <p:grpSp>
          <p:nvGrpSpPr>
            <p:cNvPr id="63" name="Google Shape;35;p31">
              <a:extLst>
                <a:ext uri="{FF2B5EF4-FFF2-40B4-BE49-F238E27FC236}">
                  <a16:creationId xmlns:a16="http://schemas.microsoft.com/office/drawing/2014/main" id="{E46B2FE3-266B-CF02-D8D2-75497E399F1B}"/>
                </a:ext>
              </a:extLst>
            </p:cNvPr>
            <p:cNvGrpSpPr/>
            <p:nvPr/>
          </p:nvGrpSpPr>
          <p:grpSpPr>
            <a:xfrm>
              <a:off x="9358184" y="2802389"/>
              <a:ext cx="457909" cy="457909"/>
              <a:chOff x="9358184" y="2802389"/>
              <a:chExt cx="457909" cy="457909"/>
            </a:xfrm>
          </p:grpSpPr>
          <p:sp>
            <p:nvSpPr>
              <p:cNvPr id="66" name="Google Shape;36;p31">
                <a:extLst>
                  <a:ext uri="{FF2B5EF4-FFF2-40B4-BE49-F238E27FC236}">
                    <a16:creationId xmlns:a16="http://schemas.microsoft.com/office/drawing/2014/main" id="{E21811E9-DB1E-1BA0-75E9-117F29646F68}"/>
                  </a:ext>
                </a:extLst>
              </p:cNvPr>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7" name="Google Shape;37;p31">
                <a:extLst>
                  <a:ext uri="{FF2B5EF4-FFF2-40B4-BE49-F238E27FC236}">
                    <a16:creationId xmlns:a16="http://schemas.microsoft.com/office/drawing/2014/main" id="{A2F25380-A4F9-BF9A-F39B-9E7A4E5B43A3}"/>
                  </a:ext>
                </a:extLst>
              </p:cNvPr>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8" name="Google Shape;38;p31">
                <a:extLst>
                  <a:ext uri="{FF2B5EF4-FFF2-40B4-BE49-F238E27FC236}">
                    <a16:creationId xmlns:a16="http://schemas.microsoft.com/office/drawing/2014/main" id="{6A2B401C-3625-8C2F-E46D-458CF073E15D}"/>
                  </a:ext>
                </a:extLst>
              </p:cNvPr>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64" name="Google Shape;39;p31">
              <a:extLst>
                <a:ext uri="{FF2B5EF4-FFF2-40B4-BE49-F238E27FC236}">
                  <a16:creationId xmlns:a16="http://schemas.microsoft.com/office/drawing/2014/main" id="{8F00A6C3-B77A-F07E-05FF-EF372511D07A}"/>
                </a:ext>
              </a:extLst>
            </p:cNvPr>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5" name="Google Shape;40;p31">
              <a:extLst>
                <a:ext uri="{FF2B5EF4-FFF2-40B4-BE49-F238E27FC236}">
                  <a16:creationId xmlns:a16="http://schemas.microsoft.com/office/drawing/2014/main" id="{C568D4FE-9F66-CAB7-A0D0-1D65DBFCBB6A}"/>
                </a:ext>
              </a:extLst>
            </p:cNvPr>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69" name="Google Shape;42;p31">
            <a:extLst>
              <a:ext uri="{FF2B5EF4-FFF2-40B4-BE49-F238E27FC236}">
                <a16:creationId xmlns:a16="http://schemas.microsoft.com/office/drawing/2014/main" id="{9872EE60-7A4F-1BA5-6C65-F74323570E69}"/>
              </a:ext>
            </a:extLst>
          </p:cNvPr>
          <p:cNvSpPr/>
          <p:nvPr userDrawn="1"/>
        </p:nvSpPr>
        <p:spPr>
          <a:xfrm>
            <a:off x="771809" y="4448751"/>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70" name="Google Shape;44;p31">
            <a:extLst>
              <a:ext uri="{FF2B5EF4-FFF2-40B4-BE49-F238E27FC236}">
                <a16:creationId xmlns:a16="http://schemas.microsoft.com/office/drawing/2014/main" id="{E7AF0D48-4EAB-4341-56B9-E5180E18D687}"/>
              </a:ext>
            </a:extLst>
          </p:cNvPr>
          <p:cNvGrpSpPr/>
          <p:nvPr userDrawn="1"/>
        </p:nvGrpSpPr>
        <p:grpSpPr>
          <a:xfrm>
            <a:off x="949009" y="4644751"/>
            <a:ext cx="729196" cy="721749"/>
            <a:chOff x="8278989" y="8660413"/>
            <a:chExt cx="568927" cy="563118"/>
          </a:xfrm>
        </p:grpSpPr>
        <p:grpSp>
          <p:nvGrpSpPr>
            <p:cNvPr id="71" name="Google Shape;45;p31">
              <a:extLst>
                <a:ext uri="{FF2B5EF4-FFF2-40B4-BE49-F238E27FC236}">
                  <a16:creationId xmlns:a16="http://schemas.microsoft.com/office/drawing/2014/main" id="{25EE43B4-55D5-638C-B8E0-7683EE07DEFE}"/>
                </a:ext>
              </a:extLst>
            </p:cNvPr>
            <p:cNvGrpSpPr/>
            <p:nvPr/>
          </p:nvGrpSpPr>
          <p:grpSpPr>
            <a:xfrm>
              <a:off x="8278989" y="8852628"/>
              <a:ext cx="265651" cy="370903"/>
              <a:chOff x="8278989" y="8852628"/>
              <a:chExt cx="265651" cy="370903"/>
            </a:xfrm>
          </p:grpSpPr>
          <p:sp>
            <p:nvSpPr>
              <p:cNvPr id="75" name="Google Shape;46;p31">
                <a:extLst>
                  <a:ext uri="{FF2B5EF4-FFF2-40B4-BE49-F238E27FC236}">
                    <a16:creationId xmlns:a16="http://schemas.microsoft.com/office/drawing/2014/main" id="{D06AC268-D753-3703-84A7-70B8CEE1953D}"/>
                  </a:ext>
                </a:extLst>
              </p:cNvPr>
              <p:cNvSpPr/>
              <p:nvPr/>
            </p:nvSpPr>
            <p:spPr>
              <a:xfrm>
                <a:off x="8358808" y="8932770"/>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6" name="Google Shape;47;p31">
                <a:extLst>
                  <a:ext uri="{FF2B5EF4-FFF2-40B4-BE49-F238E27FC236}">
                    <a16:creationId xmlns:a16="http://schemas.microsoft.com/office/drawing/2014/main" id="{3CA9B3D1-6574-F459-2D19-20757E9DA548}"/>
                  </a:ext>
                </a:extLst>
              </p:cNvPr>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72" name="Google Shape;48;p31">
              <a:extLst>
                <a:ext uri="{FF2B5EF4-FFF2-40B4-BE49-F238E27FC236}">
                  <a16:creationId xmlns:a16="http://schemas.microsoft.com/office/drawing/2014/main" id="{9C48133A-5E44-59D4-D07A-9F4DA1DB4FB6}"/>
                </a:ext>
              </a:extLst>
            </p:cNvPr>
            <p:cNvSpPr/>
            <p:nvPr/>
          </p:nvSpPr>
          <p:spPr>
            <a:xfrm>
              <a:off x="8397765" y="8660413"/>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3" name="Google Shape;49;p31">
              <a:extLst>
                <a:ext uri="{FF2B5EF4-FFF2-40B4-BE49-F238E27FC236}">
                  <a16:creationId xmlns:a16="http://schemas.microsoft.com/office/drawing/2014/main" id="{52692079-AC69-2A35-9041-6474957E1B76}"/>
                </a:ext>
              </a:extLst>
            </p:cNvPr>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4" name="Google Shape;50;p31">
              <a:extLst>
                <a:ext uri="{FF2B5EF4-FFF2-40B4-BE49-F238E27FC236}">
                  <a16:creationId xmlns:a16="http://schemas.microsoft.com/office/drawing/2014/main" id="{DF1F27D0-EFFF-7207-95F6-31380C6AD755}"/>
                </a:ext>
              </a:extLst>
            </p:cNvPr>
            <p:cNvSpPr/>
            <p:nvPr/>
          </p:nvSpPr>
          <p:spPr>
            <a:xfrm>
              <a:off x="8533211" y="8750044"/>
              <a:ext cx="314705" cy="225171"/>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77" name="Google Shape;43;p31">
            <a:extLst>
              <a:ext uri="{FF2B5EF4-FFF2-40B4-BE49-F238E27FC236}">
                <a16:creationId xmlns:a16="http://schemas.microsoft.com/office/drawing/2014/main" id="{6105EC4C-2897-6550-3658-7F87FDA2E46D}"/>
              </a:ext>
            </a:extLst>
          </p:cNvPr>
          <p:cNvSpPr/>
          <p:nvPr userDrawn="1"/>
        </p:nvSpPr>
        <p:spPr>
          <a:xfrm>
            <a:off x="774307" y="7050150"/>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78" name="Google Shape;51;p31">
            <a:extLst>
              <a:ext uri="{FF2B5EF4-FFF2-40B4-BE49-F238E27FC236}">
                <a16:creationId xmlns:a16="http://schemas.microsoft.com/office/drawing/2014/main" id="{73A799AF-B157-40EC-DCBE-B8FCFBE7F3C5}"/>
              </a:ext>
            </a:extLst>
          </p:cNvPr>
          <p:cNvPicPr preferRelativeResize="0"/>
          <p:nvPr userDrawn="1"/>
        </p:nvPicPr>
        <p:blipFill rotWithShape="1">
          <a:blip r:embed="rId4" cstate="hqprint">
            <a:alphaModFix/>
            <a:extLst>
              <a:ext uri="{28A0092B-C50C-407E-A947-70E740481C1C}">
                <a14:useLocalDpi xmlns:a14="http://schemas.microsoft.com/office/drawing/2010/main"/>
              </a:ext>
            </a:extLst>
          </a:blip>
          <a:srcRect/>
          <a:stretch/>
        </p:blipFill>
        <p:spPr>
          <a:xfrm>
            <a:off x="988375" y="7287873"/>
            <a:ext cx="571378" cy="571378"/>
          </a:xfrm>
          <a:prstGeom prst="rect">
            <a:avLst/>
          </a:prstGeom>
          <a:noFill/>
          <a:ln>
            <a:noFill/>
          </a:ln>
        </p:spPr>
      </p:pic>
      <p:sp>
        <p:nvSpPr>
          <p:cNvPr id="79" name="Google Shape;41;p31">
            <a:extLst>
              <a:ext uri="{FF2B5EF4-FFF2-40B4-BE49-F238E27FC236}">
                <a16:creationId xmlns:a16="http://schemas.microsoft.com/office/drawing/2014/main" id="{B3B56EED-70D4-931C-A420-FE71A037A5B3}"/>
              </a:ext>
            </a:extLst>
          </p:cNvPr>
          <p:cNvSpPr/>
          <p:nvPr userDrawn="1"/>
        </p:nvSpPr>
        <p:spPr>
          <a:xfrm>
            <a:off x="9806625" y="1462223"/>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80" name="Google Shape;52;p31">
            <a:extLst>
              <a:ext uri="{FF2B5EF4-FFF2-40B4-BE49-F238E27FC236}">
                <a16:creationId xmlns:a16="http://schemas.microsoft.com/office/drawing/2014/main" id="{150405F6-AD92-3E93-A0F2-62123F63C231}"/>
              </a:ext>
            </a:extLst>
          </p:cNvPr>
          <p:cNvGrpSpPr/>
          <p:nvPr userDrawn="1"/>
        </p:nvGrpSpPr>
        <p:grpSpPr>
          <a:xfrm>
            <a:off x="9964992" y="1615822"/>
            <a:ext cx="709176" cy="652866"/>
            <a:chOff x="8560697" y="2808577"/>
            <a:chExt cx="496370" cy="456957"/>
          </a:xfrm>
        </p:grpSpPr>
        <p:sp>
          <p:nvSpPr>
            <p:cNvPr id="81" name="Google Shape;53;p31">
              <a:extLst>
                <a:ext uri="{FF2B5EF4-FFF2-40B4-BE49-F238E27FC236}">
                  <a16:creationId xmlns:a16="http://schemas.microsoft.com/office/drawing/2014/main" id="{E89D22AA-CDF5-F8EF-533A-455BBF7ED376}"/>
                </a:ext>
              </a:extLst>
            </p:cNvPr>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82" name="Google Shape;54;p31">
              <a:extLst>
                <a:ext uri="{FF2B5EF4-FFF2-40B4-BE49-F238E27FC236}">
                  <a16:creationId xmlns:a16="http://schemas.microsoft.com/office/drawing/2014/main" id="{34CAB52C-B8E8-A6A1-22C9-58CFDA6BF939}"/>
                </a:ext>
              </a:extLst>
            </p:cNvPr>
            <p:cNvGrpSpPr/>
            <p:nvPr/>
          </p:nvGrpSpPr>
          <p:grpSpPr>
            <a:xfrm>
              <a:off x="8560697" y="2875026"/>
              <a:ext cx="496370" cy="324059"/>
              <a:chOff x="8560697" y="2875026"/>
              <a:chExt cx="496370" cy="324059"/>
            </a:xfrm>
          </p:grpSpPr>
          <p:sp>
            <p:nvSpPr>
              <p:cNvPr id="83" name="Google Shape;55;p31">
                <a:extLst>
                  <a:ext uri="{FF2B5EF4-FFF2-40B4-BE49-F238E27FC236}">
                    <a16:creationId xmlns:a16="http://schemas.microsoft.com/office/drawing/2014/main" id="{0380A354-0C36-FBBD-5A99-BEB6A92922F2}"/>
                  </a:ext>
                </a:extLst>
              </p:cNvPr>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4" name="Google Shape;56;p31">
                <a:extLst>
                  <a:ext uri="{FF2B5EF4-FFF2-40B4-BE49-F238E27FC236}">
                    <a16:creationId xmlns:a16="http://schemas.microsoft.com/office/drawing/2014/main" id="{B3EF03DC-1D7C-1510-0CD0-0F69395B797F}"/>
                  </a:ext>
                </a:extLst>
              </p:cNvPr>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5" name="Google Shape;57;p31">
                <a:extLst>
                  <a:ext uri="{FF2B5EF4-FFF2-40B4-BE49-F238E27FC236}">
                    <a16:creationId xmlns:a16="http://schemas.microsoft.com/office/drawing/2014/main" id="{42F9CEE5-E68B-076C-BB6F-7A025F686840}"/>
                  </a:ext>
                </a:extLst>
              </p:cNvPr>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6" name="Google Shape;58;p31">
                <a:extLst>
                  <a:ext uri="{FF2B5EF4-FFF2-40B4-BE49-F238E27FC236}">
                    <a16:creationId xmlns:a16="http://schemas.microsoft.com/office/drawing/2014/main" id="{99B7DFE5-0CDE-9C9C-3FD3-49285C4CFB39}"/>
                  </a:ext>
                </a:extLst>
              </p:cNvPr>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7" name="Google Shape;59;p31">
                <a:extLst>
                  <a:ext uri="{FF2B5EF4-FFF2-40B4-BE49-F238E27FC236}">
                    <a16:creationId xmlns:a16="http://schemas.microsoft.com/office/drawing/2014/main" id="{0F963431-0407-0C32-190B-BA13628B3689}"/>
                  </a:ext>
                </a:extLst>
              </p:cNvPr>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8" name="Google Shape;60;p31">
                <a:extLst>
                  <a:ext uri="{FF2B5EF4-FFF2-40B4-BE49-F238E27FC236}">
                    <a16:creationId xmlns:a16="http://schemas.microsoft.com/office/drawing/2014/main" id="{F439FC39-5565-97D2-9A14-46058DB5EF62}"/>
                  </a:ext>
                </a:extLst>
              </p:cNvPr>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sp>
        <p:nvSpPr>
          <p:cNvPr id="89" name="Google Shape;41;p31">
            <a:extLst>
              <a:ext uri="{FF2B5EF4-FFF2-40B4-BE49-F238E27FC236}">
                <a16:creationId xmlns:a16="http://schemas.microsoft.com/office/drawing/2014/main" id="{4FB79224-C783-AB92-7785-7C018D12A249}"/>
              </a:ext>
            </a:extLst>
          </p:cNvPr>
          <p:cNvSpPr/>
          <p:nvPr userDrawn="1"/>
        </p:nvSpPr>
        <p:spPr>
          <a:xfrm>
            <a:off x="9806625" y="4717036"/>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0" name="Google Shape;2215;p100">
            <a:extLst>
              <a:ext uri="{FF2B5EF4-FFF2-40B4-BE49-F238E27FC236}">
                <a16:creationId xmlns:a16="http://schemas.microsoft.com/office/drawing/2014/main" id="{0E0D728E-3A33-4EF4-5212-177932EB7D37}"/>
              </a:ext>
            </a:extLst>
          </p:cNvPr>
          <p:cNvSpPr/>
          <p:nvPr userDrawn="1"/>
        </p:nvSpPr>
        <p:spPr>
          <a:xfrm>
            <a:off x="9956978" y="4878913"/>
            <a:ext cx="687995" cy="687841"/>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 name="CaixaDeTexto 7">
            <a:extLst>
              <a:ext uri="{FF2B5EF4-FFF2-40B4-BE49-F238E27FC236}">
                <a16:creationId xmlns:a16="http://schemas.microsoft.com/office/drawing/2014/main" id="{758C464C-51C2-DB3D-4C1D-F67CB5B688F7}"/>
              </a:ext>
            </a:extLst>
          </p:cNvPr>
          <p:cNvSpPr txBox="1"/>
          <p:nvPr userDrawn="1"/>
        </p:nvSpPr>
        <p:spPr>
          <a:xfrm>
            <a:off x="19782692" y="7086600"/>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CaixaDeTexto 4">
            <a:extLst>
              <a:ext uri="{FF2B5EF4-FFF2-40B4-BE49-F238E27FC236}">
                <a16:creationId xmlns:a16="http://schemas.microsoft.com/office/drawing/2014/main" id="{104D0029-2A90-CBAF-53E9-DD1D730BADAB}"/>
              </a:ext>
            </a:extLst>
          </p:cNvPr>
          <p:cNvSpPr txBox="1"/>
          <p:nvPr userDrawn="1"/>
        </p:nvSpPr>
        <p:spPr>
          <a:xfrm>
            <a:off x="-707923" y="-88490"/>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1932021749"/>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1. Conteudo" preserve="1" userDrawn="1">
  <p:cSld name="1. Conteudo">
    <p:spTree>
      <p:nvGrpSpPr>
        <p:cNvPr id="1" name="Shape 78"/>
        <p:cNvGrpSpPr/>
        <p:nvPr/>
      </p:nvGrpSpPr>
      <p:grpSpPr>
        <a:xfrm>
          <a:off x="0" y="0"/>
          <a:ext cx="0" cy="0"/>
          <a:chOff x="0" y="0"/>
          <a:chExt cx="0" cy="0"/>
        </a:xfrm>
      </p:grpSpPr>
      <p:pic>
        <p:nvPicPr>
          <p:cNvPr id="7" name="Imagem 6">
            <a:extLst>
              <a:ext uri="{FF2B5EF4-FFF2-40B4-BE49-F238E27FC236}">
                <a16:creationId xmlns:a16="http://schemas.microsoft.com/office/drawing/2014/main" id="{D6CAECC2-0C86-30A6-BC85-F52021331ED8}"/>
              </a:ext>
            </a:extLst>
          </p:cNvPr>
          <p:cNvPicPr>
            <a:picLocks/>
          </p:cNvPicPr>
          <p:nvPr userDrawn="1"/>
        </p:nvPicPr>
        <p:blipFill>
          <a:blip r:embed="rId2"/>
          <a:stretch>
            <a:fillRect/>
          </a:stretch>
        </p:blipFill>
        <p:spPr>
          <a:xfrm>
            <a:off x="298800" y="691201"/>
            <a:ext cx="3434405" cy="2390404"/>
          </a:xfrm>
          <a:prstGeom prst="rect">
            <a:avLst/>
          </a:prstGeom>
        </p:spPr>
      </p:pic>
      <p:sp>
        <p:nvSpPr>
          <p:cNvPr id="10" name="Google Shape;69;p32">
            <a:extLst>
              <a:ext uri="{FF2B5EF4-FFF2-40B4-BE49-F238E27FC236}">
                <a16:creationId xmlns:a16="http://schemas.microsoft.com/office/drawing/2014/main" id="{4A47350A-59ED-4380-8C9D-33FB53D2A25D}"/>
              </a:ext>
            </a:extLst>
          </p:cNvPr>
          <p:cNvSpPr txBox="1"/>
          <p:nvPr/>
        </p:nvSpPr>
        <p:spPr>
          <a:xfrm>
            <a:off x="1050819" y="1514972"/>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4" name="Espaço Reservado para Texto 7">
            <a:extLst>
              <a:ext uri="{FF2B5EF4-FFF2-40B4-BE49-F238E27FC236}">
                <a16:creationId xmlns:a16="http://schemas.microsoft.com/office/drawing/2014/main" id="{1010BB96-2C5C-93CB-0DE4-6ADDB142D01A}"/>
              </a:ext>
            </a:extLst>
          </p:cNvPr>
          <p:cNvSpPr>
            <a:spLocks noGrp="1"/>
          </p:cNvSpPr>
          <p:nvPr>
            <p:ph type="body" sz="quarter" idx="11"/>
          </p:nvPr>
        </p:nvSpPr>
        <p:spPr>
          <a:xfrm>
            <a:off x="5627757" y="32553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11" name="Espaço Reservado para Texto 7">
            <a:extLst>
              <a:ext uri="{FF2B5EF4-FFF2-40B4-BE49-F238E27FC236}">
                <a16:creationId xmlns:a16="http://schemas.microsoft.com/office/drawing/2014/main" id="{9550BDCE-8C17-2808-26AD-19DADB9A406A}"/>
              </a:ext>
            </a:extLst>
          </p:cNvPr>
          <p:cNvSpPr>
            <a:spLocks noGrp="1"/>
          </p:cNvSpPr>
          <p:nvPr>
            <p:ph type="body" sz="quarter" idx="12"/>
          </p:nvPr>
        </p:nvSpPr>
        <p:spPr>
          <a:xfrm>
            <a:off x="5627757" y="468414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16" name="Espaço Reservado para Texto 7">
            <a:extLst>
              <a:ext uri="{FF2B5EF4-FFF2-40B4-BE49-F238E27FC236}">
                <a16:creationId xmlns:a16="http://schemas.microsoft.com/office/drawing/2014/main" id="{24714A58-2E0F-BD3B-F270-0F26F9E6CD6C}"/>
              </a:ext>
            </a:extLst>
          </p:cNvPr>
          <p:cNvSpPr>
            <a:spLocks noGrp="1"/>
          </p:cNvSpPr>
          <p:nvPr>
            <p:ph type="body" sz="quarter" idx="13"/>
          </p:nvPr>
        </p:nvSpPr>
        <p:spPr>
          <a:xfrm>
            <a:off x="5627757" y="60747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20" name="Espaço Reservado para Texto 7">
            <a:extLst>
              <a:ext uri="{FF2B5EF4-FFF2-40B4-BE49-F238E27FC236}">
                <a16:creationId xmlns:a16="http://schemas.microsoft.com/office/drawing/2014/main" id="{5E0069F1-0137-2FAA-27B5-5B98A6D199E5}"/>
              </a:ext>
            </a:extLst>
          </p:cNvPr>
          <p:cNvSpPr>
            <a:spLocks noGrp="1"/>
          </p:cNvSpPr>
          <p:nvPr>
            <p:ph type="body" sz="quarter" idx="14"/>
          </p:nvPr>
        </p:nvSpPr>
        <p:spPr>
          <a:xfrm>
            <a:off x="5627757" y="74844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21" name="Espaço Reservado para Texto 19">
            <a:extLst>
              <a:ext uri="{FF2B5EF4-FFF2-40B4-BE49-F238E27FC236}">
                <a16:creationId xmlns:a16="http://schemas.microsoft.com/office/drawing/2014/main" id="{C140BF74-0D8B-686D-7192-D2693E320B14}"/>
              </a:ext>
            </a:extLst>
          </p:cNvPr>
          <p:cNvSpPr>
            <a:spLocks noGrp="1"/>
          </p:cNvSpPr>
          <p:nvPr>
            <p:ph type="body" sz="quarter" idx="15"/>
          </p:nvPr>
        </p:nvSpPr>
        <p:spPr>
          <a:xfrm>
            <a:off x="5272088" y="838807"/>
            <a:ext cx="10812462" cy="1890940"/>
          </a:xfrm>
          <a:prstGeom prst="rect">
            <a:avLst/>
          </a:prstGeom>
        </p:spPr>
        <p:txBody>
          <a:bodyPr/>
          <a:lstStyle>
            <a:lvl1pPr>
              <a:defRPr sz="20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297520590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3. Conteudo" preserve="1" userDrawn="1">
  <p:cSld name="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D6CDD641-8D49-E70A-469D-74FDC42F972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B0C6356D-A715-3713-21C0-DF887360B506}"/>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Google Shape;69;p32">
            <a:extLst>
              <a:ext uri="{FF2B5EF4-FFF2-40B4-BE49-F238E27FC236}">
                <a16:creationId xmlns:a16="http://schemas.microsoft.com/office/drawing/2014/main" id="{07D774CC-AEE0-AAA5-E348-DAFD716E0666}"/>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0" name="Espaço Reservado para Texto 9">
            <a:extLst>
              <a:ext uri="{FF2B5EF4-FFF2-40B4-BE49-F238E27FC236}">
                <a16:creationId xmlns:a16="http://schemas.microsoft.com/office/drawing/2014/main" id="{2B528574-1FD1-7B70-2B2F-0F4F07E103CA}"/>
              </a:ext>
            </a:extLst>
          </p:cNvPr>
          <p:cNvSpPr>
            <a:spLocks noGrp="1"/>
          </p:cNvSpPr>
          <p:nvPr>
            <p:ph type="body" sz="quarter" idx="10"/>
          </p:nvPr>
        </p:nvSpPr>
        <p:spPr>
          <a:xfrm>
            <a:off x="5560902" y="962025"/>
            <a:ext cx="11049093" cy="2598738"/>
          </a:xfrm>
          <a:prstGeom prst="rect">
            <a:avLst/>
          </a:prstGeom>
        </p:spPr>
        <p:txBody>
          <a:bodyPr/>
          <a:lstStyle>
            <a:lvl1pPr>
              <a:defRPr sz="2400" b="0" i="0">
                <a:latin typeface="Poppins" pitchFamily="2" charset="77"/>
                <a:cs typeface="Poppins" pitchFamily="2" charset="77"/>
              </a:defRPr>
            </a:lvl1pPr>
            <a:lvl2pPr>
              <a:defRPr sz="2400" b="0" i="0">
                <a:latin typeface="Poppins" pitchFamily="2" charset="77"/>
                <a:cs typeface="Poppins" pitchFamily="2" charset="77"/>
              </a:defRPr>
            </a:lvl2pPr>
            <a:lvl3pPr>
              <a:defRPr sz="2400" b="0" i="0">
                <a:latin typeface="Poppins" pitchFamily="2" charset="77"/>
                <a:cs typeface="Poppins" pitchFamily="2" charset="77"/>
              </a:defRPr>
            </a:lvl3pPr>
            <a:lvl4pPr>
              <a:defRPr sz="2400" b="0" i="0">
                <a:latin typeface="Poppins" pitchFamily="2" charset="77"/>
                <a:cs typeface="Poppins" pitchFamily="2" charset="77"/>
              </a:defRPr>
            </a:lvl4pPr>
            <a:lvl5pPr>
              <a:defRPr sz="2400" b="0" i="0">
                <a:latin typeface="Poppins" pitchFamily="2" charset="77"/>
                <a:cs typeface="Poppins" pitchFamily="2" charset="77"/>
              </a:defRPr>
            </a:lvl5pPr>
          </a:lstStyle>
          <a:p>
            <a:pPr lvl="0"/>
            <a:endParaRPr lang="pt-BR"/>
          </a:p>
        </p:txBody>
      </p:sp>
      <p:sp>
        <p:nvSpPr>
          <p:cNvPr id="11" name="Espaço Reservado para Texto 9">
            <a:extLst>
              <a:ext uri="{FF2B5EF4-FFF2-40B4-BE49-F238E27FC236}">
                <a16:creationId xmlns:a16="http://schemas.microsoft.com/office/drawing/2014/main" id="{ACFD55BC-1BD9-04E3-9059-B617F5BF54E7}"/>
              </a:ext>
            </a:extLst>
          </p:cNvPr>
          <p:cNvSpPr>
            <a:spLocks noGrp="1"/>
          </p:cNvSpPr>
          <p:nvPr>
            <p:ph type="body" sz="quarter" idx="11"/>
          </p:nvPr>
        </p:nvSpPr>
        <p:spPr>
          <a:xfrm>
            <a:off x="6643035" y="3810156"/>
            <a:ext cx="9966960" cy="5229726"/>
          </a:xfrm>
          <a:prstGeom prst="rect">
            <a:avLst/>
          </a:prstGeom>
        </p:spPr>
        <p:txBody>
          <a:bodyPr/>
          <a:lstStyle>
            <a:lvl1pPr>
              <a:defRPr sz="2400" b="0" i="0">
                <a:latin typeface="Poppins" pitchFamily="2" charset="77"/>
                <a:cs typeface="Poppins" pitchFamily="2" charset="77"/>
              </a:defRPr>
            </a:lvl1pPr>
            <a:lvl2pPr>
              <a:defRPr sz="2400" b="0" i="0">
                <a:latin typeface="Poppins" pitchFamily="2" charset="77"/>
                <a:cs typeface="Poppins" pitchFamily="2" charset="77"/>
              </a:defRPr>
            </a:lvl2pPr>
            <a:lvl3pPr>
              <a:defRPr sz="2400" b="0" i="0">
                <a:latin typeface="Poppins" pitchFamily="2" charset="77"/>
                <a:cs typeface="Poppins" pitchFamily="2" charset="77"/>
              </a:defRPr>
            </a:lvl3pPr>
            <a:lvl4pPr>
              <a:defRPr sz="2400" b="0" i="0">
                <a:latin typeface="Poppins" pitchFamily="2" charset="77"/>
                <a:cs typeface="Poppins" pitchFamily="2" charset="77"/>
              </a:defRPr>
            </a:lvl4pPr>
            <a:lvl5pPr>
              <a:defRPr sz="2400" b="0" i="0">
                <a:latin typeface="Poppins" pitchFamily="2" charset="77"/>
                <a:cs typeface="Poppins" pitchFamily="2" charset="77"/>
              </a:defRPr>
            </a:lvl5pPr>
          </a:lstStyle>
          <a:p>
            <a:pPr lvl="0"/>
            <a:endParaRPr lang="pt-BR"/>
          </a:p>
        </p:txBody>
      </p:sp>
    </p:spTree>
    <p:extLst>
      <p:ext uri="{BB962C8B-B14F-4D97-AF65-F5344CB8AC3E}">
        <p14:creationId xmlns:p14="http://schemas.microsoft.com/office/powerpoint/2010/main" val="847220722"/>
      </p:ext>
    </p:extLst>
  </p:cSld>
  <p:clrMapOvr>
    <a:masterClrMapping/>
  </p:clrMapOvr>
  <p:extLst>
    <p:ext uri="{DCECCB84-F9BA-43D5-87BE-67443E8EF086}">
      <p15:sldGuideLst xmlns:p15="http://schemas.microsoft.com/office/powerpoint/2012/main">
        <p15:guide id="1" orient="horz" pos="3240">
          <p15:clr>
            <a:srgbClr val="FBAE40"/>
          </p15:clr>
        </p15:guide>
        <p15:guide id="2" pos="2925">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3. Conteudo" preserve="1" userDrawn="1">
  <p:cSld name="1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C06DD873-35AF-F358-AF2A-2DF2E1112D5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6" name="Imagem 5">
            <a:extLst>
              <a:ext uri="{FF2B5EF4-FFF2-40B4-BE49-F238E27FC236}">
                <a16:creationId xmlns:a16="http://schemas.microsoft.com/office/drawing/2014/main" id="{363A3D72-5D18-DF81-BFA7-392F39151A7C}"/>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10" name="Google Shape;69;p32">
            <a:extLst>
              <a:ext uri="{FF2B5EF4-FFF2-40B4-BE49-F238E27FC236}">
                <a16:creationId xmlns:a16="http://schemas.microsoft.com/office/drawing/2014/main" id="{795FD3B7-2662-CA2C-E60B-37DD4AC3C5E2}"/>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2" name="Espaço Reservado para Texto 11">
            <a:extLst>
              <a:ext uri="{FF2B5EF4-FFF2-40B4-BE49-F238E27FC236}">
                <a16:creationId xmlns:a16="http://schemas.microsoft.com/office/drawing/2014/main" id="{54B02D53-E743-F37B-BC9A-24214A83B763}"/>
              </a:ext>
            </a:extLst>
          </p:cNvPr>
          <p:cNvSpPr>
            <a:spLocks noGrp="1"/>
          </p:cNvSpPr>
          <p:nvPr>
            <p:ph type="body" sz="quarter" idx="10"/>
          </p:nvPr>
        </p:nvSpPr>
        <p:spPr>
          <a:xfrm>
            <a:off x="5397615" y="950913"/>
            <a:ext cx="12079173" cy="1743075"/>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3" name="Espaço Reservado para Texto 11">
            <a:extLst>
              <a:ext uri="{FF2B5EF4-FFF2-40B4-BE49-F238E27FC236}">
                <a16:creationId xmlns:a16="http://schemas.microsoft.com/office/drawing/2014/main" id="{498470DA-9F77-2314-5148-BE7D0A21C8B5}"/>
              </a:ext>
            </a:extLst>
          </p:cNvPr>
          <p:cNvSpPr>
            <a:spLocks noGrp="1"/>
          </p:cNvSpPr>
          <p:nvPr>
            <p:ph type="body" sz="quarter" idx="11"/>
          </p:nvPr>
        </p:nvSpPr>
        <p:spPr>
          <a:xfrm>
            <a:off x="9561402" y="3559201"/>
            <a:ext cx="7915386" cy="5358724"/>
          </a:xfrm>
          <a:prstGeom prst="rect">
            <a:avLst/>
          </a:prstGeom>
        </p:spPr>
        <p:txBody>
          <a:bodyPr/>
          <a:lstStyle>
            <a:lvl1pPr>
              <a:defRPr sz="2000" b="0" i="0">
                <a:latin typeface="Poppins" pitchFamily="2" charset="77"/>
                <a:cs typeface="Poppins" pitchFamily="2" charset="77"/>
              </a:defRPr>
            </a:lvl1pPr>
          </a:lstStyle>
          <a:p>
            <a:pPr lvl="0"/>
            <a:endParaRPr lang="pt-BR"/>
          </a:p>
        </p:txBody>
      </p:sp>
      <p:sp>
        <p:nvSpPr>
          <p:cNvPr id="14" name="Espaço Reservado para Texto 11">
            <a:extLst>
              <a:ext uri="{FF2B5EF4-FFF2-40B4-BE49-F238E27FC236}">
                <a16:creationId xmlns:a16="http://schemas.microsoft.com/office/drawing/2014/main" id="{7DB9C7F3-F00D-DC50-70C9-8A4151886218}"/>
              </a:ext>
            </a:extLst>
          </p:cNvPr>
          <p:cNvSpPr>
            <a:spLocks noGrp="1"/>
          </p:cNvSpPr>
          <p:nvPr>
            <p:ph type="body" sz="quarter" idx="12"/>
          </p:nvPr>
        </p:nvSpPr>
        <p:spPr>
          <a:xfrm>
            <a:off x="5394135" y="8553645"/>
            <a:ext cx="3746383" cy="364279"/>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16" name="Espaço Reservado para Imagem 15">
            <a:extLst>
              <a:ext uri="{FF2B5EF4-FFF2-40B4-BE49-F238E27FC236}">
                <a16:creationId xmlns:a16="http://schemas.microsoft.com/office/drawing/2014/main" id="{788A7CCB-CA65-CA3D-8095-5D379F504D08}"/>
              </a:ext>
            </a:extLst>
          </p:cNvPr>
          <p:cNvSpPr>
            <a:spLocks noGrp="1"/>
          </p:cNvSpPr>
          <p:nvPr>
            <p:ph type="pic" sz="quarter" idx="13"/>
          </p:nvPr>
        </p:nvSpPr>
        <p:spPr>
          <a:xfrm>
            <a:off x="5394136" y="3546475"/>
            <a:ext cx="3746690" cy="4824413"/>
          </a:xfrm>
          <a:prstGeom prst="rect">
            <a:avLst/>
          </a:prstGeom>
          <a:solidFill>
            <a:srgbClr val="D9D9D9"/>
          </a:solidFill>
        </p:spPr>
        <p:txBody>
          <a:bodyPr/>
          <a:lstStyle>
            <a:lvl1pPr>
              <a:defRPr sz="1800" b="0" i="0">
                <a:latin typeface="Poppins" pitchFamily="2" charset="77"/>
                <a:cs typeface="Poppins" pitchFamily="2" charset="77"/>
              </a:defRPr>
            </a:lvl1pPr>
          </a:lstStyle>
          <a:p>
            <a:endParaRPr lang="pt-BR"/>
          </a:p>
        </p:txBody>
      </p:sp>
    </p:spTree>
    <p:extLst>
      <p:ext uri="{BB962C8B-B14F-4D97-AF65-F5344CB8AC3E}">
        <p14:creationId xmlns:p14="http://schemas.microsoft.com/office/powerpoint/2010/main" val="3911325729"/>
      </p:ext>
    </p:extLst>
  </p:cSld>
  <p:clrMapOvr>
    <a:masterClrMapping/>
  </p:clrMapOvr>
  <p:extLst>
    <p:ext uri="{DCECCB84-F9BA-43D5-87BE-67443E8EF086}">
      <p15:sldGuideLst xmlns:p15="http://schemas.microsoft.com/office/powerpoint/2012/main">
        <p15:guide id="1" orient="horz" pos="3240">
          <p15:clr>
            <a:srgbClr val="FBAE40"/>
          </p15:clr>
        </p15:guide>
        <p15:guide id="2" pos="2925">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3. Conteudo" preserve="1" userDrawn="1">
  <p:cSld name="1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1C75F0AC-ED14-F43B-FEDB-D40371225B4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2A5F356E-1B96-6727-82F5-B51DC198FC2B}"/>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Google Shape;69;p32">
            <a:extLst>
              <a:ext uri="{FF2B5EF4-FFF2-40B4-BE49-F238E27FC236}">
                <a16:creationId xmlns:a16="http://schemas.microsoft.com/office/drawing/2014/main" id="{F1039184-47E3-FA3C-DC62-77911A625287}"/>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2" name="Espaço Reservado para Texto 11">
            <a:extLst>
              <a:ext uri="{FF2B5EF4-FFF2-40B4-BE49-F238E27FC236}">
                <a16:creationId xmlns:a16="http://schemas.microsoft.com/office/drawing/2014/main" id="{E8F0484C-01B8-1892-690C-5B5AC00E36D4}"/>
              </a:ext>
            </a:extLst>
          </p:cNvPr>
          <p:cNvSpPr>
            <a:spLocks noGrp="1"/>
          </p:cNvSpPr>
          <p:nvPr>
            <p:ph type="body" sz="quarter" idx="10"/>
          </p:nvPr>
        </p:nvSpPr>
        <p:spPr>
          <a:xfrm>
            <a:off x="5397614" y="928688"/>
            <a:ext cx="12079174" cy="1784350"/>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3" name="Espaço Reservado para Texto 11">
            <a:extLst>
              <a:ext uri="{FF2B5EF4-FFF2-40B4-BE49-F238E27FC236}">
                <a16:creationId xmlns:a16="http://schemas.microsoft.com/office/drawing/2014/main" id="{0340D95F-EA14-0DD7-406F-7EB73CFBF52D}"/>
              </a:ext>
            </a:extLst>
          </p:cNvPr>
          <p:cNvSpPr>
            <a:spLocks noGrp="1"/>
          </p:cNvSpPr>
          <p:nvPr>
            <p:ph type="body" sz="quarter" idx="11"/>
          </p:nvPr>
        </p:nvSpPr>
        <p:spPr>
          <a:xfrm>
            <a:off x="5397614" y="8790287"/>
            <a:ext cx="12079074" cy="443472"/>
          </a:xfrm>
          <a:prstGeom prst="rect">
            <a:avLst/>
          </a:prstGeom>
        </p:spPr>
        <p:txBody>
          <a:bodyPr/>
          <a:lstStyle>
            <a:lvl1pPr>
              <a:defRPr sz="1800" b="0" i="0">
                <a:latin typeface="Poppins" pitchFamily="2" charset="77"/>
                <a:cs typeface="Poppins" pitchFamily="2" charset="77"/>
              </a:defRPr>
            </a:lvl1pPr>
          </a:lstStyle>
          <a:p>
            <a:pPr lvl="0"/>
            <a:endParaRPr lang="pt-BR"/>
          </a:p>
        </p:txBody>
      </p:sp>
      <p:sp>
        <p:nvSpPr>
          <p:cNvPr id="14" name="CaixaDeTexto 13">
            <a:extLst>
              <a:ext uri="{FF2B5EF4-FFF2-40B4-BE49-F238E27FC236}">
                <a16:creationId xmlns:a16="http://schemas.microsoft.com/office/drawing/2014/main" id="{F0401573-FB28-43CB-7EDE-CAF562F5894E}"/>
              </a:ext>
            </a:extLst>
          </p:cNvPr>
          <p:cNvSpPr txBox="1"/>
          <p:nvPr userDrawn="1"/>
        </p:nvSpPr>
        <p:spPr>
          <a:xfrm>
            <a:off x="18048157" y="8679305"/>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16" name="Espaço Reservado para Texto 11">
            <a:extLst>
              <a:ext uri="{FF2B5EF4-FFF2-40B4-BE49-F238E27FC236}">
                <a16:creationId xmlns:a16="http://schemas.microsoft.com/office/drawing/2014/main" id="{3641E8C7-8963-3BA2-52E9-AD936766A664}"/>
              </a:ext>
            </a:extLst>
          </p:cNvPr>
          <p:cNvSpPr>
            <a:spLocks noGrp="1"/>
          </p:cNvSpPr>
          <p:nvPr>
            <p:ph type="body" sz="quarter" idx="12"/>
          </p:nvPr>
        </p:nvSpPr>
        <p:spPr>
          <a:xfrm>
            <a:off x="5397614" y="3019074"/>
            <a:ext cx="12079074" cy="5604226"/>
          </a:xfrm>
          <a:prstGeom prst="rect">
            <a:avLst/>
          </a:prstGeom>
        </p:spPr>
        <p:txBody>
          <a:bodyPr/>
          <a:lstStyle>
            <a:lvl1pPr>
              <a:defRPr sz="18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2919588477"/>
      </p:ext>
    </p:extLst>
  </p:cSld>
  <p:clrMapOvr>
    <a:masterClrMapping/>
  </p:clrMapOvr>
  <p:extLst>
    <p:ext uri="{DCECCB84-F9BA-43D5-87BE-67443E8EF086}">
      <p15:sldGuideLst xmlns:p15="http://schemas.microsoft.com/office/powerpoint/2012/main">
        <p15:guide id="1" orient="horz" pos="3240">
          <p15:clr>
            <a:srgbClr val="FBAE40"/>
          </p15:clr>
        </p15:guide>
        <p15:guide id="2" pos="2925">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3. Conteudo" preserve="1" userDrawn="1">
  <p:cSld name="1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319116EA-081B-D3E0-ABB2-5593DC7A2024}"/>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43E65235-A77D-9891-C9C2-925F71187CD7}"/>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Espaço Reservado para Imagem 4">
            <a:extLst>
              <a:ext uri="{FF2B5EF4-FFF2-40B4-BE49-F238E27FC236}">
                <a16:creationId xmlns:a16="http://schemas.microsoft.com/office/drawing/2014/main" id="{3CA1D1C2-A504-78F2-B5D1-B96B35BDDB02}"/>
              </a:ext>
            </a:extLst>
          </p:cNvPr>
          <p:cNvSpPr>
            <a:spLocks noGrp="1"/>
          </p:cNvSpPr>
          <p:nvPr>
            <p:ph type="pic" sz="quarter" idx="4294967295"/>
          </p:nvPr>
        </p:nvSpPr>
        <p:spPr>
          <a:xfrm>
            <a:off x="5397611" y="3041018"/>
            <a:ext cx="12079075" cy="5549698"/>
          </a:xfrm>
          <a:prstGeom prst="rect">
            <a:avLst/>
          </a:prstGeom>
          <a:solidFill>
            <a:schemeClr val="bg1">
              <a:lumMod val="85000"/>
            </a:schemeClr>
          </a:solidFill>
        </p:spPr>
        <p:txBody>
          <a:bodyPr/>
          <a:lstStyle>
            <a:lvl1pPr>
              <a:defRPr sz="1800">
                <a:latin typeface="Poppins" pitchFamily="2" charset="77"/>
                <a:cs typeface="Poppins" pitchFamily="2" charset="77"/>
              </a:defRPr>
            </a:lvl1pPr>
          </a:lstStyle>
          <a:p>
            <a:endParaRPr lang="pt-BR"/>
          </a:p>
        </p:txBody>
      </p:sp>
      <p:sp>
        <p:nvSpPr>
          <p:cNvPr id="9" name="Google Shape;69;p32">
            <a:extLst>
              <a:ext uri="{FF2B5EF4-FFF2-40B4-BE49-F238E27FC236}">
                <a16:creationId xmlns:a16="http://schemas.microsoft.com/office/drawing/2014/main" id="{DE14EB72-1A65-A5DB-A2E7-252C0E2F6F47}"/>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1" name="Espaço Reservado para Texto 10">
            <a:extLst>
              <a:ext uri="{FF2B5EF4-FFF2-40B4-BE49-F238E27FC236}">
                <a16:creationId xmlns:a16="http://schemas.microsoft.com/office/drawing/2014/main" id="{69EF6828-47A5-8129-5988-5EC45D078756}"/>
              </a:ext>
            </a:extLst>
          </p:cNvPr>
          <p:cNvSpPr>
            <a:spLocks noGrp="1"/>
          </p:cNvSpPr>
          <p:nvPr>
            <p:ph type="body" sz="quarter" idx="10"/>
          </p:nvPr>
        </p:nvSpPr>
        <p:spPr>
          <a:xfrm>
            <a:off x="5397611" y="950913"/>
            <a:ext cx="12079177" cy="1743075"/>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2" name="Espaço Reservado para Texto 10">
            <a:extLst>
              <a:ext uri="{FF2B5EF4-FFF2-40B4-BE49-F238E27FC236}">
                <a16:creationId xmlns:a16="http://schemas.microsoft.com/office/drawing/2014/main" id="{388D1399-8328-B730-C092-B8697982ADB5}"/>
              </a:ext>
            </a:extLst>
          </p:cNvPr>
          <p:cNvSpPr>
            <a:spLocks noGrp="1"/>
          </p:cNvSpPr>
          <p:nvPr>
            <p:ph type="body" sz="quarter" idx="11"/>
          </p:nvPr>
        </p:nvSpPr>
        <p:spPr>
          <a:xfrm>
            <a:off x="5397611" y="8764236"/>
            <a:ext cx="12079177" cy="465463"/>
          </a:xfrm>
          <a:prstGeom prst="rect">
            <a:avLst/>
          </a:prstGeom>
        </p:spPr>
        <p:txBody>
          <a:bodyPr/>
          <a:lstStyle>
            <a:lvl1pPr>
              <a:defRPr sz="18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2419699361"/>
      </p:ext>
    </p:extLst>
  </p:cSld>
  <p:clrMapOvr>
    <a:masterClrMapping/>
  </p:clrMapOvr>
  <p:extLst>
    <p:ext uri="{DCECCB84-F9BA-43D5-87BE-67443E8EF086}">
      <p15:sldGuideLst xmlns:p15="http://schemas.microsoft.com/office/powerpoint/2012/main">
        <p15:guide id="1" orient="horz" pos="3240">
          <p15:clr>
            <a:srgbClr val="FBAE40"/>
          </p15:clr>
        </p15:guide>
        <p15:guide id="2" pos="2925">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3. Conteudo" preserve="1" userDrawn="1">
  <p:cSld name="1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87FCC07C-4BE2-37BE-B92C-3F0C1F9F9F0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8" name="Imagem 7">
            <a:extLst>
              <a:ext uri="{FF2B5EF4-FFF2-40B4-BE49-F238E27FC236}">
                <a16:creationId xmlns:a16="http://schemas.microsoft.com/office/drawing/2014/main" id="{861E4E1E-0711-6A35-7DF7-BAB66713207D}"/>
              </a:ext>
            </a:extLst>
          </p:cNvPr>
          <p:cNvPicPr>
            <a:picLocks/>
          </p:cNvPicPr>
          <p:nvPr userDrawn="1"/>
        </p:nvPicPr>
        <p:blipFill>
          <a:blip r:embed="rId3"/>
          <a:stretch>
            <a:fillRect/>
          </a:stretch>
        </p:blipFill>
        <p:spPr>
          <a:xfrm>
            <a:off x="298800" y="439201"/>
            <a:ext cx="3434405" cy="2390404"/>
          </a:xfrm>
          <a:prstGeom prst="rect">
            <a:avLst/>
          </a:prstGeom>
        </p:spPr>
      </p:pic>
      <p:sp>
        <p:nvSpPr>
          <p:cNvPr id="18" name="Google Shape;82;p33">
            <a:extLst>
              <a:ext uri="{FF2B5EF4-FFF2-40B4-BE49-F238E27FC236}">
                <a16:creationId xmlns:a16="http://schemas.microsoft.com/office/drawing/2014/main" id="{BA9FF48C-E6ED-8BE9-735C-1F6F208016AF}"/>
              </a:ext>
            </a:extLst>
          </p:cNvPr>
          <p:cNvSpPr txBox="1"/>
          <p:nvPr userDrawn="1"/>
        </p:nvSpPr>
        <p:spPr>
          <a:xfrm>
            <a:off x="1090502" y="1123988"/>
            <a:ext cx="1970750"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chemeClr val="lt1"/>
                </a:solidFill>
                <a:latin typeface="Poppins Light" pitchFamily="2" charset="77"/>
                <a:ea typeface="Poppins Medium"/>
                <a:cs typeface="Poppins Light" pitchFamily="2" charset="77"/>
                <a:sym typeface="Poppins Medium"/>
              </a:rPr>
              <a:t>Ponto</a:t>
            </a:r>
            <a:r>
              <a:rPr lang="pt-BR" sz="3500" b="0" i="0" u="none" strike="noStrike" cap="none">
                <a:solidFill>
                  <a:schemeClr val="lt1"/>
                </a:solidFill>
                <a:latin typeface="Poppins Medium"/>
                <a:ea typeface="Poppins Medium"/>
                <a:cs typeface="Poppins Medium"/>
                <a:sym typeface="Poppins Medium"/>
              </a:rPr>
              <a:t> </a:t>
            </a:r>
            <a:r>
              <a:rPr lang="pt-BR" sz="3500" b="0" i="0" u="none" strike="noStrike" cap="none">
                <a:solidFill>
                  <a:schemeClr val="lt1"/>
                </a:solidFill>
                <a:latin typeface="Poppins Light" pitchFamily="2" charset="77"/>
                <a:ea typeface="Poppins Medium"/>
                <a:cs typeface="Poppins Light" pitchFamily="2" charset="77"/>
                <a:sym typeface="Poppins Medium"/>
              </a:rPr>
              <a:t>de</a:t>
            </a:r>
            <a:r>
              <a:rPr lang="pt-BR" sz="3500" b="0" i="0" u="none" strike="noStrike" cap="none">
                <a:solidFill>
                  <a:schemeClr val="lt1"/>
                </a:solidFill>
                <a:latin typeface="Poppins Medium"/>
                <a:ea typeface="Poppins Medium"/>
                <a:cs typeface="Poppins Medium"/>
                <a:sym typeface="Poppins Medium"/>
              </a:rPr>
              <a:t> </a:t>
            </a:r>
            <a:r>
              <a:rPr lang="pt-BR" sz="3500" b="1" i="0" u="none" strike="noStrike" cap="none">
                <a:solidFill>
                  <a:schemeClr val="lt1"/>
                </a:solidFill>
                <a:latin typeface="Poppins"/>
                <a:ea typeface="Poppins"/>
                <a:cs typeface="Poppins"/>
                <a:sym typeface="Poppins"/>
              </a:rPr>
              <a:t>partida</a:t>
            </a:r>
            <a:endParaRPr sz="3500" b="0" i="0" u="none" strike="noStrike" cap="none">
              <a:solidFill>
                <a:schemeClr val="lt1"/>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Espaço Reservado para Texto 3">
            <a:extLst>
              <a:ext uri="{FF2B5EF4-FFF2-40B4-BE49-F238E27FC236}">
                <a16:creationId xmlns:a16="http://schemas.microsoft.com/office/drawing/2014/main" id="{4065A3E7-CBB3-DD59-24FC-B5AAEBB7F498}"/>
              </a:ext>
            </a:extLst>
          </p:cNvPr>
          <p:cNvSpPr>
            <a:spLocks noGrp="1"/>
          </p:cNvSpPr>
          <p:nvPr>
            <p:ph type="body" idx="4294967295"/>
          </p:nvPr>
        </p:nvSpPr>
        <p:spPr>
          <a:xfrm>
            <a:off x="5397614" y="950279"/>
            <a:ext cx="5705815" cy="8197519"/>
          </a:xfrm>
          <a:prstGeom prst="rect">
            <a:avLst/>
          </a:prstGeom>
        </p:spPr>
        <p:txBody>
          <a:bodyPr>
            <a:normAutofit/>
          </a:bodyPr>
          <a:lstStyle/>
          <a:p>
            <a:endParaRPr lang="pt-BR" sz="2400">
              <a:latin typeface="Poppins" pitchFamily="2" charset="77"/>
              <a:cs typeface="Poppins" pitchFamily="2" charset="77"/>
            </a:endParaRPr>
          </a:p>
        </p:txBody>
      </p:sp>
      <p:sp>
        <p:nvSpPr>
          <p:cNvPr id="7" name="Espaço Reservado para Texto 9">
            <a:extLst>
              <a:ext uri="{FF2B5EF4-FFF2-40B4-BE49-F238E27FC236}">
                <a16:creationId xmlns:a16="http://schemas.microsoft.com/office/drawing/2014/main" id="{F4FE14C4-C438-D68E-A10E-2CC8A26ACD09}"/>
              </a:ext>
            </a:extLst>
          </p:cNvPr>
          <p:cNvSpPr>
            <a:spLocks noGrp="1"/>
          </p:cNvSpPr>
          <p:nvPr>
            <p:ph type="body" idx="4294967295"/>
          </p:nvPr>
        </p:nvSpPr>
        <p:spPr>
          <a:xfrm>
            <a:off x="11651455" y="946480"/>
            <a:ext cx="5705815" cy="8197519"/>
          </a:xfrm>
          <a:prstGeom prst="rect">
            <a:avLst/>
          </a:prstGeom>
        </p:spPr>
        <p:txBody>
          <a:bodyPr>
            <a:normAutofit/>
          </a:bodyPr>
          <a:lstStyle/>
          <a:p>
            <a:endParaRPr lang="pt-BR" sz="2400">
              <a:latin typeface="Poppins" pitchFamily="2" charset="77"/>
              <a:cs typeface="Poppins" pitchFamily="2" charset="77"/>
            </a:endParaRPr>
          </a:p>
        </p:txBody>
      </p:sp>
    </p:spTree>
    <p:extLst>
      <p:ext uri="{BB962C8B-B14F-4D97-AF65-F5344CB8AC3E}">
        <p14:creationId xmlns:p14="http://schemas.microsoft.com/office/powerpoint/2010/main" val="2894812164"/>
      </p:ext>
    </p:extLst>
  </p:cSld>
  <p:clrMapOvr>
    <a:masterClrMapping/>
  </p:clrMapOvr>
  <p:extLst>
    <p:ext uri="{DCECCB84-F9BA-43D5-87BE-67443E8EF086}">
      <p15:sldGuideLst xmlns:p15="http://schemas.microsoft.com/office/powerpoint/2012/main">
        <p15:guide id="1" orient="horz" pos="3240">
          <p15:clr>
            <a:srgbClr val="FBAE40"/>
          </p15:clr>
        </p15:guide>
        <p15:guide id="2" pos="2925">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3. Conteudo" preserve="1" userDrawn="1">
  <p:cSld name="1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AE0DC479-3E72-CDCB-DBFF-155CA6D6AB6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3986CEBF-9A8B-690F-20F9-40127322A068}"/>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Google Shape;69;p32">
            <a:extLst>
              <a:ext uri="{FF2B5EF4-FFF2-40B4-BE49-F238E27FC236}">
                <a16:creationId xmlns:a16="http://schemas.microsoft.com/office/drawing/2014/main" id="{1A04F5B2-68B0-2193-1467-BC61C52DF55C}"/>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9" name="Espaço Reservado para Texto 3">
            <a:extLst>
              <a:ext uri="{FF2B5EF4-FFF2-40B4-BE49-F238E27FC236}">
                <a16:creationId xmlns:a16="http://schemas.microsoft.com/office/drawing/2014/main" id="{73C6FE8A-0E62-070F-4EFF-7956D56EAEB7}"/>
              </a:ext>
            </a:extLst>
          </p:cNvPr>
          <p:cNvSpPr>
            <a:spLocks noGrp="1"/>
          </p:cNvSpPr>
          <p:nvPr>
            <p:ph type="body" idx="4294967295"/>
          </p:nvPr>
        </p:nvSpPr>
        <p:spPr>
          <a:xfrm>
            <a:off x="5397614" y="950279"/>
            <a:ext cx="5705815" cy="8197519"/>
          </a:xfrm>
          <a:prstGeom prst="rect">
            <a:avLst/>
          </a:prstGeom>
        </p:spPr>
        <p:txBody>
          <a:bodyPr>
            <a:normAutofit/>
          </a:bodyPr>
          <a:lstStyle/>
          <a:p>
            <a:endParaRPr lang="pt-BR" sz="2400">
              <a:latin typeface="Poppins" pitchFamily="2" charset="77"/>
              <a:cs typeface="Poppins" pitchFamily="2" charset="77"/>
            </a:endParaRPr>
          </a:p>
        </p:txBody>
      </p:sp>
      <p:sp>
        <p:nvSpPr>
          <p:cNvPr id="10" name="Espaço Reservado para Texto 9">
            <a:extLst>
              <a:ext uri="{FF2B5EF4-FFF2-40B4-BE49-F238E27FC236}">
                <a16:creationId xmlns:a16="http://schemas.microsoft.com/office/drawing/2014/main" id="{D9108072-6283-1E2A-3D04-EE1896CEE3F4}"/>
              </a:ext>
            </a:extLst>
          </p:cNvPr>
          <p:cNvSpPr>
            <a:spLocks noGrp="1"/>
          </p:cNvSpPr>
          <p:nvPr>
            <p:ph type="body" idx="4294967295"/>
          </p:nvPr>
        </p:nvSpPr>
        <p:spPr>
          <a:xfrm>
            <a:off x="11651455" y="946480"/>
            <a:ext cx="5705815" cy="8197519"/>
          </a:xfrm>
          <a:prstGeom prst="rect">
            <a:avLst/>
          </a:prstGeom>
        </p:spPr>
        <p:txBody>
          <a:bodyPr>
            <a:normAutofit/>
          </a:bodyPr>
          <a:lstStyle/>
          <a:p>
            <a:endParaRPr lang="pt-BR" sz="2400">
              <a:latin typeface="Poppins" pitchFamily="2" charset="77"/>
              <a:cs typeface="Poppins" pitchFamily="2" charset="77"/>
            </a:endParaRPr>
          </a:p>
        </p:txBody>
      </p:sp>
    </p:spTree>
    <p:extLst>
      <p:ext uri="{BB962C8B-B14F-4D97-AF65-F5344CB8AC3E}">
        <p14:creationId xmlns:p14="http://schemas.microsoft.com/office/powerpoint/2010/main" val="2006843584"/>
      </p:ext>
    </p:extLst>
  </p:cSld>
  <p:clrMapOvr>
    <a:masterClrMapping/>
  </p:clrMapOvr>
  <p:extLst>
    <p:ext uri="{DCECCB84-F9BA-43D5-87BE-67443E8EF086}">
      <p15:sldGuideLst xmlns:p15="http://schemas.microsoft.com/office/powerpoint/2012/main">
        <p15:guide id="1" orient="horz" pos="3240">
          <p15:clr>
            <a:srgbClr val="FBAE40"/>
          </p15:clr>
        </p15:guide>
        <p15:guide id="2" pos="2925">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2_Linha do Tempo1" preserve="1" userDrawn="1">
  <p:cSld name="2_Linha do Tempo1">
    <p:spTree>
      <p:nvGrpSpPr>
        <p:cNvPr id="1" name="Shape 178"/>
        <p:cNvGrpSpPr/>
        <p:nvPr/>
      </p:nvGrpSpPr>
      <p:grpSpPr>
        <a:xfrm>
          <a:off x="0" y="0"/>
          <a:ext cx="0" cy="0"/>
          <a:chOff x="0" y="0"/>
          <a:chExt cx="0" cy="0"/>
        </a:xfrm>
      </p:grpSpPr>
      <p:cxnSp>
        <p:nvCxnSpPr>
          <p:cNvPr id="181" name="Google Shape;181;p15"/>
          <p:cNvCxnSpPr>
            <a:cxnSpLocks/>
          </p:cNvCxnSpPr>
          <p:nvPr/>
        </p:nvCxnSpPr>
        <p:spPr>
          <a:xfrm flipH="1">
            <a:off x="7496197" y="3927724"/>
            <a:ext cx="9026798" cy="0"/>
          </a:xfrm>
          <a:prstGeom prst="straightConnector1">
            <a:avLst/>
          </a:prstGeom>
          <a:noFill/>
          <a:ln w="19050" cap="flat" cmpd="sng">
            <a:solidFill>
              <a:srgbClr val="F4F4F4"/>
            </a:solidFill>
            <a:prstDash val="solid"/>
            <a:round/>
            <a:headEnd type="diamond" w="med" len="med"/>
            <a:tailEnd type="none" w="sm" len="sm"/>
          </a:ln>
        </p:spPr>
      </p:cxnSp>
      <p:sp>
        <p:nvSpPr>
          <p:cNvPr id="182" name="Google Shape;182;p15"/>
          <p:cNvSpPr>
            <a:spLocks noGrp="1"/>
          </p:cNvSpPr>
          <p:nvPr>
            <p:ph type="pic" idx="2"/>
          </p:nvPr>
        </p:nvSpPr>
        <p:spPr>
          <a:xfrm>
            <a:off x="3306485" y="3414557"/>
            <a:ext cx="4189710" cy="2516188"/>
          </a:xfrm>
          <a:prstGeom prst="rect">
            <a:avLst/>
          </a:prstGeom>
          <a:solidFill>
            <a:srgbClr val="D8D8D8"/>
          </a:solidFill>
          <a:ln>
            <a:noFill/>
          </a:ln>
        </p:spPr>
      </p:sp>
      <p:sp>
        <p:nvSpPr>
          <p:cNvPr id="183" name="Google Shape;183;p15"/>
          <p:cNvSpPr txBox="1">
            <a:spLocks noGrp="1"/>
          </p:cNvSpPr>
          <p:nvPr>
            <p:ph type="body" idx="1"/>
          </p:nvPr>
        </p:nvSpPr>
        <p:spPr>
          <a:xfrm>
            <a:off x="8358411" y="4229807"/>
            <a:ext cx="8164583" cy="169611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2100"/>
              <a:buFont typeface="Poppins"/>
              <a:buNone/>
              <a:defRPr sz="21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cxnSp>
        <p:nvCxnSpPr>
          <p:cNvPr id="184" name="Google Shape;184;p15"/>
          <p:cNvCxnSpPr>
            <a:cxnSpLocks/>
          </p:cNvCxnSpPr>
          <p:nvPr/>
        </p:nvCxnSpPr>
        <p:spPr>
          <a:xfrm flipH="1">
            <a:off x="7496197" y="7004653"/>
            <a:ext cx="8941738" cy="0"/>
          </a:xfrm>
          <a:prstGeom prst="straightConnector1">
            <a:avLst/>
          </a:prstGeom>
          <a:noFill/>
          <a:ln w="19050" cap="flat" cmpd="sng">
            <a:solidFill>
              <a:srgbClr val="F4F4F4"/>
            </a:solidFill>
            <a:prstDash val="solid"/>
            <a:round/>
            <a:headEnd type="diamond" w="med" len="med"/>
            <a:tailEnd type="none" w="sm" len="sm"/>
          </a:ln>
        </p:spPr>
      </p:cxnSp>
      <p:sp>
        <p:nvSpPr>
          <p:cNvPr id="185" name="Google Shape;185;p15"/>
          <p:cNvSpPr>
            <a:spLocks noGrp="1"/>
          </p:cNvSpPr>
          <p:nvPr>
            <p:ph type="pic" idx="3"/>
          </p:nvPr>
        </p:nvSpPr>
        <p:spPr>
          <a:xfrm>
            <a:off x="3306485" y="6491486"/>
            <a:ext cx="4189710" cy="2516188"/>
          </a:xfrm>
          <a:prstGeom prst="rect">
            <a:avLst/>
          </a:prstGeom>
          <a:solidFill>
            <a:srgbClr val="D8D8D8"/>
          </a:solidFill>
          <a:ln>
            <a:noFill/>
          </a:ln>
        </p:spPr>
      </p:sp>
      <p:sp>
        <p:nvSpPr>
          <p:cNvPr id="186" name="Google Shape;186;p15"/>
          <p:cNvSpPr txBox="1">
            <a:spLocks noGrp="1"/>
          </p:cNvSpPr>
          <p:nvPr>
            <p:ph type="body" idx="4"/>
          </p:nvPr>
        </p:nvSpPr>
        <p:spPr>
          <a:xfrm>
            <a:off x="8358411" y="7306737"/>
            <a:ext cx="8164579" cy="169611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2100"/>
              <a:buFont typeface="Poppins"/>
              <a:buNone/>
              <a:defRPr sz="21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
        <p:nvSpPr>
          <p:cNvPr id="190" name="Google Shape;190;p15"/>
          <p:cNvSpPr txBox="1">
            <a:spLocks noGrp="1"/>
          </p:cNvSpPr>
          <p:nvPr>
            <p:ph type="body" idx="7"/>
          </p:nvPr>
        </p:nvSpPr>
        <p:spPr>
          <a:xfrm>
            <a:off x="3306485" y="2226787"/>
            <a:ext cx="13216509" cy="924288"/>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rgbClr val="000000"/>
              </a:buClr>
              <a:buSzPts val="2200"/>
              <a:buFont typeface="Poppins"/>
              <a:buNone/>
              <a:defRPr sz="22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
        <p:nvSpPr>
          <p:cNvPr id="191" name="Google Shape;191;p15"/>
          <p:cNvSpPr txBox="1">
            <a:spLocks noGrp="1"/>
          </p:cNvSpPr>
          <p:nvPr>
            <p:ph type="body" idx="8"/>
          </p:nvPr>
        </p:nvSpPr>
        <p:spPr>
          <a:xfrm>
            <a:off x="3306484" y="681247"/>
            <a:ext cx="13216507" cy="1243457"/>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rgbClr val="000000"/>
              </a:buClr>
              <a:buSzPts val="3500"/>
              <a:buFont typeface="Poppins"/>
              <a:buNone/>
              <a:defRPr sz="3500"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271807696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2_Linha do Tempo1" preserve="1" userDrawn="1">
  <p:cSld name="3_Linha do Tempo1">
    <p:spTree>
      <p:nvGrpSpPr>
        <p:cNvPr id="1" name="Shape 178"/>
        <p:cNvGrpSpPr/>
        <p:nvPr/>
      </p:nvGrpSpPr>
      <p:grpSpPr>
        <a:xfrm>
          <a:off x="0" y="0"/>
          <a:ext cx="0" cy="0"/>
          <a:chOff x="0" y="0"/>
          <a:chExt cx="0" cy="0"/>
        </a:xfrm>
      </p:grpSpPr>
      <p:pic>
        <p:nvPicPr>
          <p:cNvPr id="8" name="Google Shape;142;p13">
            <a:extLst>
              <a:ext uri="{FF2B5EF4-FFF2-40B4-BE49-F238E27FC236}">
                <a16:creationId xmlns:a16="http://schemas.microsoft.com/office/drawing/2014/main" id="{C1899201-5DAF-E974-F58A-A1AEAB93C16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7" name="Google Shape;143;p13">
            <a:extLst>
              <a:ext uri="{FF2B5EF4-FFF2-40B4-BE49-F238E27FC236}">
                <a16:creationId xmlns:a16="http://schemas.microsoft.com/office/drawing/2014/main" id="{33DC5791-7C7E-1A35-F1B9-7D904EC4D10F}"/>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2" name="CaixaDeTexto 1">
            <a:extLst>
              <a:ext uri="{FF2B5EF4-FFF2-40B4-BE49-F238E27FC236}">
                <a16:creationId xmlns:a16="http://schemas.microsoft.com/office/drawing/2014/main" id="{A002D0E8-22C3-90CC-B114-9B35A1342FE0}"/>
              </a:ext>
            </a:extLst>
          </p:cNvPr>
          <p:cNvSpPr txBox="1"/>
          <p:nvPr userDrawn="1"/>
        </p:nvSpPr>
        <p:spPr>
          <a:xfrm>
            <a:off x="4359965" y="28227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Espaço Reservado para Texto 3">
            <a:extLst>
              <a:ext uri="{FF2B5EF4-FFF2-40B4-BE49-F238E27FC236}">
                <a16:creationId xmlns:a16="http://schemas.microsoft.com/office/drawing/2014/main" id="{7BC2819B-91AA-1651-F5F9-7B0D1509AE13}"/>
              </a:ext>
            </a:extLst>
          </p:cNvPr>
          <p:cNvSpPr>
            <a:spLocks noGrp="1"/>
          </p:cNvSpPr>
          <p:nvPr>
            <p:ph type="body" sz="quarter" idx="10"/>
          </p:nvPr>
        </p:nvSpPr>
        <p:spPr>
          <a:xfrm>
            <a:off x="4914900" y="1782261"/>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5" name="Espaço Reservado para Texto 3">
            <a:extLst>
              <a:ext uri="{FF2B5EF4-FFF2-40B4-BE49-F238E27FC236}">
                <a16:creationId xmlns:a16="http://schemas.microsoft.com/office/drawing/2014/main" id="{481EC73E-B5CF-9DF6-2B18-5F201BFD1BC9}"/>
              </a:ext>
            </a:extLst>
          </p:cNvPr>
          <p:cNvSpPr>
            <a:spLocks noGrp="1"/>
          </p:cNvSpPr>
          <p:nvPr>
            <p:ph type="body" sz="quarter" idx="11"/>
          </p:nvPr>
        </p:nvSpPr>
        <p:spPr>
          <a:xfrm>
            <a:off x="4914900" y="2712074"/>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6" name="Espaço Reservado para Texto 3">
            <a:extLst>
              <a:ext uri="{FF2B5EF4-FFF2-40B4-BE49-F238E27FC236}">
                <a16:creationId xmlns:a16="http://schemas.microsoft.com/office/drawing/2014/main" id="{E22F0728-FF89-57C8-564C-0F3FB75D68BE}"/>
              </a:ext>
            </a:extLst>
          </p:cNvPr>
          <p:cNvSpPr>
            <a:spLocks noGrp="1"/>
          </p:cNvSpPr>
          <p:nvPr>
            <p:ph type="body" sz="quarter" idx="12"/>
          </p:nvPr>
        </p:nvSpPr>
        <p:spPr>
          <a:xfrm>
            <a:off x="4914900" y="3663317"/>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7" name="Espaço Reservado para Texto 3">
            <a:extLst>
              <a:ext uri="{FF2B5EF4-FFF2-40B4-BE49-F238E27FC236}">
                <a16:creationId xmlns:a16="http://schemas.microsoft.com/office/drawing/2014/main" id="{08173B0E-FC6F-4B79-645E-F7C05C5165D3}"/>
              </a:ext>
            </a:extLst>
          </p:cNvPr>
          <p:cNvSpPr>
            <a:spLocks noGrp="1"/>
          </p:cNvSpPr>
          <p:nvPr>
            <p:ph type="body" sz="quarter" idx="13"/>
          </p:nvPr>
        </p:nvSpPr>
        <p:spPr>
          <a:xfrm>
            <a:off x="4914900" y="4663285"/>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9" name="Espaço Reservado para Texto 3">
            <a:extLst>
              <a:ext uri="{FF2B5EF4-FFF2-40B4-BE49-F238E27FC236}">
                <a16:creationId xmlns:a16="http://schemas.microsoft.com/office/drawing/2014/main" id="{777D4752-A3A8-E6ED-FF9C-9D9D8F16B077}"/>
              </a:ext>
            </a:extLst>
          </p:cNvPr>
          <p:cNvSpPr>
            <a:spLocks noGrp="1"/>
          </p:cNvSpPr>
          <p:nvPr>
            <p:ph type="body" sz="quarter" idx="14"/>
          </p:nvPr>
        </p:nvSpPr>
        <p:spPr>
          <a:xfrm>
            <a:off x="4914900" y="5708314"/>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10" name="Espaço Reservado para Texto 3">
            <a:extLst>
              <a:ext uri="{FF2B5EF4-FFF2-40B4-BE49-F238E27FC236}">
                <a16:creationId xmlns:a16="http://schemas.microsoft.com/office/drawing/2014/main" id="{CD27E91A-725C-6108-065B-301FEE078C62}"/>
              </a:ext>
            </a:extLst>
          </p:cNvPr>
          <p:cNvSpPr>
            <a:spLocks noGrp="1"/>
          </p:cNvSpPr>
          <p:nvPr>
            <p:ph type="body" sz="quarter" idx="15"/>
          </p:nvPr>
        </p:nvSpPr>
        <p:spPr>
          <a:xfrm>
            <a:off x="4914900" y="6769671"/>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pic>
        <p:nvPicPr>
          <p:cNvPr id="16" name="Imagem 15">
            <a:extLst>
              <a:ext uri="{FF2B5EF4-FFF2-40B4-BE49-F238E27FC236}">
                <a16:creationId xmlns:a16="http://schemas.microsoft.com/office/drawing/2014/main" id="{E61A66B3-5C95-809B-7CA0-862F13BD8DCA}"/>
              </a:ext>
            </a:extLst>
          </p:cNvPr>
          <p:cNvPicPr>
            <a:picLocks/>
          </p:cNvPicPr>
          <p:nvPr userDrawn="1"/>
        </p:nvPicPr>
        <p:blipFill>
          <a:blip r:embed="rId4"/>
          <a:stretch>
            <a:fillRect/>
          </a:stretch>
        </p:blipFill>
        <p:spPr>
          <a:xfrm>
            <a:off x="381601" y="327600"/>
            <a:ext cx="3434405" cy="2390404"/>
          </a:xfrm>
          <a:prstGeom prst="rect">
            <a:avLst/>
          </a:prstGeom>
        </p:spPr>
      </p:pic>
      <p:sp>
        <p:nvSpPr>
          <p:cNvPr id="12" name="Google Shape;101;p34">
            <a:extLst>
              <a:ext uri="{FF2B5EF4-FFF2-40B4-BE49-F238E27FC236}">
                <a16:creationId xmlns:a16="http://schemas.microsoft.com/office/drawing/2014/main" id="{B642C3FE-A5A7-DE40-B0EC-693188905B79}"/>
              </a:ext>
            </a:extLst>
          </p:cNvPr>
          <p:cNvSpPr txBox="1"/>
          <p:nvPr userDrawn="1"/>
        </p:nvSpPr>
        <p:spPr>
          <a:xfrm>
            <a:off x="710238" y="1045716"/>
            <a:ext cx="2744693"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chemeClr val="lt1"/>
                </a:solidFill>
                <a:latin typeface="Poppins Light" pitchFamily="2" charset="77"/>
                <a:ea typeface="Poppins Medium"/>
                <a:cs typeface="Poppins Light" pitchFamily="2" charset="77"/>
                <a:sym typeface="Poppins Medium"/>
              </a:rPr>
              <a:t>Construindo o</a:t>
            </a:r>
            <a:r>
              <a:rPr lang="pt-BR" sz="3500" b="0" i="0" u="none" strike="noStrike" cap="none">
                <a:solidFill>
                  <a:schemeClr val="lt1"/>
                </a:solidFill>
                <a:latin typeface="Poppins Medium"/>
                <a:ea typeface="Poppins Medium"/>
                <a:cs typeface="Poppins Medium"/>
                <a:sym typeface="Poppins Medium"/>
              </a:rPr>
              <a:t> </a:t>
            </a:r>
            <a:r>
              <a:rPr lang="pt-BR" sz="3500" b="1" i="0" u="none" strike="noStrike" cap="none">
                <a:solidFill>
                  <a:schemeClr val="lt1"/>
                </a:solidFill>
                <a:latin typeface="Poppins" pitchFamily="2" charset="77"/>
                <a:ea typeface="Poppins"/>
                <a:cs typeface="Poppins" pitchFamily="2" charset="77"/>
                <a:sym typeface="Poppins"/>
              </a:rPr>
              <a:t>conceito</a:t>
            </a:r>
            <a:endParaRPr sz="3500" b="1" i="0" u="none" strike="noStrike" cap="none">
              <a:solidFill>
                <a:schemeClr val="lt1"/>
              </a:solidFill>
              <a:latin typeface="Poppins" pitchFamily="2" charset="77"/>
              <a:ea typeface="Poppins Light"/>
              <a:cs typeface="Poppins" pitchFamily="2" charset="77"/>
              <a:sym typeface="Poppins Light"/>
            </a:endParaRPr>
          </a:p>
        </p:txBody>
      </p:sp>
    </p:spTree>
    <p:extLst>
      <p:ext uri="{BB962C8B-B14F-4D97-AF65-F5344CB8AC3E}">
        <p14:creationId xmlns:p14="http://schemas.microsoft.com/office/powerpoint/2010/main" val="120920852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Atividade" preserve="1" userDrawn="1">
  <p:cSld name="Atividade">
    <p:spTree>
      <p:nvGrpSpPr>
        <p:cNvPr id="1" name="Shape 227"/>
        <p:cNvGrpSpPr/>
        <p:nvPr/>
      </p:nvGrpSpPr>
      <p:grpSpPr>
        <a:xfrm>
          <a:off x="0" y="0"/>
          <a:ext cx="0" cy="0"/>
          <a:chOff x="0" y="0"/>
          <a:chExt cx="0" cy="0"/>
        </a:xfrm>
      </p:grpSpPr>
      <p:sp>
        <p:nvSpPr>
          <p:cNvPr id="2" name="Retângulo 1">
            <a:extLst>
              <a:ext uri="{FF2B5EF4-FFF2-40B4-BE49-F238E27FC236}">
                <a16:creationId xmlns:a16="http://schemas.microsoft.com/office/drawing/2014/main" id="{20D52867-BD12-53CB-FAEF-C79A88197553}"/>
              </a:ext>
            </a:extLst>
          </p:cNvPr>
          <p:cNvSpPr/>
          <p:nvPr userDrawn="1"/>
        </p:nvSpPr>
        <p:spPr>
          <a:xfrm>
            <a:off x="0" y="0"/>
            <a:ext cx="18288000" cy="10287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09638781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Atividade" preserve="1" userDrawn="1">
  <p:cSld name="1_Atividade">
    <p:spTree>
      <p:nvGrpSpPr>
        <p:cNvPr id="1" name="Shape 227"/>
        <p:cNvGrpSpPr/>
        <p:nvPr/>
      </p:nvGrpSpPr>
      <p:grpSpPr>
        <a:xfrm>
          <a:off x="0" y="0"/>
          <a:ext cx="0" cy="0"/>
          <a:chOff x="0" y="0"/>
          <a:chExt cx="0" cy="0"/>
        </a:xfrm>
      </p:grpSpPr>
      <p:pic>
        <p:nvPicPr>
          <p:cNvPr id="4" name="Google Shape;190;p17">
            <a:extLst>
              <a:ext uri="{FF2B5EF4-FFF2-40B4-BE49-F238E27FC236}">
                <a16:creationId xmlns:a16="http://schemas.microsoft.com/office/drawing/2014/main" id="{A0810382-A324-7F5F-6D72-CCF68117DDE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6" name="Imagem 5">
            <a:extLst>
              <a:ext uri="{FF2B5EF4-FFF2-40B4-BE49-F238E27FC236}">
                <a16:creationId xmlns:a16="http://schemas.microsoft.com/office/drawing/2014/main" id="{EC9E32EB-1794-3380-8A88-2B7B2103FECD}"/>
              </a:ext>
            </a:extLst>
          </p:cNvPr>
          <p:cNvPicPr>
            <a:picLocks/>
          </p:cNvPicPr>
          <p:nvPr userDrawn="1"/>
        </p:nvPicPr>
        <p:blipFill>
          <a:blip r:embed="rId3"/>
          <a:stretch>
            <a:fillRect/>
          </a:stretch>
        </p:blipFill>
        <p:spPr>
          <a:xfrm>
            <a:off x="298800" y="691201"/>
            <a:ext cx="3434405" cy="2390404"/>
          </a:xfrm>
          <a:prstGeom prst="rect">
            <a:avLst/>
          </a:prstGeom>
        </p:spPr>
      </p:pic>
      <p:sp>
        <p:nvSpPr>
          <p:cNvPr id="231" name="Google Shape;231;p21"/>
          <p:cNvSpPr txBox="1"/>
          <p:nvPr userDrawn="1"/>
        </p:nvSpPr>
        <p:spPr>
          <a:xfrm>
            <a:off x="1210701" y="1160039"/>
            <a:ext cx="1967095" cy="16158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rgbClr val="FFFFFF"/>
                </a:solidFill>
                <a:latin typeface="Poppins Light" pitchFamily="2" charset="77"/>
                <a:ea typeface="Poppins Light"/>
                <a:cs typeface="Poppins Light" pitchFamily="2" charset="77"/>
                <a:sym typeface="Poppins Light"/>
              </a:rPr>
              <a:t>Vamos fazer um</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a:solidFill>
                  <a:srgbClr val="FFFFFF"/>
                </a:solidFill>
                <a:latin typeface="Poppins"/>
                <a:ea typeface="Poppins"/>
                <a:cs typeface="Poppins"/>
                <a:sym typeface="Poppins"/>
              </a:rPr>
              <a:t>quiz</a:t>
            </a:r>
            <a:endParaRPr lang="pt-BR" sz="3500" b="0" i="0" u="none" strike="noStrike" cap="none" noProof="0">
              <a:solidFill>
                <a:srgbClr val="FFFFFF"/>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78E9625F-D19E-624E-A52E-3E35C3F742DF}"/>
              </a:ext>
            </a:extLst>
          </p:cNvPr>
          <p:cNvSpPr txBox="1"/>
          <p:nvPr userDrawn="1"/>
        </p:nvSpPr>
        <p:spPr>
          <a:xfrm>
            <a:off x="3765176" y="-8785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8" name="Espaço Reservado para Texto 10">
            <a:extLst>
              <a:ext uri="{FF2B5EF4-FFF2-40B4-BE49-F238E27FC236}">
                <a16:creationId xmlns:a16="http://schemas.microsoft.com/office/drawing/2014/main" id="{E3EABF6E-626A-0802-C919-B97335045E73}"/>
              </a:ext>
            </a:extLst>
          </p:cNvPr>
          <p:cNvSpPr>
            <a:spLocks noGrp="1"/>
          </p:cNvSpPr>
          <p:nvPr>
            <p:ph type="body" sz="quarter" idx="10"/>
          </p:nvPr>
        </p:nvSpPr>
        <p:spPr>
          <a:xfrm>
            <a:off x="4539582" y="2093913"/>
            <a:ext cx="10660731" cy="773112"/>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endParaRPr lang="pt-BR"/>
          </a:p>
        </p:txBody>
      </p:sp>
      <p:sp>
        <p:nvSpPr>
          <p:cNvPr id="10" name="Espaço Reservado para Texto 10">
            <a:extLst>
              <a:ext uri="{FF2B5EF4-FFF2-40B4-BE49-F238E27FC236}">
                <a16:creationId xmlns:a16="http://schemas.microsoft.com/office/drawing/2014/main" id="{24C57C54-2E58-E7B5-ECF5-2C905E340D3C}"/>
              </a:ext>
            </a:extLst>
          </p:cNvPr>
          <p:cNvSpPr>
            <a:spLocks noGrp="1"/>
          </p:cNvSpPr>
          <p:nvPr>
            <p:ph type="body" sz="quarter" idx="11"/>
          </p:nvPr>
        </p:nvSpPr>
        <p:spPr>
          <a:xfrm>
            <a:off x="4539583" y="3113243"/>
            <a:ext cx="10660730" cy="1098879"/>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2200" b="0" i="0">
                <a:solidFill>
                  <a:schemeClr val="bg1"/>
                </a:solidFill>
                <a:latin typeface="Poppins" pitchFamily="2" charset="77"/>
                <a:cs typeface="Poppins" pitchFamily="2" charset="77"/>
              </a:defRPr>
            </a:lvl5pPr>
          </a:lstStyle>
          <a:p>
            <a:pPr lvl="4"/>
            <a:endParaRPr lang="pt-BR"/>
          </a:p>
        </p:txBody>
      </p:sp>
    </p:spTree>
    <p:extLst>
      <p:ext uri="{BB962C8B-B14F-4D97-AF65-F5344CB8AC3E}">
        <p14:creationId xmlns:p14="http://schemas.microsoft.com/office/powerpoint/2010/main" val="362147391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Atividade" preserve="1" userDrawn="1">
  <p:cSld name="1_Atividade">
    <p:spTree>
      <p:nvGrpSpPr>
        <p:cNvPr id="1" name="Shape 227"/>
        <p:cNvGrpSpPr/>
        <p:nvPr/>
      </p:nvGrpSpPr>
      <p:grpSpPr>
        <a:xfrm>
          <a:off x="0" y="0"/>
          <a:ext cx="0" cy="0"/>
          <a:chOff x="0" y="0"/>
          <a:chExt cx="0" cy="0"/>
        </a:xfrm>
      </p:grpSpPr>
      <p:pic>
        <p:nvPicPr>
          <p:cNvPr id="6" name="Google Shape;190;p17">
            <a:extLst>
              <a:ext uri="{FF2B5EF4-FFF2-40B4-BE49-F238E27FC236}">
                <a16:creationId xmlns:a16="http://schemas.microsoft.com/office/drawing/2014/main" id="{F9357E3A-0A47-5C6A-4624-2811914CCED8}"/>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8" name="Imagem 7">
            <a:extLst>
              <a:ext uri="{FF2B5EF4-FFF2-40B4-BE49-F238E27FC236}">
                <a16:creationId xmlns:a16="http://schemas.microsoft.com/office/drawing/2014/main" id="{CDE9D880-1F9A-88FB-E994-6947A88A0E63}"/>
              </a:ext>
            </a:extLst>
          </p:cNvPr>
          <p:cNvPicPr>
            <a:picLocks/>
          </p:cNvPicPr>
          <p:nvPr userDrawn="1"/>
        </p:nvPicPr>
        <p:blipFill>
          <a:blip r:embed="rId3"/>
          <a:stretch>
            <a:fillRect/>
          </a:stretch>
        </p:blipFill>
        <p:spPr>
          <a:xfrm>
            <a:off x="298800" y="691201"/>
            <a:ext cx="3434405" cy="2390404"/>
          </a:xfrm>
          <a:prstGeom prst="rect">
            <a:avLst/>
          </a:prstGeom>
        </p:spPr>
      </p:pic>
      <p:sp>
        <p:nvSpPr>
          <p:cNvPr id="2" name="CaixaDeTexto 1">
            <a:extLst>
              <a:ext uri="{FF2B5EF4-FFF2-40B4-BE49-F238E27FC236}">
                <a16:creationId xmlns:a16="http://schemas.microsoft.com/office/drawing/2014/main" id="{78E9625F-D19E-624E-A52E-3E35C3F742DF}"/>
              </a:ext>
            </a:extLst>
          </p:cNvPr>
          <p:cNvSpPr txBox="1"/>
          <p:nvPr userDrawn="1"/>
        </p:nvSpPr>
        <p:spPr>
          <a:xfrm>
            <a:off x="3765176" y="-8785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Google Shape;231;p21">
            <a:extLst>
              <a:ext uri="{FF2B5EF4-FFF2-40B4-BE49-F238E27FC236}">
                <a16:creationId xmlns:a16="http://schemas.microsoft.com/office/drawing/2014/main" id="{76C6D641-729D-5478-E0FD-4482BC0110EA}"/>
              </a:ext>
            </a:extLst>
          </p:cNvPr>
          <p:cNvSpPr txBox="1"/>
          <p:nvPr userDrawn="1"/>
        </p:nvSpPr>
        <p:spPr>
          <a:xfrm>
            <a:off x="943708" y="1324162"/>
            <a:ext cx="2292704"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rgbClr val="FFFFFF"/>
                </a:solidFill>
                <a:latin typeface="Poppins Light" pitchFamily="2" charset="77"/>
                <a:ea typeface="Poppins Light"/>
                <a:cs typeface="Poppins Light" pitchFamily="2" charset="77"/>
                <a:sym typeface="Poppins Light"/>
              </a:rPr>
              <a:t>Pause e</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a:solidFill>
                  <a:srgbClr val="FFFFFF"/>
                </a:solidFill>
                <a:latin typeface="Poppins"/>
                <a:ea typeface="Poppins Light"/>
                <a:cs typeface="Poppins"/>
                <a:sym typeface="Poppins"/>
              </a:rPr>
              <a:t>responda</a:t>
            </a:r>
            <a:endParaRPr lang="pt-BR" sz="3500" b="0" i="0" u="none" strike="noStrike" cap="none" noProof="0">
              <a:solidFill>
                <a:srgbClr val="FFFFFF"/>
              </a:solidFill>
              <a:latin typeface="Poppins Light"/>
              <a:ea typeface="Poppins Light"/>
              <a:cs typeface="Poppins Light"/>
              <a:sym typeface="Poppins Light"/>
            </a:endParaRPr>
          </a:p>
        </p:txBody>
      </p:sp>
      <p:sp>
        <p:nvSpPr>
          <p:cNvPr id="11" name="Espaço Reservado para Texto 10">
            <a:extLst>
              <a:ext uri="{FF2B5EF4-FFF2-40B4-BE49-F238E27FC236}">
                <a16:creationId xmlns:a16="http://schemas.microsoft.com/office/drawing/2014/main" id="{195C8DE1-D92C-0520-6827-BF4E2122A3E1}"/>
              </a:ext>
            </a:extLst>
          </p:cNvPr>
          <p:cNvSpPr>
            <a:spLocks noGrp="1"/>
          </p:cNvSpPr>
          <p:nvPr>
            <p:ph type="body" sz="quarter" idx="10"/>
          </p:nvPr>
        </p:nvSpPr>
        <p:spPr>
          <a:xfrm>
            <a:off x="4539582" y="2093913"/>
            <a:ext cx="10660731" cy="773112"/>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endParaRPr lang="pt-BR"/>
          </a:p>
        </p:txBody>
      </p:sp>
      <p:sp>
        <p:nvSpPr>
          <p:cNvPr id="12" name="Espaço Reservado para Texto 10">
            <a:extLst>
              <a:ext uri="{FF2B5EF4-FFF2-40B4-BE49-F238E27FC236}">
                <a16:creationId xmlns:a16="http://schemas.microsoft.com/office/drawing/2014/main" id="{D96DF696-0CE9-222F-9539-CCDCDE3B62F4}"/>
              </a:ext>
            </a:extLst>
          </p:cNvPr>
          <p:cNvSpPr>
            <a:spLocks noGrp="1"/>
          </p:cNvSpPr>
          <p:nvPr>
            <p:ph type="body" sz="quarter" idx="11"/>
          </p:nvPr>
        </p:nvSpPr>
        <p:spPr>
          <a:xfrm>
            <a:off x="4539583" y="3113243"/>
            <a:ext cx="10660730" cy="1098879"/>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2200" b="0" i="0">
                <a:solidFill>
                  <a:schemeClr val="bg1"/>
                </a:solidFill>
                <a:latin typeface="Poppins" pitchFamily="2" charset="77"/>
                <a:cs typeface="Poppins" pitchFamily="2" charset="77"/>
              </a:defRPr>
            </a:lvl5pPr>
          </a:lstStyle>
          <a:p>
            <a:pPr lvl="4"/>
            <a:endParaRPr lang="pt-BR"/>
          </a:p>
        </p:txBody>
      </p:sp>
    </p:spTree>
    <p:extLst>
      <p:ext uri="{BB962C8B-B14F-4D97-AF65-F5344CB8AC3E}">
        <p14:creationId xmlns:p14="http://schemas.microsoft.com/office/powerpoint/2010/main" val="314955866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Layout Personalizado">
    <p:spTree>
      <p:nvGrpSpPr>
        <p:cNvPr id="1" name=""/>
        <p:cNvGrpSpPr/>
        <p:nvPr/>
      </p:nvGrpSpPr>
      <p:grpSpPr>
        <a:xfrm>
          <a:off x="0" y="0"/>
          <a:ext cx="0" cy="0"/>
          <a:chOff x="0" y="0"/>
          <a:chExt cx="0" cy="0"/>
        </a:xfrm>
      </p:grpSpPr>
      <p:pic>
        <p:nvPicPr>
          <p:cNvPr id="5" name="Google Shape;190;p17">
            <a:extLst>
              <a:ext uri="{FF2B5EF4-FFF2-40B4-BE49-F238E27FC236}">
                <a16:creationId xmlns:a16="http://schemas.microsoft.com/office/drawing/2014/main" id="{DF08B642-629D-10BC-758C-D4D28C96BC5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12" name="Imagem 11">
            <a:extLst>
              <a:ext uri="{FF2B5EF4-FFF2-40B4-BE49-F238E27FC236}">
                <a16:creationId xmlns:a16="http://schemas.microsoft.com/office/drawing/2014/main" id="{4C321BBD-7492-0A1E-CDA9-A1D1CEE7B89A}"/>
              </a:ext>
            </a:extLst>
          </p:cNvPr>
          <p:cNvPicPr>
            <a:picLocks/>
          </p:cNvPicPr>
          <p:nvPr userDrawn="1"/>
        </p:nvPicPr>
        <p:blipFill>
          <a:blip r:embed="rId3"/>
          <a:stretch>
            <a:fillRect/>
          </a:stretch>
        </p:blipFill>
        <p:spPr>
          <a:xfrm>
            <a:off x="0" y="0"/>
            <a:ext cx="12848420" cy="8071212"/>
          </a:xfrm>
          <a:prstGeom prst="rect">
            <a:avLst/>
          </a:prstGeom>
        </p:spPr>
      </p:pic>
      <p:pic>
        <p:nvPicPr>
          <p:cNvPr id="10" name="Imagem 9">
            <a:extLst>
              <a:ext uri="{FF2B5EF4-FFF2-40B4-BE49-F238E27FC236}">
                <a16:creationId xmlns:a16="http://schemas.microsoft.com/office/drawing/2014/main" id="{70C48BF6-13B4-5986-8E99-16784D972039}"/>
              </a:ext>
            </a:extLst>
          </p:cNvPr>
          <p:cNvPicPr>
            <a:picLocks/>
          </p:cNvPicPr>
          <p:nvPr userDrawn="1"/>
        </p:nvPicPr>
        <p:blipFill>
          <a:blip r:embed="rId3"/>
          <a:stretch>
            <a:fillRect/>
          </a:stretch>
        </p:blipFill>
        <p:spPr>
          <a:xfrm>
            <a:off x="0" y="0"/>
            <a:ext cx="12848420" cy="8071212"/>
          </a:xfrm>
          <a:prstGeom prst="rect">
            <a:avLst/>
          </a:prstGeom>
        </p:spPr>
      </p:pic>
      <p:sp>
        <p:nvSpPr>
          <p:cNvPr id="6" name="Espaço Reservado para Texto 17">
            <a:extLst>
              <a:ext uri="{FF2B5EF4-FFF2-40B4-BE49-F238E27FC236}">
                <a16:creationId xmlns:a16="http://schemas.microsoft.com/office/drawing/2014/main" id="{99B3C895-9A6A-3A70-111A-A4701F153597}"/>
              </a:ext>
            </a:extLst>
          </p:cNvPr>
          <p:cNvSpPr>
            <a:spLocks noGrp="1"/>
          </p:cNvSpPr>
          <p:nvPr>
            <p:ph type="body" sz="quarter" idx="11" hasCustomPrompt="1"/>
          </p:nvPr>
        </p:nvSpPr>
        <p:spPr>
          <a:xfrm>
            <a:off x="3657194" y="1498708"/>
            <a:ext cx="6254750" cy="4692650"/>
          </a:xfrm>
          <a:prstGeom prst="rect">
            <a:avLst/>
          </a:prstGeom>
        </p:spPr>
        <p:txBody>
          <a:bodyPr/>
          <a:lstStyle>
            <a:lvl1pPr>
              <a:defRPr sz="2400">
                <a:latin typeface="Poppins" panose="00000500000000000000" pitchFamily="2" charset="0"/>
                <a:cs typeface="Poppins" panose="00000500000000000000" pitchFamily="2" charset="0"/>
              </a:defRPr>
            </a:lvl1pPr>
            <a:lvl2pPr>
              <a:defRPr sz="1600"/>
            </a:lvl2pPr>
            <a:lvl3pPr>
              <a:defRPr sz="1600"/>
            </a:lvl3pPr>
            <a:lvl4pPr>
              <a:defRPr sz="1600"/>
            </a:lvl4pPr>
            <a:lvl5pPr>
              <a:defRPr sz="1600"/>
            </a:lvl5pPr>
          </a:lstStyle>
          <a:p>
            <a:pPr lvl="0"/>
            <a:r>
              <a:rPr lang="pt-BR" noProof="0"/>
              <a:t>Escreva a citação nesta área </a:t>
            </a:r>
            <a:r>
              <a:rPr lang="en-US"/>
              <a:t>do layout. Lorem Ipsum has been the industry's standard dummy text ever since the 1500s . Lorem Ipsum has been the industry's standard dummy text ever since the 1500s. Lorem Ipsum has been the industry's standard dummy text ever since the 1500s. Lorem Ipsum has been the industry's standard dummy text ever since the 1500s. Lorem Ipsum has been the industry's standard dummy text ever since the 1500s.”</a:t>
            </a:r>
          </a:p>
        </p:txBody>
      </p:sp>
      <p:sp>
        <p:nvSpPr>
          <p:cNvPr id="7" name="Espaço Reservado para Texto 19">
            <a:extLst>
              <a:ext uri="{FF2B5EF4-FFF2-40B4-BE49-F238E27FC236}">
                <a16:creationId xmlns:a16="http://schemas.microsoft.com/office/drawing/2014/main" id="{015A9257-63A1-16A0-C8E8-D41B83F04B6E}"/>
              </a:ext>
            </a:extLst>
          </p:cNvPr>
          <p:cNvSpPr>
            <a:spLocks noGrp="1"/>
          </p:cNvSpPr>
          <p:nvPr>
            <p:ph type="body" sz="quarter" idx="12" hasCustomPrompt="1"/>
          </p:nvPr>
        </p:nvSpPr>
        <p:spPr>
          <a:xfrm>
            <a:off x="3656551" y="6370106"/>
            <a:ext cx="5018087" cy="606425"/>
          </a:xfrm>
          <a:prstGeom prst="rect">
            <a:avLst/>
          </a:prstGeom>
        </p:spPr>
        <p:txBody>
          <a:bodyPr/>
          <a:lstStyle>
            <a:lvl1pPr>
              <a:defRPr sz="1800">
                <a:latin typeface="Poppins" panose="00000500000000000000" pitchFamily="2" charset="0"/>
                <a:cs typeface="Poppins" panose="00000500000000000000" pitchFamily="2" charset="0"/>
              </a:defRPr>
            </a:lvl1pPr>
          </a:lstStyle>
          <a:p>
            <a:pPr lvl="0"/>
            <a:r>
              <a:rPr lang="pt-BR"/>
              <a:t>Referência completa da citação/autoria</a:t>
            </a:r>
          </a:p>
        </p:txBody>
      </p:sp>
    </p:spTree>
    <p:extLst>
      <p:ext uri="{BB962C8B-B14F-4D97-AF65-F5344CB8AC3E}">
        <p14:creationId xmlns:p14="http://schemas.microsoft.com/office/powerpoint/2010/main" val="97293615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1_Atividade_Resposta" preserve="1" userDrawn="1">
  <p:cSld name="1_Atividade_Resposta">
    <p:spTree>
      <p:nvGrpSpPr>
        <p:cNvPr id="1" name="Shape 235"/>
        <p:cNvGrpSpPr/>
        <p:nvPr/>
      </p:nvGrpSpPr>
      <p:grpSpPr>
        <a:xfrm>
          <a:off x="0" y="0"/>
          <a:ext cx="0" cy="0"/>
          <a:chOff x="0" y="0"/>
          <a:chExt cx="0" cy="0"/>
        </a:xfrm>
      </p:grpSpPr>
    </p:spTree>
    <p:extLst>
      <p:ext uri="{BB962C8B-B14F-4D97-AF65-F5344CB8AC3E}">
        <p14:creationId xmlns:p14="http://schemas.microsoft.com/office/powerpoint/2010/main" val="82118064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2_Atividade_Resposta" userDrawn="1">
  <p:cSld name="2_Atividade_Resposta">
    <p:spTree>
      <p:nvGrpSpPr>
        <p:cNvPr id="1" name="Shape 244"/>
        <p:cNvGrpSpPr/>
        <p:nvPr/>
      </p:nvGrpSpPr>
      <p:grpSpPr>
        <a:xfrm>
          <a:off x="0" y="0"/>
          <a:ext cx="0" cy="0"/>
          <a:chOff x="0" y="0"/>
          <a:chExt cx="0" cy="0"/>
        </a:xfrm>
      </p:grpSpPr>
      <p:sp>
        <p:nvSpPr>
          <p:cNvPr id="12" name="Google Shape;550;p38">
            <a:extLst>
              <a:ext uri="{FF2B5EF4-FFF2-40B4-BE49-F238E27FC236}">
                <a16:creationId xmlns:a16="http://schemas.microsoft.com/office/drawing/2014/main" id="{B63D1618-4DC9-81A2-1395-7A581D0E2524}"/>
              </a:ext>
            </a:extLst>
          </p:cNvPr>
          <p:cNvSpPr/>
          <p:nvPr userDrawn="1"/>
        </p:nvSpPr>
        <p:spPr>
          <a:xfrm>
            <a:off x="4324935" y="3043509"/>
            <a:ext cx="6070350" cy="542540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Poppins"/>
              <a:ea typeface="Poppins"/>
              <a:cs typeface="Poppins"/>
              <a:sym typeface="Poppins"/>
            </a:endParaRPr>
          </a:p>
        </p:txBody>
      </p:sp>
      <p:sp>
        <p:nvSpPr>
          <p:cNvPr id="13" name="Google Shape;552;p38">
            <a:extLst>
              <a:ext uri="{FF2B5EF4-FFF2-40B4-BE49-F238E27FC236}">
                <a16:creationId xmlns:a16="http://schemas.microsoft.com/office/drawing/2014/main" id="{642E7FBD-2EAE-B480-D2C0-0E05D335427E}"/>
              </a:ext>
            </a:extLst>
          </p:cNvPr>
          <p:cNvSpPr/>
          <p:nvPr userDrawn="1"/>
        </p:nvSpPr>
        <p:spPr>
          <a:xfrm>
            <a:off x="10830009" y="3043509"/>
            <a:ext cx="6070350" cy="542540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Poppins"/>
              <a:ea typeface="Poppins"/>
              <a:cs typeface="Poppins"/>
              <a:sym typeface="Poppins"/>
            </a:endParaRPr>
          </a:p>
        </p:txBody>
      </p:sp>
      <p:sp>
        <p:nvSpPr>
          <p:cNvPr id="14" name="Google Shape;555;p38">
            <a:extLst>
              <a:ext uri="{FF2B5EF4-FFF2-40B4-BE49-F238E27FC236}">
                <a16:creationId xmlns:a16="http://schemas.microsoft.com/office/drawing/2014/main" id="{690CC235-292D-45C9-F973-86247E174E3A}"/>
              </a:ext>
            </a:extLst>
          </p:cNvPr>
          <p:cNvSpPr txBox="1"/>
          <p:nvPr userDrawn="1"/>
        </p:nvSpPr>
        <p:spPr>
          <a:xfrm>
            <a:off x="4324934" y="3763723"/>
            <a:ext cx="6070349" cy="4154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2700" b="1" i="0" u="none" strike="noStrike" cap="none" noProof="0">
                <a:solidFill>
                  <a:schemeClr val="tx1"/>
                </a:solidFill>
                <a:latin typeface="Poppins"/>
                <a:ea typeface="Poppins"/>
                <a:cs typeface="Poppins"/>
                <a:sym typeface="Poppins"/>
              </a:rPr>
              <a:t>Materiais necessários</a:t>
            </a:r>
          </a:p>
        </p:txBody>
      </p:sp>
      <p:sp>
        <p:nvSpPr>
          <p:cNvPr id="15" name="Google Shape;556;p38">
            <a:extLst>
              <a:ext uri="{FF2B5EF4-FFF2-40B4-BE49-F238E27FC236}">
                <a16:creationId xmlns:a16="http://schemas.microsoft.com/office/drawing/2014/main" id="{03565EBF-03F3-84DC-8861-14074402225D}"/>
              </a:ext>
            </a:extLst>
          </p:cNvPr>
          <p:cNvSpPr txBox="1"/>
          <p:nvPr userDrawn="1"/>
        </p:nvSpPr>
        <p:spPr>
          <a:xfrm>
            <a:off x="10830010" y="3763723"/>
            <a:ext cx="6070349" cy="4154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2700" b="1" i="0" u="none" strike="noStrike" cap="none" noProof="0">
                <a:solidFill>
                  <a:schemeClr val="tx1"/>
                </a:solidFill>
                <a:latin typeface="Poppins"/>
                <a:ea typeface="Poppins"/>
                <a:cs typeface="Poppins"/>
                <a:sym typeface="Poppins"/>
              </a:rPr>
              <a:t>Passo a passo</a:t>
            </a:r>
          </a:p>
        </p:txBody>
      </p:sp>
      <p:sp>
        <p:nvSpPr>
          <p:cNvPr id="25" name="Google Shape;551;p38">
            <a:extLst>
              <a:ext uri="{FF2B5EF4-FFF2-40B4-BE49-F238E27FC236}">
                <a16:creationId xmlns:a16="http://schemas.microsoft.com/office/drawing/2014/main" id="{CD83FF8F-63B7-0CEA-B429-A2BCF2BB7487}"/>
              </a:ext>
            </a:extLst>
          </p:cNvPr>
          <p:cNvSpPr/>
          <p:nvPr userDrawn="1"/>
        </p:nvSpPr>
        <p:spPr>
          <a:xfrm rot="10800000">
            <a:off x="6784410" y="2276623"/>
            <a:ext cx="1151397" cy="1274247"/>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Poppins"/>
              <a:ea typeface="Poppins"/>
              <a:cs typeface="Poppins"/>
              <a:sym typeface="Poppins"/>
            </a:endParaRPr>
          </a:p>
        </p:txBody>
      </p:sp>
      <p:pic>
        <p:nvPicPr>
          <p:cNvPr id="27" name="Gráfico 26">
            <a:extLst>
              <a:ext uri="{FF2B5EF4-FFF2-40B4-BE49-F238E27FC236}">
                <a16:creationId xmlns:a16="http://schemas.microsoft.com/office/drawing/2014/main" id="{0A2D55E2-F6DC-1B1A-6206-C9A21DB9570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937578" y="2478729"/>
            <a:ext cx="919981" cy="625587"/>
          </a:xfrm>
          <a:prstGeom prst="rect">
            <a:avLst/>
          </a:prstGeom>
        </p:spPr>
      </p:pic>
      <p:sp>
        <p:nvSpPr>
          <p:cNvPr id="26" name="Google Shape;553;p38">
            <a:extLst>
              <a:ext uri="{FF2B5EF4-FFF2-40B4-BE49-F238E27FC236}">
                <a16:creationId xmlns:a16="http://schemas.microsoft.com/office/drawing/2014/main" id="{5669D558-D8B7-9B54-34D3-9E8D442164C5}"/>
              </a:ext>
            </a:extLst>
          </p:cNvPr>
          <p:cNvSpPr/>
          <p:nvPr userDrawn="1"/>
        </p:nvSpPr>
        <p:spPr>
          <a:xfrm rot="10800000">
            <a:off x="13289486" y="2276623"/>
            <a:ext cx="1151397" cy="1274247"/>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pic>
        <p:nvPicPr>
          <p:cNvPr id="28" name="Gráfico 27">
            <a:extLst>
              <a:ext uri="{FF2B5EF4-FFF2-40B4-BE49-F238E27FC236}">
                <a16:creationId xmlns:a16="http://schemas.microsoft.com/office/drawing/2014/main" id="{2A2DE510-28AA-A9FA-EF96-ADC1ED86D10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3568672" y="2449466"/>
            <a:ext cx="675825" cy="661446"/>
          </a:xfrm>
          <a:prstGeom prst="rect">
            <a:avLst/>
          </a:prstGeom>
        </p:spPr>
      </p:pic>
      <p:sp>
        <p:nvSpPr>
          <p:cNvPr id="43" name="Espaço Reservado para Texto 42">
            <a:extLst>
              <a:ext uri="{FF2B5EF4-FFF2-40B4-BE49-F238E27FC236}">
                <a16:creationId xmlns:a16="http://schemas.microsoft.com/office/drawing/2014/main" id="{72E00D2B-696A-7CA4-B294-8A4F6F5EABA8}"/>
              </a:ext>
            </a:extLst>
          </p:cNvPr>
          <p:cNvSpPr>
            <a:spLocks noGrp="1"/>
          </p:cNvSpPr>
          <p:nvPr>
            <p:ph type="body" sz="quarter" idx="10"/>
          </p:nvPr>
        </p:nvSpPr>
        <p:spPr>
          <a:xfrm>
            <a:off x="4606925" y="928688"/>
            <a:ext cx="10020958" cy="724735"/>
          </a:xfrm>
          <a:prstGeom prst="rect">
            <a:avLst/>
          </a:prstGeom>
        </p:spPr>
        <p:txBody>
          <a:bodyPr/>
          <a:lstStyle/>
          <a:p>
            <a:pPr lvl="0"/>
            <a:endParaRPr lang="pt-BR"/>
          </a:p>
        </p:txBody>
      </p:sp>
      <p:sp>
        <p:nvSpPr>
          <p:cNvPr id="44" name="Espaço Reservado para Texto 42">
            <a:extLst>
              <a:ext uri="{FF2B5EF4-FFF2-40B4-BE49-F238E27FC236}">
                <a16:creationId xmlns:a16="http://schemas.microsoft.com/office/drawing/2014/main" id="{118B8204-3952-1CCE-5DDA-09799D963BDF}"/>
              </a:ext>
            </a:extLst>
          </p:cNvPr>
          <p:cNvSpPr>
            <a:spLocks noGrp="1"/>
          </p:cNvSpPr>
          <p:nvPr>
            <p:ph type="body" sz="quarter" idx="11"/>
          </p:nvPr>
        </p:nvSpPr>
        <p:spPr>
          <a:xfrm>
            <a:off x="641669" y="4538602"/>
            <a:ext cx="2798011" cy="642937"/>
          </a:xfrm>
          <a:prstGeom prst="rect">
            <a:avLst/>
          </a:prstGeom>
        </p:spPr>
        <p:txBody>
          <a:bodyPr/>
          <a:lstStyle/>
          <a:p>
            <a:pPr lvl="0"/>
            <a:endParaRPr lang="pt-BR"/>
          </a:p>
        </p:txBody>
      </p:sp>
      <p:sp>
        <p:nvSpPr>
          <p:cNvPr id="47" name="Espaço Reservado para Texto 42">
            <a:extLst>
              <a:ext uri="{FF2B5EF4-FFF2-40B4-BE49-F238E27FC236}">
                <a16:creationId xmlns:a16="http://schemas.microsoft.com/office/drawing/2014/main" id="{E46ABB28-D7A5-0F46-EF31-F1C12A67E799}"/>
              </a:ext>
            </a:extLst>
          </p:cNvPr>
          <p:cNvSpPr>
            <a:spLocks noGrp="1"/>
          </p:cNvSpPr>
          <p:nvPr>
            <p:ph type="body" sz="quarter" idx="12"/>
          </p:nvPr>
        </p:nvSpPr>
        <p:spPr>
          <a:xfrm>
            <a:off x="1387641" y="6084650"/>
            <a:ext cx="2758756" cy="642937"/>
          </a:xfrm>
          <a:prstGeom prst="rect">
            <a:avLst/>
          </a:prstGeom>
        </p:spPr>
        <p:txBody>
          <a:bodyPr/>
          <a:lstStyle/>
          <a:p>
            <a:pPr lvl="0"/>
            <a:endParaRPr lang="pt-BR"/>
          </a:p>
        </p:txBody>
      </p:sp>
      <p:sp>
        <p:nvSpPr>
          <p:cNvPr id="48" name="Espaço Reservado para Texto 42">
            <a:extLst>
              <a:ext uri="{FF2B5EF4-FFF2-40B4-BE49-F238E27FC236}">
                <a16:creationId xmlns:a16="http://schemas.microsoft.com/office/drawing/2014/main" id="{BF847B60-BEEF-1E56-730D-C01E43BCC2AB}"/>
              </a:ext>
            </a:extLst>
          </p:cNvPr>
          <p:cNvSpPr>
            <a:spLocks noGrp="1"/>
          </p:cNvSpPr>
          <p:nvPr>
            <p:ph type="body" sz="quarter" idx="13"/>
          </p:nvPr>
        </p:nvSpPr>
        <p:spPr>
          <a:xfrm>
            <a:off x="1359066" y="7270513"/>
            <a:ext cx="2758756" cy="642937"/>
          </a:xfrm>
          <a:prstGeom prst="rect">
            <a:avLst/>
          </a:prstGeom>
        </p:spPr>
        <p:txBody>
          <a:bodyPr/>
          <a:lstStyle/>
          <a:p>
            <a:pPr lvl="0"/>
            <a:endParaRPr lang="pt-BR"/>
          </a:p>
        </p:txBody>
      </p:sp>
      <p:pic>
        <p:nvPicPr>
          <p:cNvPr id="6" name="Imagem 5">
            <a:extLst>
              <a:ext uri="{FF2B5EF4-FFF2-40B4-BE49-F238E27FC236}">
                <a16:creationId xmlns:a16="http://schemas.microsoft.com/office/drawing/2014/main" id="{5D549938-AE9A-5DEE-753D-56F44355DC67}"/>
              </a:ext>
            </a:extLst>
          </p:cNvPr>
          <p:cNvPicPr>
            <a:picLocks/>
          </p:cNvPicPr>
          <p:nvPr userDrawn="1"/>
        </p:nvPicPr>
        <p:blipFill>
          <a:blip r:embed="rId4"/>
          <a:stretch>
            <a:fillRect/>
          </a:stretch>
        </p:blipFill>
        <p:spPr>
          <a:xfrm>
            <a:off x="396001" y="421201"/>
            <a:ext cx="3434405" cy="2390404"/>
          </a:xfrm>
          <a:prstGeom prst="rect">
            <a:avLst/>
          </a:prstGeom>
        </p:spPr>
      </p:pic>
      <p:sp>
        <p:nvSpPr>
          <p:cNvPr id="5" name="Google Shape;207;p37">
            <a:extLst>
              <a:ext uri="{FF2B5EF4-FFF2-40B4-BE49-F238E27FC236}">
                <a16:creationId xmlns:a16="http://schemas.microsoft.com/office/drawing/2014/main" id="{8D519054-56C9-E8DC-6002-F426D55631A8}"/>
              </a:ext>
            </a:extLst>
          </p:cNvPr>
          <p:cNvSpPr txBox="1"/>
          <p:nvPr userDrawn="1"/>
        </p:nvSpPr>
        <p:spPr>
          <a:xfrm>
            <a:off x="851621" y="1158906"/>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
        <p:nvSpPr>
          <p:cNvPr id="2" name="Google Shape;562;p38">
            <a:extLst>
              <a:ext uri="{FF2B5EF4-FFF2-40B4-BE49-F238E27FC236}">
                <a16:creationId xmlns:a16="http://schemas.microsoft.com/office/drawing/2014/main" id="{DC2E51EA-7A9E-03EB-F489-7558738ECDF2}"/>
              </a:ext>
            </a:extLst>
          </p:cNvPr>
          <p:cNvSpPr txBox="1"/>
          <p:nvPr userDrawn="1"/>
        </p:nvSpPr>
        <p:spPr>
          <a:xfrm>
            <a:off x="4958755" y="8923165"/>
            <a:ext cx="9285741"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pt-BR" sz="1800" b="1" i="0" u="none" strike="noStrike" cap="none" noProof="0">
                <a:solidFill>
                  <a:schemeClr val="dk1"/>
                </a:solidFill>
                <a:latin typeface="Poppins"/>
                <a:ea typeface="Poppins"/>
                <a:cs typeface="Poppins"/>
                <a:sym typeface="Poppins"/>
              </a:rPr>
              <a:t>Baixe o roteiro dessa atividade</a:t>
            </a:r>
            <a:endParaRPr lang="pt-BR" sz="1800" b="0" i="0" u="none" strike="noStrike" cap="none" noProof="0">
              <a:solidFill>
                <a:srgbClr val="000000"/>
              </a:solidFill>
              <a:latin typeface="Poppins"/>
              <a:ea typeface="Poppins"/>
              <a:cs typeface="Poppins"/>
              <a:sym typeface="Poppins"/>
            </a:endParaRPr>
          </a:p>
        </p:txBody>
      </p:sp>
      <p:pic>
        <p:nvPicPr>
          <p:cNvPr id="7" name="Imagem 6">
            <a:extLst>
              <a:ext uri="{FF2B5EF4-FFF2-40B4-BE49-F238E27FC236}">
                <a16:creationId xmlns:a16="http://schemas.microsoft.com/office/drawing/2014/main" id="{EC34FE3E-47A8-E9EA-DBAE-A2C1931AD7E3}"/>
              </a:ext>
            </a:extLst>
          </p:cNvPr>
          <p:cNvPicPr>
            <a:picLocks noChangeAspect="1"/>
          </p:cNvPicPr>
          <p:nvPr userDrawn="1"/>
        </p:nvPicPr>
        <p:blipFill>
          <a:blip r:embed="rId5"/>
          <a:stretch>
            <a:fillRect/>
          </a:stretch>
        </p:blipFill>
        <p:spPr>
          <a:xfrm>
            <a:off x="4353070" y="8693932"/>
            <a:ext cx="545339" cy="654407"/>
          </a:xfrm>
          <a:prstGeom prst="rect">
            <a:avLst/>
          </a:prstGeom>
        </p:spPr>
      </p:pic>
    </p:spTree>
    <p:extLst>
      <p:ext uri="{BB962C8B-B14F-4D97-AF65-F5344CB8AC3E}">
        <p14:creationId xmlns:p14="http://schemas.microsoft.com/office/powerpoint/2010/main" val="30738219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2_Atividade_Resposta" preserve="1" userDrawn="1">
  <p:cSld name="3_Atividade_Resposta">
    <p:spTree>
      <p:nvGrpSpPr>
        <p:cNvPr id="1" name="Shape 244"/>
        <p:cNvGrpSpPr/>
        <p:nvPr/>
      </p:nvGrpSpPr>
      <p:grpSpPr>
        <a:xfrm>
          <a:off x="0" y="0"/>
          <a:ext cx="0" cy="0"/>
          <a:chOff x="0" y="0"/>
          <a:chExt cx="0" cy="0"/>
        </a:xfrm>
      </p:grpSpPr>
      <p:pic>
        <p:nvPicPr>
          <p:cNvPr id="2" name="Google Shape;10;p29">
            <a:extLst>
              <a:ext uri="{FF2B5EF4-FFF2-40B4-BE49-F238E27FC236}">
                <a16:creationId xmlns:a16="http://schemas.microsoft.com/office/drawing/2014/main" id="{69B899E0-256B-4ABD-B3CF-5D0279BAB1DB}"/>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17414310" y="169102"/>
            <a:ext cx="648222" cy="304469"/>
          </a:xfrm>
          <a:prstGeom prst="rect">
            <a:avLst/>
          </a:prstGeom>
          <a:noFill/>
          <a:ln>
            <a:noFill/>
          </a:ln>
        </p:spPr>
      </p:pic>
      <p:sp>
        <p:nvSpPr>
          <p:cNvPr id="7" name="Espaço Reservado para Texto 6">
            <a:extLst>
              <a:ext uri="{FF2B5EF4-FFF2-40B4-BE49-F238E27FC236}">
                <a16:creationId xmlns:a16="http://schemas.microsoft.com/office/drawing/2014/main" id="{E128FBB6-9361-0CA4-4757-4C6494BD6187}"/>
              </a:ext>
            </a:extLst>
          </p:cNvPr>
          <p:cNvSpPr>
            <a:spLocks noGrp="1"/>
          </p:cNvSpPr>
          <p:nvPr>
            <p:ph type="body" sz="quarter" idx="10"/>
          </p:nvPr>
        </p:nvSpPr>
        <p:spPr>
          <a:xfrm>
            <a:off x="3950716" y="1987423"/>
            <a:ext cx="7497763" cy="1255713"/>
          </a:xfrm>
          <a:prstGeom prst="rect">
            <a:avLst/>
          </a:prstGeom>
        </p:spPr>
        <p:txBody>
          <a:bodyPr/>
          <a:lstStyle/>
          <a:p>
            <a:pPr lvl="0"/>
            <a:endParaRPr lang="pt-BR"/>
          </a:p>
        </p:txBody>
      </p:sp>
      <p:sp>
        <p:nvSpPr>
          <p:cNvPr id="8" name="Espaço Reservado para Texto 6">
            <a:extLst>
              <a:ext uri="{FF2B5EF4-FFF2-40B4-BE49-F238E27FC236}">
                <a16:creationId xmlns:a16="http://schemas.microsoft.com/office/drawing/2014/main" id="{004B621D-7063-CB00-D5F7-DD7041FE5E25}"/>
              </a:ext>
            </a:extLst>
          </p:cNvPr>
          <p:cNvSpPr>
            <a:spLocks noGrp="1"/>
          </p:cNvSpPr>
          <p:nvPr>
            <p:ph type="body" sz="quarter" idx="11"/>
          </p:nvPr>
        </p:nvSpPr>
        <p:spPr>
          <a:xfrm>
            <a:off x="3950716" y="3511423"/>
            <a:ext cx="7497763" cy="1255713"/>
          </a:xfrm>
          <a:prstGeom prst="rect">
            <a:avLst/>
          </a:prstGeom>
        </p:spPr>
        <p:txBody>
          <a:bodyPr/>
          <a:lstStyle/>
          <a:p>
            <a:pPr lvl="0"/>
            <a:endParaRPr lang="pt-BR"/>
          </a:p>
        </p:txBody>
      </p:sp>
      <p:sp>
        <p:nvSpPr>
          <p:cNvPr id="9" name="Espaço Reservado para Texto 6">
            <a:extLst>
              <a:ext uri="{FF2B5EF4-FFF2-40B4-BE49-F238E27FC236}">
                <a16:creationId xmlns:a16="http://schemas.microsoft.com/office/drawing/2014/main" id="{3ED50221-AC80-3CBF-59A1-8AAD3D8B7C43}"/>
              </a:ext>
            </a:extLst>
          </p:cNvPr>
          <p:cNvSpPr>
            <a:spLocks noGrp="1"/>
          </p:cNvSpPr>
          <p:nvPr>
            <p:ph type="body" sz="quarter" idx="12"/>
          </p:nvPr>
        </p:nvSpPr>
        <p:spPr>
          <a:xfrm>
            <a:off x="3950716" y="5047615"/>
            <a:ext cx="7497763" cy="1255713"/>
          </a:xfrm>
          <a:prstGeom prst="rect">
            <a:avLst/>
          </a:prstGeom>
        </p:spPr>
        <p:txBody>
          <a:bodyPr/>
          <a:lstStyle/>
          <a:p>
            <a:pPr lvl="0"/>
            <a:endParaRPr lang="pt-BR"/>
          </a:p>
        </p:txBody>
      </p:sp>
      <p:sp>
        <p:nvSpPr>
          <p:cNvPr id="10" name="Espaço Reservado para Texto 6">
            <a:extLst>
              <a:ext uri="{FF2B5EF4-FFF2-40B4-BE49-F238E27FC236}">
                <a16:creationId xmlns:a16="http://schemas.microsoft.com/office/drawing/2014/main" id="{5B12E8BA-EADA-382E-01AB-DEE52E919608}"/>
              </a:ext>
            </a:extLst>
          </p:cNvPr>
          <p:cNvSpPr>
            <a:spLocks noGrp="1"/>
          </p:cNvSpPr>
          <p:nvPr>
            <p:ph type="body" sz="quarter" idx="13"/>
          </p:nvPr>
        </p:nvSpPr>
        <p:spPr>
          <a:xfrm>
            <a:off x="3950716" y="6730111"/>
            <a:ext cx="7497763" cy="1255713"/>
          </a:xfrm>
          <a:prstGeom prst="rect">
            <a:avLst/>
          </a:prstGeom>
        </p:spPr>
        <p:txBody>
          <a:bodyPr/>
          <a:lstStyle/>
          <a:p>
            <a:pPr lvl="0"/>
            <a:endParaRPr lang="pt-BR"/>
          </a:p>
        </p:txBody>
      </p:sp>
    </p:spTree>
    <p:extLst>
      <p:ext uri="{BB962C8B-B14F-4D97-AF65-F5344CB8AC3E}">
        <p14:creationId xmlns:p14="http://schemas.microsoft.com/office/powerpoint/2010/main" val="188554503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4_Atividade_Resposta" userDrawn="1">
  <p:cSld name="4_Atividade_Resposta">
    <p:spTree>
      <p:nvGrpSpPr>
        <p:cNvPr id="1" name="Shape 278"/>
        <p:cNvGrpSpPr/>
        <p:nvPr/>
      </p:nvGrpSpPr>
      <p:grpSpPr>
        <a:xfrm>
          <a:off x="0" y="0"/>
          <a:ext cx="0" cy="0"/>
          <a:chOff x="0" y="0"/>
          <a:chExt cx="0" cy="0"/>
        </a:xfrm>
      </p:grpSpPr>
      <p:pic>
        <p:nvPicPr>
          <p:cNvPr id="7" name="Google Shape;142;p13">
            <a:extLst>
              <a:ext uri="{FF2B5EF4-FFF2-40B4-BE49-F238E27FC236}">
                <a16:creationId xmlns:a16="http://schemas.microsoft.com/office/drawing/2014/main" id="{62311955-DCFD-E5E0-4BE1-45BCC334272F}"/>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0" name="Google Shape;143;p13">
            <a:extLst>
              <a:ext uri="{FF2B5EF4-FFF2-40B4-BE49-F238E27FC236}">
                <a16:creationId xmlns:a16="http://schemas.microsoft.com/office/drawing/2014/main" id="{154BC10B-7016-CD9F-D902-61E68E782117}"/>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pic>
        <p:nvPicPr>
          <p:cNvPr id="9" name="Imagem 8">
            <a:extLst>
              <a:ext uri="{FF2B5EF4-FFF2-40B4-BE49-F238E27FC236}">
                <a16:creationId xmlns:a16="http://schemas.microsoft.com/office/drawing/2014/main" id="{0D2381DF-6511-69D4-1801-112543FD146D}"/>
              </a:ext>
            </a:extLst>
          </p:cNvPr>
          <p:cNvPicPr>
            <a:picLocks/>
          </p:cNvPicPr>
          <p:nvPr userDrawn="1"/>
        </p:nvPicPr>
        <p:blipFill>
          <a:blip r:embed="rId4"/>
          <a:stretch>
            <a:fillRect/>
          </a:stretch>
        </p:blipFill>
        <p:spPr>
          <a:xfrm>
            <a:off x="381601" y="327600"/>
            <a:ext cx="3434405" cy="2390404"/>
          </a:xfrm>
          <a:prstGeom prst="rect">
            <a:avLst/>
          </a:prstGeom>
        </p:spPr>
      </p:pic>
      <p:sp>
        <p:nvSpPr>
          <p:cNvPr id="20" name="Google Shape;101;p34">
            <a:extLst>
              <a:ext uri="{FF2B5EF4-FFF2-40B4-BE49-F238E27FC236}">
                <a16:creationId xmlns:a16="http://schemas.microsoft.com/office/drawing/2014/main" id="{755F0519-A467-B3A9-0C34-2A291715819C}"/>
              </a:ext>
            </a:extLst>
          </p:cNvPr>
          <p:cNvSpPr txBox="1"/>
          <p:nvPr userDrawn="1"/>
        </p:nvSpPr>
        <p:spPr>
          <a:xfrm>
            <a:off x="710238" y="1045716"/>
            <a:ext cx="2744693"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chemeClr val="lt1"/>
                </a:solidFill>
                <a:latin typeface="Poppins Light" pitchFamily="2" charset="77"/>
                <a:ea typeface="Poppins Medium"/>
                <a:cs typeface="Poppins Light" pitchFamily="2" charset="77"/>
                <a:sym typeface="Poppins Medium"/>
              </a:rPr>
              <a:t>Construindo o</a:t>
            </a:r>
            <a:r>
              <a:rPr lang="pt-BR" sz="3500" b="0" i="0" u="none" strike="noStrike" cap="none">
                <a:solidFill>
                  <a:schemeClr val="lt1"/>
                </a:solidFill>
                <a:latin typeface="Poppins Medium"/>
                <a:ea typeface="Poppins Medium"/>
                <a:cs typeface="Poppins Medium"/>
                <a:sym typeface="Poppins Medium"/>
              </a:rPr>
              <a:t> </a:t>
            </a:r>
            <a:r>
              <a:rPr lang="pt-BR" sz="3500" b="1" i="0" u="none" strike="noStrike" cap="none">
                <a:solidFill>
                  <a:schemeClr val="lt1"/>
                </a:solidFill>
                <a:latin typeface="Poppins" pitchFamily="2" charset="77"/>
                <a:ea typeface="Poppins"/>
                <a:cs typeface="Poppins" pitchFamily="2" charset="77"/>
                <a:sym typeface="Poppins"/>
              </a:rPr>
              <a:t>conceito</a:t>
            </a:r>
            <a:endParaRPr sz="3500" b="1" i="0" u="none" strike="noStrike" cap="none">
              <a:solidFill>
                <a:schemeClr val="lt1"/>
              </a:solidFill>
              <a:latin typeface="Poppins" pitchFamily="2" charset="77"/>
              <a:ea typeface="Poppins Light"/>
              <a:cs typeface="Poppins" pitchFamily="2" charset="77"/>
              <a:sym typeface="Poppins Light"/>
            </a:endParaRPr>
          </a:p>
        </p:txBody>
      </p:sp>
      <p:sp>
        <p:nvSpPr>
          <p:cNvPr id="3" name="Espaço Reservado para Texto 2">
            <a:extLst>
              <a:ext uri="{FF2B5EF4-FFF2-40B4-BE49-F238E27FC236}">
                <a16:creationId xmlns:a16="http://schemas.microsoft.com/office/drawing/2014/main" id="{D7D28187-226F-E3DD-F060-C6E3A0CAB137}"/>
              </a:ext>
            </a:extLst>
          </p:cNvPr>
          <p:cNvSpPr>
            <a:spLocks noGrp="1"/>
          </p:cNvSpPr>
          <p:nvPr>
            <p:ph type="body" sz="quarter" idx="10"/>
          </p:nvPr>
        </p:nvSpPr>
        <p:spPr>
          <a:xfrm>
            <a:off x="4705138" y="1584325"/>
            <a:ext cx="4437062" cy="781050"/>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6" name="Espaço Reservado para Texto 2">
            <a:extLst>
              <a:ext uri="{FF2B5EF4-FFF2-40B4-BE49-F238E27FC236}">
                <a16:creationId xmlns:a16="http://schemas.microsoft.com/office/drawing/2014/main" id="{E5E364D4-70BF-D832-6CD8-8AA38383BC30}"/>
              </a:ext>
            </a:extLst>
          </p:cNvPr>
          <p:cNvSpPr>
            <a:spLocks noGrp="1"/>
          </p:cNvSpPr>
          <p:nvPr>
            <p:ph type="body" sz="quarter" idx="11"/>
          </p:nvPr>
        </p:nvSpPr>
        <p:spPr>
          <a:xfrm>
            <a:off x="4705138" y="2657221"/>
            <a:ext cx="4437062" cy="781050"/>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14" name="Espaço Reservado para Texto 2">
            <a:extLst>
              <a:ext uri="{FF2B5EF4-FFF2-40B4-BE49-F238E27FC236}">
                <a16:creationId xmlns:a16="http://schemas.microsoft.com/office/drawing/2014/main" id="{6635037C-CB9A-2CD2-804D-40A7B5EAE2EC}"/>
              </a:ext>
            </a:extLst>
          </p:cNvPr>
          <p:cNvSpPr>
            <a:spLocks noGrp="1"/>
          </p:cNvSpPr>
          <p:nvPr>
            <p:ph type="body" sz="quarter" idx="12"/>
          </p:nvPr>
        </p:nvSpPr>
        <p:spPr>
          <a:xfrm>
            <a:off x="4705138" y="3876421"/>
            <a:ext cx="4437062" cy="781050"/>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15" name="Espaço Reservado para Texto 2">
            <a:extLst>
              <a:ext uri="{FF2B5EF4-FFF2-40B4-BE49-F238E27FC236}">
                <a16:creationId xmlns:a16="http://schemas.microsoft.com/office/drawing/2014/main" id="{01996C14-7129-E7C7-2595-22416FCECFCD}"/>
              </a:ext>
            </a:extLst>
          </p:cNvPr>
          <p:cNvSpPr>
            <a:spLocks noGrp="1"/>
          </p:cNvSpPr>
          <p:nvPr>
            <p:ph type="body" sz="quarter" idx="13"/>
          </p:nvPr>
        </p:nvSpPr>
        <p:spPr>
          <a:xfrm>
            <a:off x="9752626" y="1584325"/>
            <a:ext cx="4437062" cy="781050"/>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21" name="Espaço Reservado para Texto 2">
            <a:extLst>
              <a:ext uri="{FF2B5EF4-FFF2-40B4-BE49-F238E27FC236}">
                <a16:creationId xmlns:a16="http://schemas.microsoft.com/office/drawing/2014/main" id="{4A101612-8D52-AC1F-7094-C5F163D547CE}"/>
              </a:ext>
            </a:extLst>
          </p:cNvPr>
          <p:cNvSpPr>
            <a:spLocks noGrp="1"/>
          </p:cNvSpPr>
          <p:nvPr>
            <p:ph type="body" sz="quarter" idx="14"/>
          </p:nvPr>
        </p:nvSpPr>
        <p:spPr>
          <a:xfrm>
            <a:off x="9752626" y="2657221"/>
            <a:ext cx="4437062" cy="781050"/>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22" name="Espaço Reservado para Texto 2">
            <a:extLst>
              <a:ext uri="{FF2B5EF4-FFF2-40B4-BE49-F238E27FC236}">
                <a16:creationId xmlns:a16="http://schemas.microsoft.com/office/drawing/2014/main" id="{A1A4B5C1-CEBA-C0D2-D696-81531A12E91F}"/>
              </a:ext>
            </a:extLst>
          </p:cNvPr>
          <p:cNvSpPr>
            <a:spLocks noGrp="1"/>
          </p:cNvSpPr>
          <p:nvPr>
            <p:ph type="body" sz="quarter" idx="15"/>
          </p:nvPr>
        </p:nvSpPr>
        <p:spPr>
          <a:xfrm>
            <a:off x="9752626" y="3876421"/>
            <a:ext cx="4437062" cy="781050"/>
          </a:xfrm>
          <a:prstGeom prst="rect">
            <a:avLst/>
          </a:prstGeom>
        </p:spPr>
        <p:txBody>
          <a:bodyPr/>
          <a:lstStyle>
            <a:lvl1pPr>
              <a:defRPr sz="180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96351722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1_Atividade_embranco" preserve="1" userDrawn="1">
  <p:cSld name="1_Atividade_embranco">
    <p:spTree>
      <p:nvGrpSpPr>
        <p:cNvPr id="1" name="Shape 307"/>
        <p:cNvGrpSpPr/>
        <p:nvPr/>
      </p:nvGrpSpPr>
      <p:grpSpPr>
        <a:xfrm>
          <a:off x="0" y="0"/>
          <a:ext cx="0" cy="0"/>
          <a:chOff x="0" y="0"/>
          <a:chExt cx="0" cy="0"/>
        </a:xfrm>
      </p:grpSpPr>
      <p:sp>
        <p:nvSpPr>
          <p:cNvPr id="3" name="Espaço Reservado para Imagem 2">
            <a:extLst>
              <a:ext uri="{FF2B5EF4-FFF2-40B4-BE49-F238E27FC236}">
                <a16:creationId xmlns:a16="http://schemas.microsoft.com/office/drawing/2014/main" id="{CF0416F6-09BD-9981-848C-F13A11B9AEB6}"/>
              </a:ext>
            </a:extLst>
          </p:cNvPr>
          <p:cNvSpPr>
            <a:spLocks noGrp="1"/>
          </p:cNvSpPr>
          <p:nvPr>
            <p:ph type="pic" sz="quarter" idx="10"/>
          </p:nvPr>
        </p:nvSpPr>
        <p:spPr>
          <a:xfrm>
            <a:off x="0" y="0"/>
            <a:ext cx="18288000" cy="10287000"/>
          </a:xfrm>
          <a:prstGeom prst="rect">
            <a:avLst/>
          </a:prstGeom>
          <a:solidFill>
            <a:schemeClr val="bg1">
              <a:lumMod val="85000"/>
            </a:schemeClr>
          </a:solidFill>
        </p:spPr>
        <p:txBody>
          <a:bodyPr/>
          <a:lstStyle>
            <a:lvl1pPr>
              <a:defRPr sz="1800">
                <a:latin typeface="Poppins" pitchFamily="2" charset="77"/>
                <a:cs typeface="Poppins" pitchFamily="2" charset="77"/>
              </a:defRPr>
            </a:lvl1pPr>
          </a:lstStyle>
          <a:p>
            <a:endParaRPr lang="pt-BR"/>
          </a:p>
        </p:txBody>
      </p:sp>
      <p:sp>
        <p:nvSpPr>
          <p:cNvPr id="4" name="Espaço Reservado para Mídia 3">
            <a:extLst>
              <a:ext uri="{FF2B5EF4-FFF2-40B4-BE49-F238E27FC236}">
                <a16:creationId xmlns:a16="http://schemas.microsoft.com/office/drawing/2014/main" id="{93F045AC-FA97-1D94-5C54-6BC8931024B8}"/>
              </a:ext>
            </a:extLst>
          </p:cNvPr>
          <p:cNvSpPr>
            <a:spLocks noGrp="1"/>
          </p:cNvSpPr>
          <p:nvPr>
            <p:ph type="media" sz="quarter" idx="11"/>
          </p:nvPr>
        </p:nvSpPr>
        <p:spPr>
          <a:xfrm>
            <a:off x="1293813" y="1331913"/>
            <a:ext cx="6138862" cy="5408612"/>
          </a:xfrm>
          <a:prstGeom prst="rect">
            <a:avLst/>
          </a:prstGeom>
        </p:spPr>
        <p:txBody>
          <a:bodyPr/>
          <a:lstStyle/>
          <a:p>
            <a:endParaRPr lang="pt-BR"/>
          </a:p>
        </p:txBody>
      </p:sp>
    </p:spTree>
    <p:extLst>
      <p:ext uri="{BB962C8B-B14F-4D97-AF65-F5344CB8AC3E}">
        <p14:creationId xmlns:p14="http://schemas.microsoft.com/office/powerpoint/2010/main" val="87233369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3_Atividade_seminario2" userDrawn="1">
  <p:cSld name="3_Atividade_seminario2">
    <p:spTree>
      <p:nvGrpSpPr>
        <p:cNvPr id="1" name="Shape 452"/>
        <p:cNvGrpSpPr/>
        <p:nvPr/>
      </p:nvGrpSpPr>
      <p:grpSpPr>
        <a:xfrm>
          <a:off x="0" y="0"/>
          <a:ext cx="0" cy="0"/>
          <a:chOff x="0" y="0"/>
          <a:chExt cx="0" cy="0"/>
        </a:xfrm>
      </p:grpSpPr>
      <p:pic>
        <p:nvPicPr>
          <p:cNvPr id="8" name="Google Shape;142;p13">
            <a:extLst>
              <a:ext uri="{FF2B5EF4-FFF2-40B4-BE49-F238E27FC236}">
                <a16:creationId xmlns:a16="http://schemas.microsoft.com/office/drawing/2014/main" id="{76FE7B37-D030-ED6E-D3A2-85DDABCD607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9" name="Google Shape;143;p13">
            <a:extLst>
              <a:ext uri="{FF2B5EF4-FFF2-40B4-BE49-F238E27FC236}">
                <a16:creationId xmlns:a16="http://schemas.microsoft.com/office/drawing/2014/main" id="{55D8F3B4-A380-923A-F31D-E30122AF367F}"/>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461" name="Google Shape;461;p35"/>
          <p:cNvSpPr txBox="1">
            <a:spLocks noGrp="1"/>
          </p:cNvSpPr>
          <p:nvPr>
            <p:ph type="body" idx="1"/>
          </p:nvPr>
        </p:nvSpPr>
        <p:spPr>
          <a:xfrm>
            <a:off x="7991845" y="1965148"/>
            <a:ext cx="6126933" cy="97054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80"/>
              </a:spcBef>
              <a:spcAft>
                <a:spcPts val="0"/>
              </a:spcAft>
              <a:buClr>
                <a:schemeClr val="dk1"/>
              </a:buClr>
              <a:buSzPts val="1900"/>
              <a:buFont typeface="Poppins"/>
              <a:buNone/>
              <a:defRPr sz="19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464" name="Google Shape;464;p35"/>
          <p:cNvSpPr txBox="1">
            <a:spLocks noGrp="1"/>
          </p:cNvSpPr>
          <p:nvPr>
            <p:ph type="body" idx="2"/>
          </p:nvPr>
        </p:nvSpPr>
        <p:spPr>
          <a:xfrm>
            <a:off x="7991845" y="4071552"/>
            <a:ext cx="6126933" cy="97054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80"/>
              </a:spcBef>
              <a:spcAft>
                <a:spcPts val="0"/>
              </a:spcAft>
              <a:buClr>
                <a:schemeClr val="dk1"/>
              </a:buClr>
              <a:buSzPts val="1900"/>
              <a:buFont typeface="Poppins"/>
              <a:buNone/>
              <a:defRPr sz="19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467" name="Google Shape;467;p35"/>
          <p:cNvSpPr txBox="1">
            <a:spLocks noGrp="1"/>
          </p:cNvSpPr>
          <p:nvPr>
            <p:ph type="body" idx="3"/>
          </p:nvPr>
        </p:nvSpPr>
        <p:spPr>
          <a:xfrm>
            <a:off x="7991845" y="6229108"/>
            <a:ext cx="6126933" cy="97054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80"/>
              </a:spcBef>
              <a:spcAft>
                <a:spcPts val="0"/>
              </a:spcAft>
              <a:buClr>
                <a:schemeClr val="dk1"/>
              </a:buClr>
              <a:buSzPts val="1900"/>
              <a:buFont typeface="Poppins"/>
              <a:buNone/>
              <a:defRPr sz="19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470" name="Google Shape;470;p35"/>
          <p:cNvSpPr txBox="1">
            <a:spLocks noGrp="1"/>
          </p:cNvSpPr>
          <p:nvPr>
            <p:ph type="body" idx="4"/>
          </p:nvPr>
        </p:nvSpPr>
        <p:spPr>
          <a:xfrm>
            <a:off x="7991845" y="8335512"/>
            <a:ext cx="6126933" cy="97054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80"/>
              </a:spcBef>
              <a:spcAft>
                <a:spcPts val="0"/>
              </a:spcAft>
              <a:buClr>
                <a:schemeClr val="dk1"/>
              </a:buClr>
              <a:buSzPts val="1900"/>
              <a:buFont typeface="Poppins"/>
              <a:buNone/>
              <a:defRPr sz="19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471" name="Google Shape;471;p35"/>
          <p:cNvSpPr txBox="1">
            <a:spLocks noGrp="1"/>
          </p:cNvSpPr>
          <p:nvPr>
            <p:ph type="body" idx="5"/>
          </p:nvPr>
        </p:nvSpPr>
        <p:spPr>
          <a:xfrm>
            <a:off x="789868" y="5487140"/>
            <a:ext cx="3605134" cy="389850"/>
          </a:xfrm>
          <a:prstGeom prst="rect">
            <a:avLst/>
          </a:prstGeom>
          <a:noFill/>
          <a:ln>
            <a:noFill/>
          </a:ln>
        </p:spPr>
        <p:txBody>
          <a:bodyPr spcFirstLastPara="1" wrap="square" lIns="0" tIns="0" rIns="0" bIns="0" anchor="t" anchorCtr="0">
            <a:spAutoFit/>
          </a:bodyPr>
          <a:lstStyle>
            <a:lvl1pPr marL="0" marR="0" lvl="0" indent="-228600" algn="l" rtl="0">
              <a:lnSpc>
                <a:spcPct val="100000"/>
              </a:lnSpc>
              <a:spcBef>
                <a:spcPts val="440"/>
              </a:spcBef>
              <a:spcAft>
                <a:spcPts val="0"/>
              </a:spcAft>
              <a:buClr>
                <a:schemeClr val="dk1"/>
              </a:buClr>
              <a:buSzPts val="2200"/>
              <a:buFont typeface="Poppins"/>
              <a:buNone/>
              <a:defRPr sz="22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472" name="Google Shape;472;p35"/>
          <p:cNvSpPr txBox="1">
            <a:spLocks noGrp="1"/>
          </p:cNvSpPr>
          <p:nvPr>
            <p:ph type="body" idx="6" hasCustomPrompt="1"/>
          </p:nvPr>
        </p:nvSpPr>
        <p:spPr>
          <a:xfrm>
            <a:off x="1281736" y="7162503"/>
            <a:ext cx="2599581" cy="411041"/>
          </a:xfrm>
          <a:prstGeom prst="rect">
            <a:avLst/>
          </a:prstGeom>
          <a:noFill/>
          <a:ln>
            <a:noFill/>
          </a:ln>
        </p:spPr>
        <p:txBody>
          <a:bodyPr spcFirstLastPara="1" wrap="square" lIns="91425" tIns="45700" rIns="91425" bIns="45700" anchor="t" anchorCtr="0">
            <a:noAutofit/>
          </a:bodyPr>
          <a:lstStyle>
            <a:lvl1pPr marL="0" marR="0" lvl="0" indent="-228600" algn="l" rtl="0">
              <a:lnSpc>
                <a:spcPct val="100000"/>
              </a:lnSpc>
              <a:spcBef>
                <a:spcPts val="340"/>
              </a:spcBef>
              <a:spcAft>
                <a:spcPts val="0"/>
              </a:spcAft>
              <a:buClr>
                <a:schemeClr val="dk1"/>
              </a:buClr>
              <a:buSzPts val="1700"/>
              <a:buFont typeface="Poppins"/>
              <a:buNone/>
              <a:defRPr sz="1700" b="1" i="0" u="none" strike="noStrike" cap="none">
                <a:solidFill>
                  <a:schemeClr val="tx1"/>
                </a:solidFill>
                <a:latin typeface="Poppins"/>
                <a:ea typeface="Poppins"/>
                <a:cs typeface="Poppins"/>
                <a:sym typeface="Poppins"/>
              </a:defRPr>
            </a:lvl1pPr>
            <a:lvl2pPr marL="914400" marR="0" lvl="1" indent="-342900" algn="l" rtl="0">
              <a:lnSpc>
                <a:spcPct val="100000"/>
              </a:lnSpc>
              <a:spcBef>
                <a:spcPts val="360"/>
              </a:spcBef>
              <a:spcAft>
                <a:spcPts val="0"/>
              </a:spcAft>
              <a:buClr>
                <a:schemeClr val="dk1"/>
              </a:buClr>
              <a:buSzPts val="1800"/>
              <a:buFont typeface="Poppins"/>
              <a:buChar char="–"/>
              <a:defRPr sz="1800" b="1" i="0" u="none" strike="noStrike" cap="none">
                <a:solidFill>
                  <a:schemeClr val="dk1"/>
                </a:solidFill>
                <a:latin typeface="Poppins"/>
                <a:ea typeface="Poppins"/>
                <a:cs typeface="Poppins"/>
                <a:sym typeface="Poppins"/>
              </a:defRPr>
            </a:lvl2pPr>
            <a:lvl3pPr marL="1371600" marR="0" lvl="2" indent="-342900" algn="l" rtl="0">
              <a:lnSpc>
                <a:spcPct val="100000"/>
              </a:lnSpc>
              <a:spcBef>
                <a:spcPts val="360"/>
              </a:spcBef>
              <a:spcAft>
                <a:spcPts val="0"/>
              </a:spcAft>
              <a:buClr>
                <a:schemeClr val="dk1"/>
              </a:buClr>
              <a:buSzPts val="1800"/>
              <a:buFont typeface="Poppins"/>
              <a:buChar char="•"/>
              <a:defRPr sz="1800" b="1" i="0" u="none" strike="noStrike" cap="none">
                <a:solidFill>
                  <a:schemeClr val="dk1"/>
                </a:solidFill>
                <a:latin typeface="Poppins"/>
                <a:ea typeface="Poppins"/>
                <a:cs typeface="Poppins"/>
                <a:sym typeface="Poppins"/>
              </a:defRPr>
            </a:lvl3pPr>
            <a:lvl4pPr marL="1828800" marR="0" lvl="3" indent="-342900" algn="l" rtl="0">
              <a:lnSpc>
                <a:spcPct val="100000"/>
              </a:lnSpc>
              <a:spcBef>
                <a:spcPts val="360"/>
              </a:spcBef>
              <a:spcAft>
                <a:spcPts val="0"/>
              </a:spcAft>
              <a:buClr>
                <a:schemeClr val="dk1"/>
              </a:buClr>
              <a:buSzPts val="1800"/>
              <a:buFont typeface="Poppins"/>
              <a:buChar char="–"/>
              <a:defRPr sz="1800" b="1" i="0" u="none" strike="noStrike" cap="none">
                <a:solidFill>
                  <a:schemeClr val="dk1"/>
                </a:solidFill>
                <a:latin typeface="Poppins"/>
                <a:ea typeface="Poppins"/>
                <a:cs typeface="Poppins"/>
                <a:sym typeface="Poppins"/>
              </a:defRPr>
            </a:lvl4pPr>
            <a:lvl5pPr marL="2286000" marR="0" lvl="4" indent="-342900" algn="l" rtl="0">
              <a:lnSpc>
                <a:spcPct val="100000"/>
              </a:lnSpc>
              <a:spcBef>
                <a:spcPts val="360"/>
              </a:spcBef>
              <a:spcAft>
                <a:spcPts val="0"/>
              </a:spcAft>
              <a:buClr>
                <a:schemeClr val="dk1"/>
              </a:buClr>
              <a:buSzPts val="1800"/>
              <a:buFont typeface="Poppins"/>
              <a:buChar char="»"/>
              <a:defRPr sz="1800" b="1"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pPr marL="0" marR="0" lvl="0" indent="-228600" algn="l" defTabSz="914400" rtl="0" eaLnBrk="1" fontAlgn="auto" latinLnBrk="0" hangingPunct="1">
              <a:lnSpc>
                <a:spcPct val="100000"/>
              </a:lnSpc>
              <a:spcBef>
                <a:spcPts val="340"/>
              </a:spcBef>
              <a:spcAft>
                <a:spcPts val="0"/>
              </a:spcAft>
              <a:buClr>
                <a:schemeClr val="dk1"/>
              </a:buClr>
              <a:buSzPts val="1700"/>
              <a:buFont typeface="Poppins"/>
              <a:buNone/>
              <a:tabLst/>
              <a:defRPr/>
            </a:pPr>
            <a:r>
              <a:rPr lang="pt-BR"/>
              <a:t>Próxima aula</a:t>
            </a:r>
          </a:p>
          <a:p>
            <a:endParaRPr/>
          </a:p>
        </p:txBody>
      </p:sp>
      <p:sp>
        <p:nvSpPr>
          <p:cNvPr id="473" name="Google Shape;473;p35"/>
          <p:cNvSpPr txBox="1">
            <a:spLocks noGrp="1"/>
          </p:cNvSpPr>
          <p:nvPr>
            <p:ph type="body" idx="7" hasCustomPrompt="1"/>
          </p:nvPr>
        </p:nvSpPr>
        <p:spPr>
          <a:xfrm>
            <a:off x="1323319" y="7826404"/>
            <a:ext cx="2557998" cy="411040"/>
          </a:xfrm>
          <a:prstGeom prst="rect">
            <a:avLst/>
          </a:prstGeom>
          <a:noFill/>
          <a:ln>
            <a:noFill/>
          </a:ln>
        </p:spPr>
        <p:txBody>
          <a:bodyPr spcFirstLastPara="1" wrap="square" lIns="91425" tIns="45700" rIns="91425" bIns="45700" anchor="t" anchorCtr="0">
            <a:noAutofit/>
          </a:bodyPr>
          <a:lstStyle>
            <a:lvl1pPr marL="0" marR="0" lvl="0" indent="-228600" algn="l" rtl="0">
              <a:lnSpc>
                <a:spcPct val="100000"/>
              </a:lnSpc>
              <a:spcBef>
                <a:spcPts val="340"/>
              </a:spcBef>
              <a:spcAft>
                <a:spcPts val="0"/>
              </a:spcAft>
              <a:buClr>
                <a:schemeClr val="dk1"/>
              </a:buClr>
              <a:buSzPts val="1700"/>
              <a:buFont typeface="Poppins"/>
              <a:buNone/>
              <a:defRPr sz="1700" b="1" i="0" u="none" strike="noStrike" cap="none">
                <a:solidFill>
                  <a:schemeClr val="tx1"/>
                </a:solidFill>
                <a:latin typeface="Poppins"/>
                <a:ea typeface="Poppins"/>
                <a:cs typeface="Poppins"/>
                <a:sym typeface="Poppins"/>
              </a:defRPr>
            </a:lvl1pPr>
            <a:lvl2pPr marL="914400" marR="0" lvl="1" indent="-342900" algn="l" rtl="0">
              <a:lnSpc>
                <a:spcPct val="100000"/>
              </a:lnSpc>
              <a:spcBef>
                <a:spcPts val="360"/>
              </a:spcBef>
              <a:spcAft>
                <a:spcPts val="0"/>
              </a:spcAft>
              <a:buClr>
                <a:schemeClr val="dk1"/>
              </a:buClr>
              <a:buSzPts val="1800"/>
              <a:buFont typeface="Poppins"/>
              <a:buChar char="–"/>
              <a:defRPr sz="1800" b="1" i="0" u="none" strike="noStrike" cap="none">
                <a:solidFill>
                  <a:schemeClr val="dk1"/>
                </a:solidFill>
                <a:latin typeface="Poppins"/>
                <a:ea typeface="Poppins"/>
                <a:cs typeface="Poppins"/>
                <a:sym typeface="Poppins"/>
              </a:defRPr>
            </a:lvl2pPr>
            <a:lvl3pPr marL="1371600" marR="0" lvl="2" indent="-342900" algn="l" rtl="0">
              <a:lnSpc>
                <a:spcPct val="100000"/>
              </a:lnSpc>
              <a:spcBef>
                <a:spcPts val="360"/>
              </a:spcBef>
              <a:spcAft>
                <a:spcPts val="0"/>
              </a:spcAft>
              <a:buClr>
                <a:schemeClr val="dk1"/>
              </a:buClr>
              <a:buSzPts val="1800"/>
              <a:buFont typeface="Poppins"/>
              <a:buChar char="•"/>
              <a:defRPr sz="1800" b="1" i="0" u="none" strike="noStrike" cap="none">
                <a:solidFill>
                  <a:schemeClr val="dk1"/>
                </a:solidFill>
                <a:latin typeface="Poppins"/>
                <a:ea typeface="Poppins"/>
                <a:cs typeface="Poppins"/>
                <a:sym typeface="Poppins"/>
              </a:defRPr>
            </a:lvl3pPr>
            <a:lvl4pPr marL="1828800" marR="0" lvl="3" indent="-342900" algn="l" rtl="0">
              <a:lnSpc>
                <a:spcPct val="100000"/>
              </a:lnSpc>
              <a:spcBef>
                <a:spcPts val="360"/>
              </a:spcBef>
              <a:spcAft>
                <a:spcPts val="0"/>
              </a:spcAft>
              <a:buClr>
                <a:schemeClr val="dk1"/>
              </a:buClr>
              <a:buSzPts val="1800"/>
              <a:buFont typeface="Poppins"/>
              <a:buChar char="–"/>
              <a:defRPr sz="1800" b="1" i="0" u="none" strike="noStrike" cap="none">
                <a:solidFill>
                  <a:schemeClr val="dk1"/>
                </a:solidFill>
                <a:latin typeface="Poppins"/>
                <a:ea typeface="Poppins"/>
                <a:cs typeface="Poppins"/>
                <a:sym typeface="Poppins"/>
              </a:defRPr>
            </a:lvl4pPr>
            <a:lvl5pPr marL="2286000" marR="0" lvl="4" indent="-342900" algn="l" rtl="0">
              <a:lnSpc>
                <a:spcPct val="100000"/>
              </a:lnSpc>
              <a:spcBef>
                <a:spcPts val="360"/>
              </a:spcBef>
              <a:spcAft>
                <a:spcPts val="0"/>
              </a:spcAft>
              <a:buClr>
                <a:schemeClr val="dk1"/>
              </a:buClr>
              <a:buSzPts val="1800"/>
              <a:buFont typeface="Poppins"/>
              <a:buChar char="»"/>
              <a:defRPr sz="1800" b="1"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pPr marL="0" marR="0" lvl="0" indent="0" algn="l" rtl="0">
              <a:lnSpc>
                <a:spcPct val="100000"/>
              </a:lnSpc>
              <a:spcBef>
                <a:spcPts val="340"/>
              </a:spcBef>
              <a:spcAft>
                <a:spcPts val="0"/>
              </a:spcAft>
              <a:buClr>
                <a:schemeClr val="dk1"/>
              </a:buClr>
              <a:buSzPts val="1700"/>
              <a:buFont typeface="Poppins"/>
              <a:buNone/>
            </a:pPr>
            <a:r>
              <a:rPr lang="pt-BR"/>
              <a:t>Em grupo</a:t>
            </a:r>
          </a:p>
          <a:p>
            <a:endParaRPr/>
          </a:p>
        </p:txBody>
      </p:sp>
      <p:pic>
        <p:nvPicPr>
          <p:cNvPr id="6" name="Imagem 5">
            <a:extLst>
              <a:ext uri="{FF2B5EF4-FFF2-40B4-BE49-F238E27FC236}">
                <a16:creationId xmlns:a16="http://schemas.microsoft.com/office/drawing/2014/main" id="{8AF6D88F-DF67-51BD-F464-FAF9CF9C55D8}"/>
              </a:ext>
            </a:extLst>
          </p:cNvPr>
          <p:cNvPicPr>
            <a:picLocks/>
          </p:cNvPicPr>
          <p:nvPr userDrawn="1"/>
        </p:nvPicPr>
        <p:blipFill>
          <a:blip r:embed="rId4"/>
          <a:stretch>
            <a:fillRect/>
          </a:stretch>
        </p:blipFill>
        <p:spPr>
          <a:xfrm>
            <a:off x="396001" y="421201"/>
            <a:ext cx="3434405" cy="2390404"/>
          </a:xfrm>
          <a:prstGeom prst="rect">
            <a:avLst/>
          </a:prstGeom>
        </p:spPr>
      </p:pic>
      <p:sp>
        <p:nvSpPr>
          <p:cNvPr id="20" name="Google Shape;207;p37">
            <a:extLst>
              <a:ext uri="{FF2B5EF4-FFF2-40B4-BE49-F238E27FC236}">
                <a16:creationId xmlns:a16="http://schemas.microsoft.com/office/drawing/2014/main" id="{DB3C8286-CA88-74E6-AE05-F1CEAB254481}"/>
              </a:ext>
            </a:extLst>
          </p:cNvPr>
          <p:cNvSpPr txBox="1"/>
          <p:nvPr userDrawn="1"/>
        </p:nvSpPr>
        <p:spPr>
          <a:xfrm>
            <a:off x="851621" y="1158906"/>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1269655727"/>
      </p:ext>
    </p:extLst>
  </p:cSld>
  <p:clrMapOvr>
    <a:masterClrMapping/>
  </p:clrMapOvr>
  <p:extLst>
    <p:ext uri="{DCECCB84-F9BA-43D5-87BE-67443E8EF086}">
      <p15:sldGuideLst xmlns:p15="http://schemas.microsoft.com/office/powerpoint/2012/main">
        <p15:guide id="1" orient="horz" pos="3240">
          <p15:clr>
            <a:srgbClr val="FBAE40"/>
          </p15:clr>
        </p15:guide>
        <p15:guide id="2" pos="5216">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endParaRPr lang="en-US"/>
          </a:p>
        </p:txBody>
      </p:sp>
      <p:sp>
        <p:nvSpPr>
          <p:cNvPr id="5" name="CaixaDeTexto 4">
            <a:extLst>
              <a:ext uri="{FF2B5EF4-FFF2-40B4-BE49-F238E27FC236}">
                <a16:creationId xmlns:a16="http://schemas.microsoft.com/office/drawing/2014/main" id="{692551E1-A191-4E27-15C4-E0C7232A5F0E}"/>
              </a:ext>
            </a:extLst>
          </p:cNvPr>
          <p:cNvSpPr txBox="1"/>
          <p:nvPr userDrawn="1"/>
        </p:nvSpPr>
        <p:spPr>
          <a:xfrm>
            <a:off x="900113" y="4286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cxnSp>
        <p:nvCxnSpPr>
          <p:cNvPr id="38" name="Google Shape;164;p37">
            <a:extLst>
              <a:ext uri="{FF2B5EF4-FFF2-40B4-BE49-F238E27FC236}">
                <a16:creationId xmlns:a16="http://schemas.microsoft.com/office/drawing/2014/main" id="{9A27F181-F783-6D31-170D-FF0316156CC5}"/>
              </a:ext>
            </a:extLst>
          </p:cNvPr>
          <p:cNvCxnSpPr/>
          <p:nvPr userDrawn="1"/>
        </p:nvCxnSpPr>
        <p:spPr>
          <a:xfrm>
            <a:off x="7240387" y="772210"/>
            <a:ext cx="0" cy="9514790"/>
          </a:xfrm>
          <a:prstGeom prst="straightConnector1">
            <a:avLst/>
          </a:prstGeom>
          <a:noFill/>
          <a:ln w="19050" cap="flat" cmpd="sng">
            <a:solidFill>
              <a:schemeClr val="dk1"/>
            </a:solidFill>
            <a:prstDash val="solid"/>
            <a:round/>
            <a:headEnd type="oval" w="med" len="med"/>
            <a:tailEnd type="none" w="sm" len="sm"/>
          </a:ln>
        </p:spPr>
      </p:cxnSp>
      <p:sp>
        <p:nvSpPr>
          <p:cNvPr id="39" name="Google Shape;208;p37">
            <a:extLst>
              <a:ext uri="{FF2B5EF4-FFF2-40B4-BE49-F238E27FC236}">
                <a16:creationId xmlns:a16="http://schemas.microsoft.com/office/drawing/2014/main" id="{DBB928C7-C740-FF18-F21D-16322D7873FE}"/>
              </a:ext>
            </a:extLst>
          </p:cNvPr>
          <p:cNvSpPr/>
          <p:nvPr userDrawn="1"/>
        </p:nvSpPr>
        <p:spPr>
          <a:xfrm>
            <a:off x="6790386" y="1065148"/>
            <a:ext cx="900000" cy="900000"/>
          </a:xfrm>
          <a:prstGeom prst="ellipse">
            <a:avLst/>
          </a:prstGeom>
          <a:solidFill>
            <a:srgbClr val="529AC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40" name="Google Shape;212;p37">
            <a:extLst>
              <a:ext uri="{FF2B5EF4-FFF2-40B4-BE49-F238E27FC236}">
                <a16:creationId xmlns:a16="http://schemas.microsoft.com/office/drawing/2014/main" id="{17B9BCFA-A9D7-DF6A-1D53-C7DED1AF86C5}"/>
              </a:ext>
            </a:extLst>
          </p:cNvPr>
          <p:cNvSpPr/>
          <p:nvPr userDrawn="1"/>
        </p:nvSpPr>
        <p:spPr>
          <a:xfrm>
            <a:off x="6790387" y="3134018"/>
            <a:ext cx="900000" cy="900000"/>
          </a:xfrm>
          <a:prstGeom prst="ellipse">
            <a:avLst/>
          </a:prstGeom>
          <a:solidFill>
            <a:srgbClr val="529AC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41" name="Google Shape;213;p37">
            <a:extLst>
              <a:ext uri="{FF2B5EF4-FFF2-40B4-BE49-F238E27FC236}">
                <a16:creationId xmlns:a16="http://schemas.microsoft.com/office/drawing/2014/main" id="{6B44D083-C537-A298-BF59-4BAF99542B18}"/>
              </a:ext>
            </a:extLst>
          </p:cNvPr>
          <p:cNvSpPr/>
          <p:nvPr userDrawn="1"/>
        </p:nvSpPr>
        <p:spPr>
          <a:xfrm>
            <a:off x="6790387" y="5334474"/>
            <a:ext cx="900000" cy="900000"/>
          </a:xfrm>
          <a:prstGeom prst="ellipse">
            <a:avLst/>
          </a:prstGeom>
          <a:solidFill>
            <a:srgbClr val="529AC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42" name="Google Shape;214;p37">
            <a:extLst>
              <a:ext uri="{FF2B5EF4-FFF2-40B4-BE49-F238E27FC236}">
                <a16:creationId xmlns:a16="http://schemas.microsoft.com/office/drawing/2014/main" id="{317131F9-035E-5CE9-0DBF-B924F19FBC2F}"/>
              </a:ext>
            </a:extLst>
          </p:cNvPr>
          <p:cNvSpPr/>
          <p:nvPr userDrawn="1"/>
        </p:nvSpPr>
        <p:spPr>
          <a:xfrm>
            <a:off x="6790387" y="7534931"/>
            <a:ext cx="900000" cy="900000"/>
          </a:xfrm>
          <a:prstGeom prst="ellipse">
            <a:avLst/>
          </a:prstGeom>
          <a:solidFill>
            <a:srgbClr val="529AC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58" name="CaixaDeTexto 57">
            <a:extLst>
              <a:ext uri="{FF2B5EF4-FFF2-40B4-BE49-F238E27FC236}">
                <a16:creationId xmlns:a16="http://schemas.microsoft.com/office/drawing/2014/main" id="{E2E6E040-FD12-5F0A-5A7E-31B82D9E5878}"/>
              </a:ext>
            </a:extLst>
          </p:cNvPr>
          <p:cNvSpPr txBox="1"/>
          <p:nvPr userDrawn="1"/>
        </p:nvSpPr>
        <p:spPr>
          <a:xfrm>
            <a:off x="19457233" y="74051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9" name="CaixaDeTexto 58">
            <a:extLst>
              <a:ext uri="{FF2B5EF4-FFF2-40B4-BE49-F238E27FC236}">
                <a16:creationId xmlns:a16="http://schemas.microsoft.com/office/drawing/2014/main" id="{86AC8CDC-DB5B-8576-7D5B-627A6FF675DE}"/>
              </a:ext>
            </a:extLst>
          </p:cNvPr>
          <p:cNvSpPr txBox="1"/>
          <p:nvPr userDrawn="1"/>
        </p:nvSpPr>
        <p:spPr>
          <a:xfrm>
            <a:off x="19037508" y="583117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62" name="Espaço Reservado para Texto 60">
            <a:extLst>
              <a:ext uri="{FF2B5EF4-FFF2-40B4-BE49-F238E27FC236}">
                <a16:creationId xmlns:a16="http://schemas.microsoft.com/office/drawing/2014/main" id="{89F34A58-1D03-1A84-8D44-35B61CAAC606}"/>
              </a:ext>
            </a:extLst>
          </p:cNvPr>
          <p:cNvSpPr>
            <a:spLocks noGrp="1"/>
          </p:cNvSpPr>
          <p:nvPr>
            <p:ph type="body" sz="quarter" idx="19"/>
          </p:nvPr>
        </p:nvSpPr>
        <p:spPr>
          <a:xfrm>
            <a:off x="1317708" y="7057869"/>
            <a:ext cx="3763957" cy="460190"/>
          </a:xfrm>
          <a:prstGeom prst="rect">
            <a:avLst/>
          </a:prstGeom>
        </p:spPr>
        <p:txBody>
          <a:bodyPr anchor="ctr"/>
          <a:lstStyle>
            <a:lvl1pPr>
              <a:defRPr sz="1700" b="1">
                <a:latin typeface="Poppins" pitchFamily="2" charset="77"/>
                <a:cs typeface="Poppins" pitchFamily="2" charset="77"/>
              </a:defRPr>
            </a:lvl1pPr>
          </a:lstStyle>
          <a:p>
            <a:pPr lvl="0"/>
            <a:endParaRPr lang="pt-BR"/>
          </a:p>
        </p:txBody>
      </p:sp>
      <p:sp>
        <p:nvSpPr>
          <p:cNvPr id="64" name="Espaço Reservado para Texto 60">
            <a:extLst>
              <a:ext uri="{FF2B5EF4-FFF2-40B4-BE49-F238E27FC236}">
                <a16:creationId xmlns:a16="http://schemas.microsoft.com/office/drawing/2014/main" id="{C64C4F39-6E3E-2CBC-C02F-85C4D8E437D4}"/>
              </a:ext>
            </a:extLst>
          </p:cNvPr>
          <p:cNvSpPr>
            <a:spLocks noGrp="1"/>
          </p:cNvSpPr>
          <p:nvPr>
            <p:ph type="body" sz="quarter" idx="20"/>
          </p:nvPr>
        </p:nvSpPr>
        <p:spPr>
          <a:xfrm>
            <a:off x="1317708" y="7792387"/>
            <a:ext cx="3763957" cy="460190"/>
          </a:xfrm>
          <a:prstGeom prst="rect">
            <a:avLst/>
          </a:prstGeom>
        </p:spPr>
        <p:txBody>
          <a:bodyPr anchor="ctr"/>
          <a:lstStyle>
            <a:lvl1pPr>
              <a:defRPr sz="1700" b="1">
                <a:latin typeface="Poppins" pitchFamily="2" charset="77"/>
                <a:cs typeface="Poppins" pitchFamily="2" charset="77"/>
              </a:defRPr>
            </a:lvl1pPr>
          </a:lstStyle>
          <a:p>
            <a:pPr lvl="0"/>
            <a:endParaRPr lang="pt-BR"/>
          </a:p>
        </p:txBody>
      </p:sp>
      <p:sp>
        <p:nvSpPr>
          <p:cNvPr id="44" name="CaixaDeTexto 43">
            <a:extLst>
              <a:ext uri="{FF2B5EF4-FFF2-40B4-BE49-F238E27FC236}">
                <a16:creationId xmlns:a16="http://schemas.microsoft.com/office/drawing/2014/main" id="{DD2F756A-5714-9640-0D25-5AA63BD888B1}"/>
              </a:ext>
            </a:extLst>
          </p:cNvPr>
          <p:cNvSpPr txBox="1"/>
          <p:nvPr userDrawn="1"/>
        </p:nvSpPr>
        <p:spPr>
          <a:xfrm>
            <a:off x="5414682" y="-155985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10" name="Imagem 9">
            <a:extLst>
              <a:ext uri="{FF2B5EF4-FFF2-40B4-BE49-F238E27FC236}">
                <a16:creationId xmlns:a16="http://schemas.microsoft.com/office/drawing/2014/main" id="{C2FCB136-CDDC-7C54-8D10-F7CB98A038DF}"/>
              </a:ext>
            </a:extLst>
          </p:cNvPr>
          <p:cNvPicPr>
            <a:picLocks/>
          </p:cNvPicPr>
          <p:nvPr userDrawn="1"/>
        </p:nvPicPr>
        <p:blipFill>
          <a:blip r:embed="rId2"/>
          <a:stretch>
            <a:fillRect/>
          </a:stretch>
        </p:blipFill>
        <p:spPr>
          <a:xfrm>
            <a:off x="396001" y="421201"/>
            <a:ext cx="3434405" cy="2390404"/>
          </a:xfrm>
          <a:prstGeom prst="rect">
            <a:avLst/>
          </a:prstGeom>
        </p:spPr>
      </p:pic>
      <p:sp>
        <p:nvSpPr>
          <p:cNvPr id="45" name="Google Shape;207;p37">
            <a:extLst>
              <a:ext uri="{FF2B5EF4-FFF2-40B4-BE49-F238E27FC236}">
                <a16:creationId xmlns:a16="http://schemas.microsoft.com/office/drawing/2014/main" id="{C8CD85CF-E847-0B14-CC93-032F679F65D1}"/>
              </a:ext>
            </a:extLst>
          </p:cNvPr>
          <p:cNvSpPr txBox="1"/>
          <p:nvPr userDrawn="1"/>
        </p:nvSpPr>
        <p:spPr>
          <a:xfrm>
            <a:off x="851621" y="1158906"/>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8952193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endParaRPr lang="en-US"/>
          </a:p>
        </p:txBody>
      </p:sp>
      <p:sp>
        <p:nvSpPr>
          <p:cNvPr id="5" name="CaixaDeTexto 4">
            <a:extLst>
              <a:ext uri="{FF2B5EF4-FFF2-40B4-BE49-F238E27FC236}">
                <a16:creationId xmlns:a16="http://schemas.microsoft.com/office/drawing/2014/main" id="{692551E1-A191-4E27-15C4-E0C7232A5F0E}"/>
              </a:ext>
            </a:extLst>
          </p:cNvPr>
          <p:cNvSpPr txBox="1"/>
          <p:nvPr userDrawn="1"/>
        </p:nvSpPr>
        <p:spPr>
          <a:xfrm>
            <a:off x="900113" y="4286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8" name="CaixaDeTexto 57">
            <a:extLst>
              <a:ext uri="{FF2B5EF4-FFF2-40B4-BE49-F238E27FC236}">
                <a16:creationId xmlns:a16="http://schemas.microsoft.com/office/drawing/2014/main" id="{E2E6E040-FD12-5F0A-5A7E-31B82D9E5878}"/>
              </a:ext>
            </a:extLst>
          </p:cNvPr>
          <p:cNvSpPr txBox="1"/>
          <p:nvPr userDrawn="1"/>
        </p:nvSpPr>
        <p:spPr>
          <a:xfrm>
            <a:off x="19457233" y="74051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9" name="CaixaDeTexto 58">
            <a:extLst>
              <a:ext uri="{FF2B5EF4-FFF2-40B4-BE49-F238E27FC236}">
                <a16:creationId xmlns:a16="http://schemas.microsoft.com/office/drawing/2014/main" id="{86AC8CDC-DB5B-8576-7D5B-627A6FF675DE}"/>
              </a:ext>
            </a:extLst>
          </p:cNvPr>
          <p:cNvSpPr txBox="1"/>
          <p:nvPr userDrawn="1"/>
        </p:nvSpPr>
        <p:spPr>
          <a:xfrm>
            <a:off x="19037508" y="583117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62" name="Espaço Reservado para Texto 60">
            <a:extLst>
              <a:ext uri="{FF2B5EF4-FFF2-40B4-BE49-F238E27FC236}">
                <a16:creationId xmlns:a16="http://schemas.microsoft.com/office/drawing/2014/main" id="{89F34A58-1D03-1A84-8D44-35B61CAAC606}"/>
              </a:ext>
            </a:extLst>
          </p:cNvPr>
          <p:cNvSpPr>
            <a:spLocks noGrp="1"/>
          </p:cNvSpPr>
          <p:nvPr>
            <p:ph type="body" sz="quarter" idx="19"/>
          </p:nvPr>
        </p:nvSpPr>
        <p:spPr>
          <a:xfrm>
            <a:off x="1317708" y="7057869"/>
            <a:ext cx="3763957" cy="460190"/>
          </a:xfrm>
          <a:prstGeom prst="rect">
            <a:avLst/>
          </a:prstGeom>
        </p:spPr>
        <p:txBody>
          <a:bodyPr anchor="ctr"/>
          <a:lstStyle>
            <a:lvl1pPr>
              <a:defRPr sz="1700" b="1">
                <a:latin typeface="Poppins" pitchFamily="2" charset="77"/>
                <a:cs typeface="Poppins" pitchFamily="2" charset="77"/>
              </a:defRPr>
            </a:lvl1pPr>
          </a:lstStyle>
          <a:p>
            <a:pPr lvl="0"/>
            <a:endParaRPr lang="pt-BR"/>
          </a:p>
        </p:txBody>
      </p:sp>
      <p:sp>
        <p:nvSpPr>
          <p:cNvPr id="64" name="Espaço Reservado para Texto 60">
            <a:extLst>
              <a:ext uri="{FF2B5EF4-FFF2-40B4-BE49-F238E27FC236}">
                <a16:creationId xmlns:a16="http://schemas.microsoft.com/office/drawing/2014/main" id="{C64C4F39-6E3E-2CBC-C02F-85C4D8E437D4}"/>
              </a:ext>
            </a:extLst>
          </p:cNvPr>
          <p:cNvSpPr>
            <a:spLocks noGrp="1"/>
          </p:cNvSpPr>
          <p:nvPr>
            <p:ph type="body" sz="quarter" idx="20"/>
          </p:nvPr>
        </p:nvSpPr>
        <p:spPr>
          <a:xfrm>
            <a:off x="1317708" y="7792387"/>
            <a:ext cx="3763957" cy="460190"/>
          </a:xfrm>
          <a:prstGeom prst="rect">
            <a:avLst/>
          </a:prstGeom>
        </p:spPr>
        <p:txBody>
          <a:bodyPr anchor="ctr"/>
          <a:lstStyle>
            <a:lvl1pPr>
              <a:defRPr sz="1700" b="1">
                <a:latin typeface="Poppins" pitchFamily="2" charset="77"/>
                <a:cs typeface="Poppins" pitchFamily="2" charset="77"/>
              </a:defRPr>
            </a:lvl1pPr>
          </a:lstStyle>
          <a:p>
            <a:pPr lvl="0"/>
            <a:endParaRPr lang="pt-BR"/>
          </a:p>
        </p:txBody>
      </p:sp>
      <p:sp>
        <p:nvSpPr>
          <p:cNvPr id="44" name="CaixaDeTexto 43">
            <a:extLst>
              <a:ext uri="{FF2B5EF4-FFF2-40B4-BE49-F238E27FC236}">
                <a16:creationId xmlns:a16="http://schemas.microsoft.com/office/drawing/2014/main" id="{DD2F756A-5714-9640-0D25-5AA63BD888B1}"/>
              </a:ext>
            </a:extLst>
          </p:cNvPr>
          <p:cNvSpPr txBox="1"/>
          <p:nvPr userDrawn="1"/>
        </p:nvSpPr>
        <p:spPr>
          <a:xfrm>
            <a:off x="5414682" y="-155985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22" name="Imagem 21">
            <a:extLst>
              <a:ext uri="{FF2B5EF4-FFF2-40B4-BE49-F238E27FC236}">
                <a16:creationId xmlns:a16="http://schemas.microsoft.com/office/drawing/2014/main" id="{1EE3E5DE-7B96-4294-B516-F8EA45249713}"/>
              </a:ext>
            </a:extLst>
          </p:cNvPr>
          <p:cNvPicPr>
            <a:picLocks/>
          </p:cNvPicPr>
          <p:nvPr userDrawn="1"/>
        </p:nvPicPr>
        <p:blipFill>
          <a:blip r:embed="rId2"/>
          <a:stretch>
            <a:fillRect/>
          </a:stretch>
        </p:blipFill>
        <p:spPr>
          <a:xfrm>
            <a:off x="396001" y="421201"/>
            <a:ext cx="3434405" cy="2390404"/>
          </a:xfrm>
          <a:prstGeom prst="rect">
            <a:avLst/>
          </a:prstGeom>
        </p:spPr>
      </p:pic>
      <p:sp>
        <p:nvSpPr>
          <p:cNvPr id="45" name="Google Shape;207;p37">
            <a:extLst>
              <a:ext uri="{FF2B5EF4-FFF2-40B4-BE49-F238E27FC236}">
                <a16:creationId xmlns:a16="http://schemas.microsoft.com/office/drawing/2014/main" id="{C8CD85CF-E847-0B14-CC93-032F679F65D1}"/>
              </a:ext>
            </a:extLst>
          </p:cNvPr>
          <p:cNvSpPr txBox="1"/>
          <p:nvPr userDrawn="1"/>
        </p:nvSpPr>
        <p:spPr>
          <a:xfrm>
            <a:off x="851621" y="1158906"/>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
        <p:nvSpPr>
          <p:cNvPr id="6" name="CaixaDeTexto 5">
            <a:extLst>
              <a:ext uri="{FF2B5EF4-FFF2-40B4-BE49-F238E27FC236}">
                <a16:creationId xmlns:a16="http://schemas.microsoft.com/office/drawing/2014/main" id="{DA5F2E09-8E0A-6D2A-4DDE-494301825C0A}"/>
              </a:ext>
            </a:extLst>
          </p:cNvPr>
          <p:cNvSpPr txBox="1"/>
          <p:nvPr userDrawn="1"/>
        </p:nvSpPr>
        <p:spPr>
          <a:xfrm>
            <a:off x="6802880" y="1694394"/>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1</a:t>
            </a:r>
          </a:p>
        </p:txBody>
      </p:sp>
      <p:cxnSp>
        <p:nvCxnSpPr>
          <p:cNvPr id="7" name="Google Shape;164;p37">
            <a:extLst>
              <a:ext uri="{FF2B5EF4-FFF2-40B4-BE49-F238E27FC236}">
                <a16:creationId xmlns:a16="http://schemas.microsoft.com/office/drawing/2014/main" id="{AE09C5A7-C4C7-3633-E631-10825874757F}"/>
              </a:ext>
            </a:extLst>
          </p:cNvPr>
          <p:cNvCxnSpPr>
            <a:cxnSpLocks/>
          </p:cNvCxnSpPr>
          <p:nvPr userDrawn="1"/>
        </p:nvCxnSpPr>
        <p:spPr>
          <a:xfrm>
            <a:off x="6802880" y="2528112"/>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8" name="CaixaDeTexto 7">
            <a:extLst>
              <a:ext uri="{FF2B5EF4-FFF2-40B4-BE49-F238E27FC236}">
                <a16:creationId xmlns:a16="http://schemas.microsoft.com/office/drawing/2014/main" id="{FE8B2D2B-B67A-7A10-B546-F7E759E5AE78}"/>
              </a:ext>
            </a:extLst>
          </p:cNvPr>
          <p:cNvSpPr txBox="1"/>
          <p:nvPr userDrawn="1"/>
        </p:nvSpPr>
        <p:spPr>
          <a:xfrm>
            <a:off x="6802880" y="3892162"/>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2</a:t>
            </a:r>
          </a:p>
        </p:txBody>
      </p:sp>
      <p:cxnSp>
        <p:nvCxnSpPr>
          <p:cNvPr id="9" name="Google Shape;164;p37">
            <a:extLst>
              <a:ext uri="{FF2B5EF4-FFF2-40B4-BE49-F238E27FC236}">
                <a16:creationId xmlns:a16="http://schemas.microsoft.com/office/drawing/2014/main" id="{8AB8AC0D-9A4E-DBE1-5676-875911095757}"/>
              </a:ext>
            </a:extLst>
          </p:cNvPr>
          <p:cNvCxnSpPr>
            <a:cxnSpLocks/>
          </p:cNvCxnSpPr>
          <p:nvPr userDrawn="1"/>
        </p:nvCxnSpPr>
        <p:spPr>
          <a:xfrm>
            <a:off x="6802880" y="4725880"/>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0" name="CaixaDeTexto 9">
            <a:extLst>
              <a:ext uri="{FF2B5EF4-FFF2-40B4-BE49-F238E27FC236}">
                <a16:creationId xmlns:a16="http://schemas.microsoft.com/office/drawing/2014/main" id="{5ED10435-0A3C-2A5F-6383-B0823A79FE88}"/>
              </a:ext>
            </a:extLst>
          </p:cNvPr>
          <p:cNvSpPr txBox="1"/>
          <p:nvPr userDrawn="1"/>
        </p:nvSpPr>
        <p:spPr>
          <a:xfrm>
            <a:off x="6802880" y="6089930"/>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3</a:t>
            </a:r>
          </a:p>
        </p:txBody>
      </p:sp>
      <p:cxnSp>
        <p:nvCxnSpPr>
          <p:cNvPr id="11" name="Google Shape;164;p37">
            <a:extLst>
              <a:ext uri="{FF2B5EF4-FFF2-40B4-BE49-F238E27FC236}">
                <a16:creationId xmlns:a16="http://schemas.microsoft.com/office/drawing/2014/main" id="{C307C398-EACE-2BA8-6037-73AFF176AE76}"/>
              </a:ext>
            </a:extLst>
          </p:cNvPr>
          <p:cNvCxnSpPr>
            <a:cxnSpLocks/>
          </p:cNvCxnSpPr>
          <p:nvPr userDrawn="1"/>
        </p:nvCxnSpPr>
        <p:spPr>
          <a:xfrm>
            <a:off x="6802880" y="6923648"/>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2" name="CaixaDeTexto 11">
            <a:extLst>
              <a:ext uri="{FF2B5EF4-FFF2-40B4-BE49-F238E27FC236}">
                <a16:creationId xmlns:a16="http://schemas.microsoft.com/office/drawing/2014/main" id="{7B368B3B-CB9A-2B11-2C53-430B67C14E1F}"/>
              </a:ext>
            </a:extLst>
          </p:cNvPr>
          <p:cNvSpPr txBox="1"/>
          <p:nvPr userDrawn="1"/>
        </p:nvSpPr>
        <p:spPr>
          <a:xfrm>
            <a:off x="6802880" y="8287699"/>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4</a:t>
            </a:r>
          </a:p>
        </p:txBody>
      </p:sp>
      <p:cxnSp>
        <p:nvCxnSpPr>
          <p:cNvPr id="13" name="Google Shape;164;p37">
            <a:extLst>
              <a:ext uri="{FF2B5EF4-FFF2-40B4-BE49-F238E27FC236}">
                <a16:creationId xmlns:a16="http://schemas.microsoft.com/office/drawing/2014/main" id="{5991BC56-AAA0-E465-9AC1-50D541BE4CC8}"/>
              </a:ext>
            </a:extLst>
          </p:cNvPr>
          <p:cNvCxnSpPr>
            <a:cxnSpLocks/>
          </p:cNvCxnSpPr>
          <p:nvPr userDrawn="1"/>
        </p:nvCxnSpPr>
        <p:spPr>
          <a:xfrm>
            <a:off x="6802880" y="9121417"/>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4" name="Espaço Reservado para Texto 36">
            <a:extLst>
              <a:ext uri="{FF2B5EF4-FFF2-40B4-BE49-F238E27FC236}">
                <a16:creationId xmlns:a16="http://schemas.microsoft.com/office/drawing/2014/main" id="{AEE2E579-CD98-D37C-FE78-141FDCCA16E5}"/>
              </a:ext>
            </a:extLst>
          </p:cNvPr>
          <p:cNvSpPr>
            <a:spLocks noGrp="1"/>
          </p:cNvSpPr>
          <p:nvPr>
            <p:ph type="body" sz="quarter" idx="21"/>
          </p:nvPr>
        </p:nvSpPr>
        <p:spPr>
          <a:xfrm>
            <a:off x="7810500" y="914402"/>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5" name="Espaço Reservado para Texto 36">
            <a:extLst>
              <a:ext uri="{FF2B5EF4-FFF2-40B4-BE49-F238E27FC236}">
                <a16:creationId xmlns:a16="http://schemas.microsoft.com/office/drawing/2014/main" id="{E8BAC3AD-3484-8D56-B2FE-C840FDB0D3A6}"/>
              </a:ext>
            </a:extLst>
          </p:cNvPr>
          <p:cNvSpPr>
            <a:spLocks noGrp="1"/>
          </p:cNvSpPr>
          <p:nvPr>
            <p:ph type="body" sz="quarter" idx="22"/>
          </p:nvPr>
        </p:nvSpPr>
        <p:spPr>
          <a:xfrm>
            <a:off x="7810500" y="3117956"/>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6" name="Espaço Reservado para Texto 36">
            <a:extLst>
              <a:ext uri="{FF2B5EF4-FFF2-40B4-BE49-F238E27FC236}">
                <a16:creationId xmlns:a16="http://schemas.microsoft.com/office/drawing/2014/main" id="{A9EA8429-D773-7F56-9FE3-61DD76BBD127}"/>
              </a:ext>
            </a:extLst>
          </p:cNvPr>
          <p:cNvSpPr>
            <a:spLocks noGrp="1"/>
          </p:cNvSpPr>
          <p:nvPr>
            <p:ph type="body" sz="quarter" idx="23"/>
          </p:nvPr>
        </p:nvSpPr>
        <p:spPr>
          <a:xfrm>
            <a:off x="7810500" y="5306520"/>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7" name="Espaço Reservado para Texto 36">
            <a:extLst>
              <a:ext uri="{FF2B5EF4-FFF2-40B4-BE49-F238E27FC236}">
                <a16:creationId xmlns:a16="http://schemas.microsoft.com/office/drawing/2014/main" id="{57F476AA-8149-FB0D-8284-2AA34057A108}"/>
              </a:ext>
            </a:extLst>
          </p:cNvPr>
          <p:cNvSpPr>
            <a:spLocks noGrp="1"/>
          </p:cNvSpPr>
          <p:nvPr>
            <p:ph type="body" sz="quarter" idx="13"/>
          </p:nvPr>
        </p:nvSpPr>
        <p:spPr>
          <a:xfrm>
            <a:off x="7810500" y="7510074"/>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308664801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5_OqueAprendemos" preserve="1" userDrawn="1">
  <p:cSld name="5_OqueAprendemos">
    <p:spTree>
      <p:nvGrpSpPr>
        <p:cNvPr id="1" name="Shape 340"/>
        <p:cNvGrpSpPr/>
        <p:nvPr/>
      </p:nvGrpSpPr>
      <p:grpSpPr>
        <a:xfrm>
          <a:off x="0" y="0"/>
          <a:ext cx="0" cy="0"/>
          <a:chOff x="0" y="0"/>
          <a:chExt cx="0" cy="0"/>
        </a:xfrm>
      </p:grpSpPr>
      <p:pic>
        <p:nvPicPr>
          <p:cNvPr id="3" name="Google Shape;324;p32">
            <a:extLst>
              <a:ext uri="{FF2B5EF4-FFF2-40B4-BE49-F238E27FC236}">
                <a16:creationId xmlns:a16="http://schemas.microsoft.com/office/drawing/2014/main" id="{E22AC8E9-5E0D-65AB-29C1-402DD6CDF5F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5662874" cy="10286974"/>
          </a:xfrm>
          <a:prstGeom prst="rect">
            <a:avLst/>
          </a:prstGeom>
          <a:noFill/>
          <a:ln>
            <a:noFill/>
          </a:ln>
        </p:spPr>
      </p:pic>
      <p:pic>
        <p:nvPicPr>
          <p:cNvPr id="342" name="Google Shape;342;p32"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98746" y="1042736"/>
            <a:ext cx="5734704" cy="5848915"/>
          </a:xfrm>
          <a:prstGeom prst="ellipse">
            <a:avLst/>
          </a:prstGeom>
          <a:noFill/>
          <a:ln>
            <a:noFill/>
          </a:ln>
        </p:spPr>
      </p:pic>
      <p:pic>
        <p:nvPicPr>
          <p:cNvPr id="9" name="Imagem 8">
            <a:extLst>
              <a:ext uri="{FF2B5EF4-FFF2-40B4-BE49-F238E27FC236}">
                <a16:creationId xmlns:a16="http://schemas.microsoft.com/office/drawing/2014/main" id="{714A7108-96FA-D05C-0AAF-021EEE61EAC4}"/>
              </a:ext>
            </a:extLst>
          </p:cNvPr>
          <p:cNvPicPr>
            <a:picLocks/>
          </p:cNvPicPr>
          <p:nvPr userDrawn="1"/>
        </p:nvPicPr>
        <p:blipFill>
          <a:blip r:embed="rId4"/>
          <a:stretch>
            <a:fillRect/>
          </a:stretch>
        </p:blipFill>
        <p:spPr>
          <a:xfrm>
            <a:off x="2815204" y="5871609"/>
            <a:ext cx="3434405" cy="2390404"/>
          </a:xfrm>
          <a:prstGeom prst="rect">
            <a:avLst/>
          </a:prstGeom>
        </p:spPr>
      </p:pic>
      <p:sp>
        <p:nvSpPr>
          <p:cNvPr id="8" name="Google Shape;353;p32">
            <a:extLst>
              <a:ext uri="{FF2B5EF4-FFF2-40B4-BE49-F238E27FC236}">
                <a16:creationId xmlns:a16="http://schemas.microsoft.com/office/drawing/2014/main" id="{5B0C2897-579F-FE65-592E-938F0D032DAB}"/>
              </a:ext>
            </a:extLst>
          </p:cNvPr>
          <p:cNvSpPr txBox="1"/>
          <p:nvPr userDrawn="1"/>
        </p:nvSpPr>
        <p:spPr>
          <a:xfrm>
            <a:off x="3068680" y="6299311"/>
            <a:ext cx="3002646" cy="16158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a:ea typeface="Poppins Light"/>
                <a:cs typeface="Poppins Light"/>
                <a:sym typeface="Poppins Light"/>
              </a:rPr>
              <a:t>O que nós</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a:solidFill>
                  <a:schemeClr val="lt1"/>
                </a:solidFill>
                <a:latin typeface="Poppins"/>
                <a:ea typeface="Poppins"/>
                <a:cs typeface="Poppins"/>
                <a:sym typeface="Poppins"/>
              </a:rPr>
              <a:t>aprendemos hoje?</a:t>
            </a:r>
            <a:endParaRPr lang="pt-BR" sz="3500" b="0" i="0" u="none" strike="noStrike" cap="none" noProof="0">
              <a:solidFill>
                <a:schemeClr val="lt1"/>
              </a:solidFill>
              <a:latin typeface="Poppins Light"/>
              <a:ea typeface="Poppins Light"/>
              <a:cs typeface="Poppins Light"/>
              <a:sym typeface="Poppins Light"/>
            </a:endParaRPr>
          </a:p>
        </p:txBody>
      </p:sp>
      <p:sp>
        <p:nvSpPr>
          <p:cNvPr id="4" name="Google Shape;689;p48">
            <a:extLst>
              <a:ext uri="{FF2B5EF4-FFF2-40B4-BE49-F238E27FC236}">
                <a16:creationId xmlns:a16="http://schemas.microsoft.com/office/drawing/2014/main" id="{3A19ED95-0334-F47C-AF86-3309C91852AB}"/>
              </a:ext>
            </a:extLst>
          </p:cNvPr>
          <p:cNvSpPr txBox="1">
            <a:spLocks/>
          </p:cNvSpPr>
          <p:nvPr userDrawn="1"/>
        </p:nvSpPr>
        <p:spPr>
          <a:xfrm>
            <a:off x="1377140" y="6988180"/>
            <a:ext cx="1249754" cy="238087"/>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360"/>
              </a:spcBef>
              <a:buSzPts val="1200"/>
              <a:buFont typeface="Arial" pitchFamily="34" charset="0"/>
              <a:buNone/>
            </a:pPr>
            <a:r>
              <a:rPr lang="pt-BR" sz="1200">
                <a:solidFill>
                  <a:schemeClr val="bg1"/>
                </a:solidFill>
                <a:latin typeface="Poppins Light" panose="00000400000000000000" pitchFamily="2" charset="0"/>
                <a:cs typeface="Poppins Light" panose="00000400000000000000" pitchFamily="2" charset="0"/>
              </a:rPr>
              <a:t>© Getty Images</a:t>
            </a:r>
          </a:p>
        </p:txBody>
      </p:sp>
      <p:sp>
        <p:nvSpPr>
          <p:cNvPr id="5" name="Espaço Reservado para Imagem 17">
            <a:extLst>
              <a:ext uri="{FF2B5EF4-FFF2-40B4-BE49-F238E27FC236}">
                <a16:creationId xmlns:a16="http://schemas.microsoft.com/office/drawing/2014/main" id="{625C6A0E-E0E0-2CE6-70A6-5C18B519DCF3}"/>
              </a:ext>
            </a:extLst>
          </p:cNvPr>
          <p:cNvSpPr>
            <a:spLocks noGrp="1"/>
          </p:cNvSpPr>
          <p:nvPr>
            <p:ph type="pic" sz="quarter" idx="10"/>
          </p:nvPr>
        </p:nvSpPr>
        <p:spPr>
          <a:xfrm>
            <a:off x="7302500" y="2536825"/>
            <a:ext cx="9531350" cy="6102350"/>
          </a:xfrm>
          <a:prstGeom prst="rect">
            <a:avLst/>
          </a:prstGeom>
          <a:solidFill>
            <a:schemeClr val="bg1">
              <a:lumMod val="85000"/>
            </a:schemeClr>
          </a:solidFill>
        </p:spPr>
        <p:txBody>
          <a:bodyPr/>
          <a:lstStyle>
            <a:lvl1pPr>
              <a:defRPr sz="1800" b="0" i="0">
                <a:latin typeface="Poppins" pitchFamily="2" charset="77"/>
                <a:cs typeface="Poppins" pitchFamily="2" charset="77"/>
              </a:defRPr>
            </a:lvl1pPr>
          </a:lstStyle>
          <a:p>
            <a:endParaRPr lang="pt-BR"/>
          </a:p>
        </p:txBody>
      </p:sp>
      <p:sp>
        <p:nvSpPr>
          <p:cNvPr id="12" name="Google Shape;741;p22">
            <a:extLst>
              <a:ext uri="{FF2B5EF4-FFF2-40B4-BE49-F238E27FC236}">
                <a16:creationId xmlns:a16="http://schemas.microsoft.com/office/drawing/2014/main" id="{4BD119D4-628D-2CB6-077F-AA969FD5DF91}"/>
              </a:ext>
            </a:extLst>
          </p:cNvPr>
          <p:cNvSpPr txBox="1">
            <a:spLocks/>
          </p:cNvSpPr>
          <p:nvPr userDrawn="1"/>
        </p:nvSpPr>
        <p:spPr>
          <a:xfrm>
            <a:off x="7015381" y="1101032"/>
            <a:ext cx="8160900" cy="107742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spcBef>
                <a:spcPts val="900"/>
              </a:spcBef>
              <a:buClr>
                <a:schemeClr val="dk1"/>
              </a:buClr>
              <a:buSzPts val="4500"/>
              <a:buFont typeface="Poppins"/>
              <a:buNone/>
            </a:pPr>
            <a:r>
              <a:rPr lang="pt-BR" sz="4500" b="1">
                <a:solidFill>
                  <a:srgbClr val="FF0000"/>
                </a:solidFill>
                <a:latin typeface="Poppins"/>
                <a:ea typeface="Poppins"/>
                <a:cs typeface="Poppins"/>
                <a:sym typeface="Poppins"/>
              </a:rPr>
              <a:t>Nuvem de palavras</a:t>
            </a:r>
          </a:p>
        </p:txBody>
      </p:sp>
    </p:spTree>
    <p:extLst>
      <p:ext uri="{BB962C8B-B14F-4D97-AF65-F5344CB8AC3E}">
        <p14:creationId xmlns:p14="http://schemas.microsoft.com/office/powerpoint/2010/main" val="1119526974"/>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Linha do Tempo2">
  <p:cSld name="Linha do Tempo2">
    <p:bg>
      <p:bgRef idx="1001">
        <a:schemeClr val="bg1"/>
      </p:bgRef>
    </p:bg>
    <p:spTree>
      <p:nvGrpSpPr>
        <p:cNvPr id="1" name="Shape 147"/>
        <p:cNvGrpSpPr/>
        <p:nvPr/>
      </p:nvGrpSpPr>
      <p:grpSpPr>
        <a:xfrm>
          <a:off x="0" y="0"/>
          <a:ext cx="0" cy="0"/>
          <a:chOff x="0" y="0"/>
          <a:chExt cx="0" cy="0"/>
        </a:xfrm>
      </p:grpSpPr>
      <p:pic>
        <p:nvPicPr>
          <p:cNvPr id="3" name="Google Shape;142;p13">
            <a:extLst>
              <a:ext uri="{FF2B5EF4-FFF2-40B4-BE49-F238E27FC236}">
                <a16:creationId xmlns:a16="http://schemas.microsoft.com/office/drawing/2014/main" id="{CAB41E69-DAB7-59EE-56F8-225AEC04C91C}"/>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4" name="Google Shape;143;p13">
            <a:extLst>
              <a:ext uri="{FF2B5EF4-FFF2-40B4-BE49-F238E27FC236}">
                <a16:creationId xmlns:a16="http://schemas.microsoft.com/office/drawing/2014/main" id="{DADCCEF5-E2F4-2E95-65F8-4E5CDFFDB152}"/>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cxnSp>
        <p:nvCxnSpPr>
          <p:cNvPr id="150" name="Google Shape;150;p13"/>
          <p:cNvCxnSpPr/>
          <p:nvPr/>
        </p:nvCxnSpPr>
        <p:spPr>
          <a:xfrm>
            <a:off x="2339163" y="5029878"/>
            <a:ext cx="16118958" cy="0"/>
          </a:xfrm>
          <a:prstGeom prst="straightConnector1">
            <a:avLst/>
          </a:prstGeom>
          <a:noFill/>
          <a:ln w="28575" cap="flat" cmpd="sng">
            <a:solidFill>
              <a:schemeClr val="dk1"/>
            </a:solidFill>
            <a:prstDash val="dot"/>
            <a:round/>
            <a:headEnd type="none" w="sm" len="sm"/>
            <a:tailEnd type="none" w="sm" len="sm"/>
          </a:ln>
        </p:spPr>
      </p:cxnSp>
      <p:sp>
        <p:nvSpPr>
          <p:cNvPr id="151" name="Google Shape;151;p13"/>
          <p:cNvSpPr txBox="1">
            <a:spLocks noGrp="1"/>
          </p:cNvSpPr>
          <p:nvPr>
            <p:ph type="body" idx="1"/>
          </p:nvPr>
        </p:nvSpPr>
        <p:spPr>
          <a:xfrm>
            <a:off x="4657060" y="2459528"/>
            <a:ext cx="12360300" cy="6771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2200"/>
              <a:buFont typeface="Poppins"/>
              <a:buNone/>
              <a:defRPr sz="2200" i="0" u="none" strike="noStrike" cap="none">
                <a:solidFill>
                  <a:srgbClr val="000000"/>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
        <p:nvSpPr>
          <p:cNvPr id="152" name="Google Shape;152;p13"/>
          <p:cNvSpPr txBox="1">
            <a:spLocks noGrp="1"/>
          </p:cNvSpPr>
          <p:nvPr>
            <p:ph type="body" idx="2"/>
          </p:nvPr>
        </p:nvSpPr>
        <p:spPr>
          <a:xfrm>
            <a:off x="4657060" y="1635439"/>
            <a:ext cx="10760148" cy="62666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000"/>
              <a:buFont typeface="Poppins"/>
              <a:buNone/>
              <a:defRPr sz="3000" b="1" i="0" u="none" strike="noStrike" cap="none">
                <a:solidFill>
                  <a:srgbClr val="FF161F"/>
                </a:solidFill>
                <a:latin typeface="Poppins"/>
                <a:ea typeface="Poppins"/>
                <a:cs typeface="Poppins"/>
                <a:sym typeface="Poppins"/>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pic>
        <p:nvPicPr>
          <p:cNvPr id="5" name="Imagem 4">
            <a:extLst>
              <a:ext uri="{FF2B5EF4-FFF2-40B4-BE49-F238E27FC236}">
                <a16:creationId xmlns:a16="http://schemas.microsoft.com/office/drawing/2014/main" id="{137F5E5D-C23B-4532-722D-79FFD6DC4662}"/>
              </a:ext>
            </a:extLst>
          </p:cNvPr>
          <p:cNvPicPr>
            <a:picLocks/>
          </p:cNvPicPr>
          <p:nvPr userDrawn="1"/>
        </p:nvPicPr>
        <p:blipFill>
          <a:blip r:embed="rId4"/>
          <a:stretch>
            <a:fillRect/>
          </a:stretch>
        </p:blipFill>
        <p:spPr>
          <a:xfrm>
            <a:off x="734401" y="691201"/>
            <a:ext cx="3434405" cy="2390404"/>
          </a:xfrm>
          <a:prstGeom prst="rect">
            <a:avLst/>
          </a:prstGeom>
        </p:spPr>
      </p:pic>
      <p:sp>
        <p:nvSpPr>
          <p:cNvPr id="9" name="Google Shape;77;p5">
            <a:extLst>
              <a:ext uri="{FF2B5EF4-FFF2-40B4-BE49-F238E27FC236}">
                <a16:creationId xmlns:a16="http://schemas.microsoft.com/office/drawing/2014/main" id="{8E77EF51-F0A3-A6EE-B879-4E79A5FEF1F1}"/>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pitchFamily="2" charset="77"/>
                <a:ea typeface="Poppins"/>
                <a:cs typeface="Poppins Light" pitchFamily="2" charset="77"/>
                <a:sym typeface="Poppins"/>
              </a:rPr>
              <a:t>Construindo o </a:t>
            </a:r>
            <a:r>
              <a:rPr lang="pt-BR" sz="3500" b="1" i="0" u="none" strike="noStrike" cap="none" noProof="0">
                <a:solidFill>
                  <a:schemeClr val="lt1"/>
                </a:solidFill>
                <a:latin typeface="Poppins"/>
                <a:ea typeface="Poppins"/>
                <a:cs typeface="Poppins"/>
                <a:sym typeface="Poppins"/>
              </a:rPr>
              <a:t>conceito</a:t>
            </a:r>
            <a:endParaRPr lang="pt-BR" sz="3500" b="0" i="0" u="none" strike="noStrike" cap="none" noProof="0">
              <a:solidFill>
                <a:schemeClr val="lt1"/>
              </a:solidFill>
              <a:latin typeface="Poppins Light"/>
              <a:ea typeface="Poppins Light"/>
              <a:cs typeface="Poppins Light"/>
              <a:sym typeface="Poppins Light"/>
            </a:endParaRPr>
          </a:p>
        </p:txBody>
      </p:sp>
      <p:sp>
        <p:nvSpPr>
          <p:cNvPr id="11" name="CaixaDeTexto 10">
            <a:extLst>
              <a:ext uri="{FF2B5EF4-FFF2-40B4-BE49-F238E27FC236}">
                <a16:creationId xmlns:a16="http://schemas.microsoft.com/office/drawing/2014/main" id="{05ABDF42-EF7F-F462-B70F-D72A8B6C45FA}"/>
              </a:ext>
            </a:extLst>
          </p:cNvPr>
          <p:cNvSpPr txBox="1"/>
          <p:nvPr userDrawn="1"/>
        </p:nvSpPr>
        <p:spPr>
          <a:xfrm>
            <a:off x="2453268" y="7471317"/>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1495115322"/>
      </p:ext>
    </p:extLst>
  </p:cSld>
  <p:clrMapOvr>
    <a:overrideClrMapping bg1="lt1" tx1="dk1" bg2="lt2" tx2="dk2" accent1="accent1" accent2="accent2" accent3="accent3" accent4="accent4" accent5="accent5" accent6="accent6" hlink="hlink" folHlink="folHlink"/>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1_Linha do Tempo1" userDrawn="1">
  <p:cSld name="1_Linha do Tempo1">
    <p:bg>
      <p:bgRef idx="1001">
        <a:schemeClr val="bg1"/>
      </p:bgRef>
    </p:bg>
    <p:spTree>
      <p:nvGrpSpPr>
        <p:cNvPr id="1" name="Shape 159"/>
        <p:cNvGrpSpPr/>
        <p:nvPr/>
      </p:nvGrpSpPr>
      <p:grpSpPr>
        <a:xfrm>
          <a:off x="0" y="0"/>
          <a:ext cx="0" cy="0"/>
          <a:chOff x="0" y="0"/>
          <a:chExt cx="0" cy="0"/>
        </a:xfrm>
      </p:grpSpPr>
      <p:pic>
        <p:nvPicPr>
          <p:cNvPr id="3" name="Google Shape;142;p13">
            <a:extLst>
              <a:ext uri="{FF2B5EF4-FFF2-40B4-BE49-F238E27FC236}">
                <a16:creationId xmlns:a16="http://schemas.microsoft.com/office/drawing/2014/main" id="{BDA27A62-8885-9ABE-1F98-3623008815E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5" name="Google Shape;143;p13">
            <a:extLst>
              <a:ext uri="{FF2B5EF4-FFF2-40B4-BE49-F238E27FC236}">
                <a16:creationId xmlns:a16="http://schemas.microsoft.com/office/drawing/2014/main" id="{E3EE485A-B834-5AC3-A151-3AF3DA863E3C}"/>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cxnSp>
        <p:nvCxnSpPr>
          <p:cNvPr id="166" name="Google Shape;166;p14"/>
          <p:cNvCxnSpPr/>
          <p:nvPr/>
        </p:nvCxnSpPr>
        <p:spPr>
          <a:xfrm>
            <a:off x="2339163" y="5864062"/>
            <a:ext cx="16118958" cy="0"/>
          </a:xfrm>
          <a:prstGeom prst="straightConnector1">
            <a:avLst/>
          </a:prstGeom>
          <a:noFill/>
          <a:ln w="28575" cap="flat" cmpd="sng">
            <a:solidFill>
              <a:schemeClr val="dk1"/>
            </a:solidFill>
            <a:prstDash val="dot"/>
            <a:round/>
            <a:headEnd type="none" w="sm" len="sm"/>
            <a:tailEnd type="none" w="sm" len="sm"/>
          </a:ln>
        </p:spPr>
      </p:cxnSp>
      <p:cxnSp>
        <p:nvCxnSpPr>
          <p:cNvPr id="168" name="Google Shape;168;p14"/>
          <p:cNvCxnSpPr/>
          <p:nvPr/>
        </p:nvCxnSpPr>
        <p:spPr>
          <a:xfrm rot="10800000">
            <a:off x="1720942" y="6959175"/>
            <a:ext cx="0" cy="2098562"/>
          </a:xfrm>
          <a:prstGeom prst="straightConnector1">
            <a:avLst/>
          </a:prstGeom>
          <a:noFill/>
          <a:ln w="19050" cap="flat" cmpd="sng">
            <a:solidFill>
              <a:schemeClr val="dk1"/>
            </a:solidFill>
            <a:prstDash val="solid"/>
            <a:round/>
            <a:headEnd type="diamond" w="med" len="med"/>
            <a:tailEnd type="none" w="sm" len="sm"/>
          </a:ln>
        </p:spPr>
      </p:cxnSp>
      <p:cxnSp>
        <p:nvCxnSpPr>
          <p:cNvPr id="169" name="Google Shape;169;p14"/>
          <p:cNvCxnSpPr/>
          <p:nvPr/>
        </p:nvCxnSpPr>
        <p:spPr>
          <a:xfrm rot="10800000">
            <a:off x="10180948" y="6936983"/>
            <a:ext cx="0" cy="2098562"/>
          </a:xfrm>
          <a:prstGeom prst="straightConnector1">
            <a:avLst/>
          </a:prstGeom>
          <a:noFill/>
          <a:ln w="19050" cap="flat" cmpd="sng">
            <a:solidFill>
              <a:schemeClr val="dk1"/>
            </a:solidFill>
            <a:prstDash val="solid"/>
            <a:round/>
            <a:headEnd type="diamond" w="med" len="med"/>
            <a:tailEnd type="none" w="sm" len="sm"/>
          </a:ln>
        </p:spPr>
      </p:cxnSp>
      <p:cxnSp>
        <p:nvCxnSpPr>
          <p:cNvPr id="170" name="Google Shape;170;p14"/>
          <p:cNvCxnSpPr/>
          <p:nvPr/>
        </p:nvCxnSpPr>
        <p:spPr>
          <a:xfrm>
            <a:off x="5942249" y="2388705"/>
            <a:ext cx="0" cy="2249421"/>
          </a:xfrm>
          <a:prstGeom prst="straightConnector1">
            <a:avLst/>
          </a:prstGeom>
          <a:noFill/>
          <a:ln w="19050" cap="flat" cmpd="sng">
            <a:solidFill>
              <a:schemeClr val="dk1"/>
            </a:solidFill>
            <a:prstDash val="solid"/>
            <a:round/>
            <a:headEnd type="diamond" w="med" len="med"/>
            <a:tailEnd type="none" w="sm" len="sm"/>
          </a:ln>
        </p:spPr>
      </p:cxnSp>
      <p:cxnSp>
        <p:nvCxnSpPr>
          <p:cNvPr id="171" name="Google Shape;171;p14"/>
          <p:cNvCxnSpPr/>
          <p:nvPr/>
        </p:nvCxnSpPr>
        <p:spPr>
          <a:xfrm>
            <a:off x="14380990" y="2366559"/>
            <a:ext cx="0" cy="2249421"/>
          </a:xfrm>
          <a:prstGeom prst="straightConnector1">
            <a:avLst/>
          </a:prstGeom>
          <a:noFill/>
          <a:ln w="19050" cap="flat" cmpd="sng">
            <a:solidFill>
              <a:schemeClr val="dk1"/>
            </a:solidFill>
            <a:prstDash val="solid"/>
            <a:round/>
            <a:headEnd type="diamond" w="med" len="med"/>
            <a:tailEnd type="none" w="sm" len="sm"/>
          </a:ln>
        </p:spPr>
      </p:cxnSp>
      <p:sp>
        <p:nvSpPr>
          <p:cNvPr id="172" name="Google Shape;172;p14"/>
          <p:cNvSpPr>
            <a:spLocks noGrp="1"/>
          </p:cNvSpPr>
          <p:nvPr>
            <p:ph type="pic" idx="2"/>
          </p:nvPr>
        </p:nvSpPr>
        <p:spPr>
          <a:xfrm>
            <a:off x="1167648" y="4638675"/>
            <a:ext cx="3024187" cy="2516188"/>
          </a:xfrm>
          <a:prstGeom prst="rect">
            <a:avLst/>
          </a:prstGeom>
          <a:solidFill>
            <a:srgbClr val="D8D8D8"/>
          </a:solidFill>
          <a:ln>
            <a:noFill/>
          </a:ln>
        </p:spPr>
      </p:sp>
      <p:sp>
        <p:nvSpPr>
          <p:cNvPr id="173" name="Google Shape;173;p14"/>
          <p:cNvSpPr>
            <a:spLocks noGrp="1"/>
          </p:cNvSpPr>
          <p:nvPr>
            <p:ph type="pic" idx="3"/>
          </p:nvPr>
        </p:nvSpPr>
        <p:spPr>
          <a:xfrm>
            <a:off x="5423743" y="4638675"/>
            <a:ext cx="3024187" cy="2516188"/>
          </a:xfrm>
          <a:prstGeom prst="rect">
            <a:avLst/>
          </a:prstGeom>
          <a:solidFill>
            <a:srgbClr val="D8D8D8"/>
          </a:solidFill>
          <a:ln>
            <a:noFill/>
          </a:ln>
        </p:spPr>
      </p:sp>
      <p:sp>
        <p:nvSpPr>
          <p:cNvPr id="174" name="Google Shape;174;p14"/>
          <p:cNvSpPr>
            <a:spLocks noGrp="1"/>
          </p:cNvSpPr>
          <p:nvPr>
            <p:ph type="pic" idx="4"/>
          </p:nvPr>
        </p:nvSpPr>
        <p:spPr>
          <a:xfrm>
            <a:off x="9648405" y="4638675"/>
            <a:ext cx="3024187" cy="2516188"/>
          </a:xfrm>
          <a:prstGeom prst="rect">
            <a:avLst/>
          </a:prstGeom>
          <a:solidFill>
            <a:srgbClr val="D8D8D8"/>
          </a:solidFill>
          <a:ln>
            <a:noFill/>
          </a:ln>
        </p:spPr>
      </p:sp>
      <p:sp>
        <p:nvSpPr>
          <p:cNvPr id="175" name="Google Shape;175;p14"/>
          <p:cNvSpPr>
            <a:spLocks noGrp="1"/>
          </p:cNvSpPr>
          <p:nvPr>
            <p:ph type="pic" idx="5"/>
          </p:nvPr>
        </p:nvSpPr>
        <p:spPr>
          <a:xfrm>
            <a:off x="13904500" y="4638675"/>
            <a:ext cx="3024187" cy="2516188"/>
          </a:xfrm>
          <a:prstGeom prst="rect">
            <a:avLst/>
          </a:prstGeom>
          <a:solidFill>
            <a:srgbClr val="D8D8D8"/>
          </a:solidFill>
          <a:ln>
            <a:noFill/>
          </a:ln>
        </p:spPr>
      </p:sp>
      <p:pic>
        <p:nvPicPr>
          <p:cNvPr id="11" name="Imagem 10">
            <a:extLst>
              <a:ext uri="{FF2B5EF4-FFF2-40B4-BE49-F238E27FC236}">
                <a16:creationId xmlns:a16="http://schemas.microsoft.com/office/drawing/2014/main" id="{D22ABDF6-6231-3B90-77EA-2F81AD844DA8}"/>
              </a:ext>
            </a:extLst>
          </p:cNvPr>
          <p:cNvPicPr>
            <a:picLocks/>
          </p:cNvPicPr>
          <p:nvPr userDrawn="1"/>
        </p:nvPicPr>
        <p:blipFill>
          <a:blip r:embed="rId4"/>
          <a:stretch>
            <a:fillRect/>
          </a:stretch>
        </p:blipFill>
        <p:spPr>
          <a:xfrm>
            <a:off x="734401" y="691201"/>
            <a:ext cx="3434405" cy="2390404"/>
          </a:xfrm>
          <a:prstGeom prst="rect">
            <a:avLst/>
          </a:prstGeom>
        </p:spPr>
      </p:pic>
      <p:sp>
        <p:nvSpPr>
          <p:cNvPr id="167" name="Google Shape;167;p14"/>
          <p:cNvSpPr txBox="1"/>
          <p:nvPr/>
        </p:nvSpPr>
        <p:spPr>
          <a:xfrm>
            <a:off x="1086896" y="1400003"/>
            <a:ext cx="2240915"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1" i="0" u="none" strike="noStrike" cap="none">
                <a:solidFill>
                  <a:schemeClr val="lt1"/>
                </a:solidFill>
                <a:latin typeface="Poppins"/>
                <a:ea typeface="Poppins"/>
                <a:cs typeface="Poppins"/>
                <a:sym typeface="Poppins"/>
              </a:rPr>
              <a:t>Exposição</a:t>
            </a:r>
            <a:endParaRPr sz="3000" b="0" i="0" u="none" strike="noStrike" cap="none">
              <a:solidFill>
                <a:schemeClr val="lt1"/>
              </a:solidFill>
              <a:latin typeface="Poppins Light"/>
              <a:ea typeface="Poppins Light"/>
              <a:cs typeface="Poppins Light"/>
              <a:sym typeface="Poppins Light"/>
            </a:endParaRPr>
          </a:p>
        </p:txBody>
      </p:sp>
      <p:sp>
        <p:nvSpPr>
          <p:cNvPr id="4" name="Espaço Reservado para Texto 16">
            <a:extLst>
              <a:ext uri="{FF2B5EF4-FFF2-40B4-BE49-F238E27FC236}">
                <a16:creationId xmlns:a16="http://schemas.microsoft.com/office/drawing/2014/main" id="{C618C07E-990C-6244-83E2-82CCEA46A7A7}"/>
              </a:ext>
            </a:extLst>
          </p:cNvPr>
          <p:cNvSpPr>
            <a:spLocks noGrp="1"/>
          </p:cNvSpPr>
          <p:nvPr>
            <p:ph type="body" sz="quarter" idx="10" hasCustomPrompt="1"/>
          </p:nvPr>
        </p:nvSpPr>
        <p:spPr>
          <a:xfrm>
            <a:off x="4507939" y="1437080"/>
            <a:ext cx="12420748" cy="677863"/>
          </a:xfrm>
          <a:prstGeom prst="rect">
            <a:avLst/>
          </a:prstGeo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3000" b="1" i="0" u="none" strike="noStrike" kern="0" cap="none" spc="0" normalizeH="0" baseline="0" noProof="0">
                <a:ln>
                  <a:noFill/>
                </a:ln>
                <a:solidFill>
                  <a:srgbClr val="FF0000"/>
                </a:solidFill>
                <a:effectLst/>
                <a:uLnTx/>
                <a:uFillTx/>
                <a:latin typeface="Poppins"/>
                <a:ea typeface="Poppins"/>
                <a:cs typeface="Poppins"/>
                <a:sym typeface="Poppins"/>
              </a:rPr>
              <a:t>Exemplo de linha do tempo com foto</a:t>
            </a:r>
          </a:p>
        </p:txBody>
      </p:sp>
      <p:sp>
        <p:nvSpPr>
          <p:cNvPr id="8" name="Google Shape;77;p5">
            <a:extLst>
              <a:ext uri="{FF2B5EF4-FFF2-40B4-BE49-F238E27FC236}">
                <a16:creationId xmlns:a16="http://schemas.microsoft.com/office/drawing/2014/main" id="{CD5A9689-805B-758E-F148-9C6E588745B9}"/>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pitchFamily="2" charset="77"/>
                <a:ea typeface="Poppins"/>
                <a:cs typeface="Poppins Light" pitchFamily="2" charset="77"/>
                <a:sym typeface="Poppins"/>
              </a:rPr>
              <a:t>Construindo o </a:t>
            </a:r>
            <a:r>
              <a:rPr lang="pt-BR" sz="3500" b="1" i="0" u="none" strike="noStrike" cap="none" noProof="0">
                <a:solidFill>
                  <a:schemeClr val="lt1"/>
                </a:solidFill>
                <a:latin typeface="Poppins"/>
                <a:ea typeface="Poppins"/>
                <a:cs typeface="Poppins"/>
                <a:sym typeface="Poppins"/>
              </a:rPr>
              <a:t>conceito</a:t>
            </a:r>
            <a:endParaRPr lang="pt-BR" sz="3500" b="0" i="0" u="none" strike="noStrike" cap="none" noProof="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4249272834"/>
      </p:ext>
    </p:extLst>
  </p:cSld>
  <p:clrMapOvr>
    <a:overrideClrMapping bg1="lt1" tx1="dk1" bg2="lt2" tx2="dk2" accent1="accent1" accent2="accent2" accent3="accent3" accent4="accent4" accent5="accent5" accent6="accent6" hlink="hlink" folHlink="folHlink"/>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1_Linha do Tempo1" preserve="1" userDrawn="1">
  <p:cSld name="3_Linha do Tempo1">
    <p:bg>
      <p:bgRef idx="1001">
        <a:schemeClr val="bg1"/>
      </p:bgRef>
    </p:bg>
    <p:spTree>
      <p:nvGrpSpPr>
        <p:cNvPr id="1" name="Shape 159"/>
        <p:cNvGrpSpPr/>
        <p:nvPr/>
      </p:nvGrpSpPr>
      <p:grpSpPr>
        <a:xfrm>
          <a:off x="0" y="0"/>
          <a:ext cx="0" cy="0"/>
          <a:chOff x="0" y="0"/>
          <a:chExt cx="0" cy="0"/>
        </a:xfrm>
      </p:grpSpPr>
      <p:pic>
        <p:nvPicPr>
          <p:cNvPr id="12" name="Google Shape;142;p13">
            <a:extLst>
              <a:ext uri="{FF2B5EF4-FFF2-40B4-BE49-F238E27FC236}">
                <a16:creationId xmlns:a16="http://schemas.microsoft.com/office/drawing/2014/main" id="{78E61B95-FA95-9482-303F-F8E9C7A0509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3" name="Google Shape;143;p13">
            <a:extLst>
              <a:ext uri="{FF2B5EF4-FFF2-40B4-BE49-F238E27FC236}">
                <a16:creationId xmlns:a16="http://schemas.microsoft.com/office/drawing/2014/main" id="{56ED5AE7-8A4A-D26D-0938-3A483027087E}"/>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cxnSp>
        <p:nvCxnSpPr>
          <p:cNvPr id="166" name="Google Shape;166;p14"/>
          <p:cNvCxnSpPr/>
          <p:nvPr/>
        </p:nvCxnSpPr>
        <p:spPr>
          <a:xfrm>
            <a:off x="1777896" y="5864062"/>
            <a:ext cx="16118958" cy="0"/>
          </a:xfrm>
          <a:prstGeom prst="straightConnector1">
            <a:avLst/>
          </a:prstGeom>
          <a:noFill/>
          <a:ln w="28575" cap="flat" cmpd="sng">
            <a:solidFill>
              <a:schemeClr val="dk1"/>
            </a:solidFill>
            <a:prstDash val="dot"/>
            <a:round/>
            <a:headEnd type="none" w="sm" len="sm"/>
            <a:tailEnd type="none" w="sm" len="sm"/>
          </a:ln>
        </p:spPr>
      </p:cxnSp>
      <p:cxnSp>
        <p:nvCxnSpPr>
          <p:cNvPr id="168" name="Google Shape;168;p14"/>
          <p:cNvCxnSpPr/>
          <p:nvPr/>
        </p:nvCxnSpPr>
        <p:spPr>
          <a:xfrm rot="10800000">
            <a:off x="930533" y="6936983"/>
            <a:ext cx="0" cy="2098562"/>
          </a:xfrm>
          <a:prstGeom prst="straightConnector1">
            <a:avLst/>
          </a:prstGeom>
          <a:noFill/>
          <a:ln w="19050" cap="flat" cmpd="sng">
            <a:solidFill>
              <a:schemeClr val="dk1"/>
            </a:solidFill>
            <a:prstDash val="solid"/>
            <a:round/>
            <a:headEnd type="diamond" w="med" len="med"/>
            <a:tailEnd type="none" w="sm" len="sm"/>
          </a:ln>
        </p:spPr>
      </p:cxnSp>
      <p:cxnSp>
        <p:nvCxnSpPr>
          <p:cNvPr id="169" name="Google Shape;169;p14"/>
          <p:cNvCxnSpPr/>
          <p:nvPr/>
        </p:nvCxnSpPr>
        <p:spPr>
          <a:xfrm rot="10800000">
            <a:off x="7894950" y="6936983"/>
            <a:ext cx="0" cy="2098562"/>
          </a:xfrm>
          <a:prstGeom prst="straightConnector1">
            <a:avLst/>
          </a:prstGeom>
          <a:noFill/>
          <a:ln w="19050" cap="flat" cmpd="sng">
            <a:solidFill>
              <a:schemeClr val="dk1"/>
            </a:solidFill>
            <a:prstDash val="solid"/>
            <a:round/>
            <a:headEnd type="diamond" w="med" len="med"/>
            <a:tailEnd type="none" w="sm" len="sm"/>
          </a:ln>
        </p:spPr>
      </p:cxnSp>
      <p:cxnSp>
        <p:nvCxnSpPr>
          <p:cNvPr id="170" name="Google Shape;170;p14"/>
          <p:cNvCxnSpPr/>
          <p:nvPr/>
        </p:nvCxnSpPr>
        <p:spPr>
          <a:xfrm>
            <a:off x="4438856" y="2388705"/>
            <a:ext cx="0" cy="2249421"/>
          </a:xfrm>
          <a:prstGeom prst="straightConnector1">
            <a:avLst/>
          </a:prstGeom>
          <a:noFill/>
          <a:ln w="19050" cap="flat" cmpd="sng">
            <a:solidFill>
              <a:schemeClr val="dk1"/>
            </a:solidFill>
            <a:prstDash val="solid"/>
            <a:round/>
            <a:headEnd type="diamond" w="med" len="med"/>
            <a:tailEnd type="none" w="sm" len="sm"/>
          </a:ln>
        </p:spPr>
      </p:cxnSp>
      <p:cxnSp>
        <p:nvCxnSpPr>
          <p:cNvPr id="171" name="Google Shape;171;p14"/>
          <p:cNvCxnSpPr/>
          <p:nvPr/>
        </p:nvCxnSpPr>
        <p:spPr>
          <a:xfrm>
            <a:off x="11383791" y="2366559"/>
            <a:ext cx="0" cy="2249421"/>
          </a:xfrm>
          <a:prstGeom prst="straightConnector1">
            <a:avLst/>
          </a:prstGeom>
          <a:noFill/>
          <a:ln w="19050" cap="flat" cmpd="sng">
            <a:solidFill>
              <a:schemeClr val="dk1"/>
            </a:solidFill>
            <a:prstDash val="solid"/>
            <a:round/>
            <a:headEnd type="diamond" w="med" len="med"/>
            <a:tailEnd type="none" w="sm" len="sm"/>
          </a:ln>
        </p:spPr>
      </p:cxnSp>
      <p:sp>
        <p:nvSpPr>
          <p:cNvPr id="172" name="Google Shape;172;p14"/>
          <p:cNvSpPr>
            <a:spLocks noGrp="1"/>
          </p:cNvSpPr>
          <p:nvPr>
            <p:ph type="pic" idx="2"/>
          </p:nvPr>
        </p:nvSpPr>
        <p:spPr>
          <a:xfrm>
            <a:off x="699925" y="4638675"/>
            <a:ext cx="2960521" cy="2516188"/>
          </a:xfrm>
          <a:prstGeom prst="rect">
            <a:avLst/>
          </a:prstGeom>
          <a:solidFill>
            <a:srgbClr val="D8D8D8"/>
          </a:solidFill>
          <a:ln>
            <a:noFill/>
          </a:ln>
        </p:spPr>
      </p:sp>
      <p:sp>
        <p:nvSpPr>
          <p:cNvPr id="173" name="Google Shape;173;p14"/>
          <p:cNvSpPr>
            <a:spLocks noGrp="1"/>
          </p:cNvSpPr>
          <p:nvPr>
            <p:ph type="pic" idx="3"/>
          </p:nvPr>
        </p:nvSpPr>
        <p:spPr>
          <a:xfrm>
            <a:off x="4154709" y="4638675"/>
            <a:ext cx="2960521" cy="2516188"/>
          </a:xfrm>
          <a:prstGeom prst="rect">
            <a:avLst/>
          </a:prstGeom>
          <a:solidFill>
            <a:srgbClr val="D8D8D8"/>
          </a:solidFill>
          <a:ln>
            <a:noFill/>
          </a:ln>
        </p:spPr>
      </p:sp>
      <p:sp>
        <p:nvSpPr>
          <p:cNvPr id="174" name="Google Shape;174;p14"/>
          <p:cNvSpPr>
            <a:spLocks noGrp="1"/>
          </p:cNvSpPr>
          <p:nvPr>
            <p:ph type="pic" idx="4"/>
          </p:nvPr>
        </p:nvSpPr>
        <p:spPr>
          <a:xfrm>
            <a:off x="7609493" y="4638675"/>
            <a:ext cx="2960521" cy="2516188"/>
          </a:xfrm>
          <a:prstGeom prst="rect">
            <a:avLst/>
          </a:prstGeom>
          <a:solidFill>
            <a:srgbClr val="D8D8D8"/>
          </a:solidFill>
          <a:ln>
            <a:noFill/>
          </a:ln>
        </p:spPr>
      </p:sp>
      <p:sp>
        <p:nvSpPr>
          <p:cNvPr id="175" name="Google Shape;175;p14"/>
          <p:cNvSpPr>
            <a:spLocks noGrp="1"/>
          </p:cNvSpPr>
          <p:nvPr>
            <p:ph type="pic" idx="5"/>
          </p:nvPr>
        </p:nvSpPr>
        <p:spPr>
          <a:xfrm>
            <a:off x="11064277" y="4638675"/>
            <a:ext cx="2960521" cy="2516188"/>
          </a:xfrm>
          <a:prstGeom prst="rect">
            <a:avLst/>
          </a:prstGeom>
          <a:solidFill>
            <a:srgbClr val="D8D8D8"/>
          </a:solidFill>
          <a:ln>
            <a:noFill/>
          </a:ln>
        </p:spPr>
      </p:sp>
      <p:pic>
        <p:nvPicPr>
          <p:cNvPr id="11" name="Imagem 10">
            <a:extLst>
              <a:ext uri="{FF2B5EF4-FFF2-40B4-BE49-F238E27FC236}">
                <a16:creationId xmlns:a16="http://schemas.microsoft.com/office/drawing/2014/main" id="{628E32EE-C72A-77BD-8971-A85851947932}"/>
              </a:ext>
            </a:extLst>
          </p:cNvPr>
          <p:cNvPicPr>
            <a:picLocks/>
          </p:cNvPicPr>
          <p:nvPr userDrawn="1"/>
        </p:nvPicPr>
        <p:blipFill>
          <a:blip r:embed="rId4"/>
          <a:stretch>
            <a:fillRect/>
          </a:stretch>
        </p:blipFill>
        <p:spPr>
          <a:xfrm>
            <a:off x="734401" y="691201"/>
            <a:ext cx="3434405" cy="2390404"/>
          </a:xfrm>
          <a:prstGeom prst="rect">
            <a:avLst/>
          </a:prstGeom>
        </p:spPr>
      </p:pic>
      <p:sp>
        <p:nvSpPr>
          <p:cNvPr id="167" name="Google Shape;167;p14"/>
          <p:cNvSpPr txBox="1"/>
          <p:nvPr/>
        </p:nvSpPr>
        <p:spPr>
          <a:xfrm>
            <a:off x="1086896" y="1400003"/>
            <a:ext cx="2240915"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1" i="0" u="none" strike="noStrike" cap="none">
                <a:solidFill>
                  <a:schemeClr val="lt1"/>
                </a:solidFill>
                <a:latin typeface="Poppins"/>
                <a:ea typeface="Poppins"/>
                <a:cs typeface="Poppins"/>
                <a:sym typeface="Poppins"/>
              </a:rPr>
              <a:t>Exposição</a:t>
            </a:r>
            <a:endParaRPr sz="3000" b="0" i="0" u="none" strike="noStrike" cap="none">
              <a:solidFill>
                <a:schemeClr val="lt1"/>
              </a:solidFill>
              <a:latin typeface="Poppins Light"/>
              <a:ea typeface="Poppins Light"/>
              <a:cs typeface="Poppins Light"/>
              <a:sym typeface="Poppins Light"/>
            </a:endParaRPr>
          </a:p>
        </p:txBody>
      </p:sp>
      <p:sp>
        <p:nvSpPr>
          <p:cNvPr id="4" name="Espaço Reservado para Texto 16">
            <a:extLst>
              <a:ext uri="{FF2B5EF4-FFF2-40B4-BE49-F238E27FC236}">
                <a16:creationId xmlns:a16="http://schemas.microsoft.com/office/drawing/2014/main" id="{C618C07E-990C-6244-83E2-82CCEA46A7A7}"/>
              </a:ext>
            </a:extLst>
          </p:cNvPr>
          <p:cNvSpPr>
            <a:spLocks noGrp="1"/>
          </p:cNvSpPr>
          <p:nvPr>
            <p:ph type="body" sz="quarter" idx="10" hasCustomPrompt="1"/>
          </p:nvPr>
        </p:nvSpPr>
        <p:spPr>
          <a:xfrm>
            <a:off x="4507939" y="1437080"/>
            <a:ext cx="12420748" cy="677863"/>
          </a:xfrm>
          <a:prstGeom prst="rect">
            <a:avLst/>
          </a:prstGeo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3000" b="1" i="0" u="none" strike="noStrike" kern="0" cap="none" spc="0" normalizeH="0" baseline="0" noProof="0">
                <a:ln>
                  <a:noFill/>
                </a:ln>
                <a:solidFill>
                  <a:srgbClr val="FF0000"/>
                </a:solidFill>
                <a:effectLst/>
                <a:uLnTx/>
                <a:uFillTx/>
                <a:latin typeface="Poppins"/>
                <a:ea typeface="Poppins"/>
                <a:cs typeface="Poppins"/>
                <a:sym typeface="Poppins"/>
              </a:rPr>
              <a:t>Exemplo de linha do tempo com foto</a:t>
            </a:r>
          </a:p>
        </p:txBody>
      </p:sp>
      <p:sp>
        <p:nvSpPr>
          <p:cNvPr id="8" name="Google Shape;77;p5">
            <a:extLst>
              <a:ext uri="{FF2B5EF4-FFF2-40B4-BE49-F238E27FC236}">
                <a16:creationId xmlns:a16="http://schemas.microsoft.com/office/drawing/2014/main" id="{CD5A9689-805B-758E-F148-9C6E588745B9}"/>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pitchFamily="2" charset="77"/>
                <a:ea typeface="Poppins"/>
                <a:cs typeface="Poppins Light" pitchFamily="2" charset="77"/>
                <a:sym typeface="Poppins"/>
              </a:rPr>
              <a:t>Construindo o </a:t>
            </a:r>
            <a:r>
              <a:rPr lang="pt-BR" sz="3500" b="1" i="0" u="none" strike="noStrike" cap="none" noProof="0">
                <a:solidFill>
                  <a:schemeClr val="lt1"/>
                </a:solidFill>
                <a:latin typeface="Poppins"/>
                <a:ea typeface="Poppins"/>
                <a:cs typeface="Poppins"/>
                <a:sym typeface="Poppins"/>
              </a:rPr>
              <a:t>conceito</a:t>
            </a:r>
            <a:endParaRPr lang="pt-BR" sz="3500" b="0" i="0" u="none" strike="noStrike" cap="none" noProof="0">
              <a:solidFill>
                <a:schemeClr val="lt1"/>
              </a:solidFill>
              <a:latin typeface="Poppins Light"/>
              <a:ea typeface="Poppins Light"/>
              <a:cs typeface="Poppins Light"/>
              <a:sym typeface="Poppins Light"/>
            </a:endParaRPr>
          </a:p>
        </p:txBody>
      </p:sp>
      <p:sp>
        <p:nvSpPr>
          <p:cNvPr id="3" name="Google Shape;175;p14">
            <a:extLst>
              <a:ext uri="{FF2B5EF4-FFF2-40B4-BE49-F238E27FC236}">
                <a16:creationId xmlns:a16="http://schemas.microsoft.com/office/drawing/2014/main" id="{31BB5FD1-7D85-8BF7-238F-C0DC0EAC62A8}"/>
              </a:ext>
            </a:extLst>
          </p:cNvPr>
          <p:cNvSpPr>
            <a:spLocks noGrp="1"/>
          </p:cNvSpPr>
          <p:nvPr>
            <p:ph type="pic" idx="11"/>
          </p:nvPr>
        </p:nvSpPr>
        <p:spPr>
          <a:xfrm>
            <a:off x="14519061" y="4638675"/>
            <a:ext cx="2960521" cy="2516188"/>
          </a:xfrm>
          <a:prstGeom prst="rect">
            <a:avLst/>
          </a:prstGeom>
          <a:solidFill>
            <a:srgbClr val="D8D8D8"/>
          </a:solidFill>
          <a:ln>
            <a:noFill/>
          </a:ln>
        </p:spPr>
      </p:sp>
      <p:cxnSp>
        <p:nvCxnSpPr>
          <p:cNvPr id="5" name="Google Shape;169;p14">
            <a:extLst>
              <a:ext uri="{FF2B5EF4-FFF2-40B4-BE49-F238E27FC236}">
                <a16:creationId xmlns:a16="http://schemas.microsoft.com/office/drawing/2014/main" id="{2021DE16-A9E6-6366-89AC-3B893A9FD23A}"/>
              </a:ext>
            </a:extLst>
          </p:cNvPr>
          <p:cNvCxnSpPr/>
          <p:nvPr userDrawn="1"/>
        </p:nvCxnSpPr>
        <p:spPr>
          <a:xfrm rot="10800000">
            <a:off x="14803750" y="6936983"/>
            <a:ext cx="0" cy="2098562"/>
          </a:xfrm>
          <a:prstGeom prst="straightConnector1">
            <a:avLst/>
          </a:prstGeom>
          <a:noFill/>
          <a:ln w="19050" cap="flat" cmpd="sng">
            <a:solidFill>
              <a:schemeClr val="dk1"/>
            </a:solidFill>
            <a:prstDash val="solid"/>
            <a:round/>
            <a:headEnd type="diamond" w="med" len="med"/>
            <a:tailEnd type="none" w="sm" len="sm"/>
          </a:ln>
        </p:spPr>
      </p:cxnSp>
    </p:spTree>
    <p:extLst>
      <p:ext uri="{BB962C8B-B14F-4D97-AF65-F5344CB8AC3E}">
        <p14:creationId xmlns:p14="http://schemas.microsoft.com/office/powerpoint/2010/main" val="3051024047"/>
      </p:ext>
    </p:extLst>
  </p:cSld>
  <p:clrMapOvr>
    <a:overrideClrMapping bg1="lt1" tx1="dk1" bg2="lt2" tx2="dk2" accent1="accent1" accent2="accent2" accent3="accent3" accent4="accent4" accent5="accent5" accent6="accent6" hlink="hlink" folHlink="folHlink"/>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1_Linha do Tempo1" preserve="1" userDrawn="1">
  <p:cSld name="3_Linha do Tempo1">
    <p:bg>
      <p:bgRef idx="1001">
        <a:schemeClr val="bg1"/>
      </p:bgRef>
    </p:bg>
    <p:spTree>
      <p:nvGrpSpPr>
        <p:cNvPr id="1" name="Shape 159"/>
        <p:cNvGrpSpPr/>
        <p:nvPr/>
      </p:nvGrpSpPr>
      <p:grpSpPr>
        <a:xfrm>
          <a:off x="0" y="0"/>
          <a:ext cx="0" cy="0"/>
          <a:chOff x="0" y="0"/>
          <a:chExt cx="0" cy="0"/>
        </a:xfrm>
      </p:grpSpPr>
      <p:pic>
        <p:nvPicPr>
          <p:cNvPr id="4" name="Google Shape;142;p13">
            <a:extLst>
              <a:ext uri="{FF2B5EF4-FFF2-40B4-BE49-F238E27FC236}">
                <a16:creationId xmlns:a16="http://schemas.microsoft.com/office/drawing/2014/main" id="{55594D94-EA93-240A-5848-0F4C472AAAF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6" name="Google Shape;143;p13">
            <a:extLst>
              <a:ext uri="{FF2B5EF4-FFF2-40B4-BE49-F238E27FC236}">
                <a16:creationId xmlns:a16="http://schemas.microsoft.com/office/drawing/2014/main" id="{503005C4-694D-DCF7-F54E-77C762AA3BA2}"/>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172" name="Google Shape;172;p14"/>
          <p:cNvSpPr>
            <a:spLocks noGrp="1"/>
          </p:cNvSpPr>
          <p:nvPr>
            <p:ph type="pic" idx="2"/>
          </p:nvPr>
        </p:nvSpPr>
        <p:spPr>
          <a:xfrm>
            <a:off x="4691715" y="1626877"/>
            <a:ext cx="3722376" cy="2617180"/>
          </a:xfrm>
          <a:prstGeom prst="rect">
            <a:avLst/>
          </a:prstGeom>
          <a:solidFill>
            <a:srgbClr val="D8D8D8"/>
          </a:solidFill>
          <a:ln>
            <a:noFill/>
          </a:ln>
        </p:spPr>
      </p:sp>
      <p:sp>
        <p:nvSpPr>
          <p:cNvPr id="173" name="Google Shape;173;p14"/>
          <p:cNvSpPr>
            <a:spLocks noGrp="1"/>
          </p:cNvSpPr>
          <p:nvPr>
            <p:ph type="pic" idx="3"/>
          </p:nvPr>
        </p:nvSpPr>
        <p:spPr>
          <a:xfrm>
            <a:off x="4691715" y="5755897"/>
            <a:ext cx="3722376" cy="2617180"/>
          </a:xfrm>
          <a:prstGeom prst="rect">
            <a:avLst/>
          </a:prstGeom>
          <a:solidFill>
            <a:srgbClr val="D8D8D8"/>
          </a:solidFill>
          <a:ln>
            <a:noFill/>
          </a:ln>
        </p:spPr>
      </p:sp>
      <p:sp>
        <p:nvSpPr>
          <p:cNvPr id="174" name="Google Shape;174;p14"/>
          <p:cNvSpPr>
            <a:spLocks noGrp="1"/>
          </p:cNvSpPr>
          <p:nvPr>
            <p:ph type="pic" idx="4"/>
          </p:nvPr>
        </p:nvSpPr>
        <p:spPr>
          <a:xfrm>
            <a:off x="13139294" y="5755897"/>
            <a:ext cx="3722376" cy="2617180"/>
          </a:xfrm>
          <a:prstGeom prst="rect">
            <a:avLst/>
          </a:prstGeom>
          <a:solidFill>
            <a:srgbClr val="D8D8D8"/>
          </a:solidFill>
          <a:ln>
            <a:noFill/>
          </a:ln>
        </p:spPr>
      </p:sp>
      <p:sp>
        <p:nvSpPr>
          <p:cNvPr id="175" name="Google Shape;175;p14"/>
          <p:cNvSpPr>
            <a:spLocks noGrp="1"/>
          </p:cNvSpPr>
          <p:nvPr>
            <p:ph type="pic" idx="5"/>
          </p:nvPr>
        </p:nvSpPr>
        <p:spPr>
          <a:xfrm>
            <a:off x="13139293" y="1626877"/>
            <a:ext cx="3722376" cy="2617180"/>
          </a:xfrm>
          <a:prstGeom prst="rect">
            <a:avLst/>
          </a:prstGeom>
          <a:solidFill>
            <a:srgbClr val="D8D8D8"/>
          </a:solidFill>
          <a:ln>
            <a:noFill/>
          </a:ln>
        </p:spPr>
      </p:sp>
      <p:pic>
        <p:nvPicPr>
          <p:cNvPr id="11" name="Imagem 10">
            <a:extLst>
              <a:ext uri="{FF2B5EF4-FFF2-40B4-BE49-F238E27FC236}">
                <a16:creationId xmlns:a16="http://schemas.microsoft.com/office/drawing/2014/main" id="{17FEFF38-9017-DCF8-3FE2-77C5AF662693}"/>
              </a:ext>
            </a:extLst>
          </p:cNvPr>
          <p:cNvPicPr>
            <a:picLocks/>
          </p:cNvPicPr>
          <p:nvPr userDrawn="1"/>
        </p:nvPicPr>
        <p:blipFill>
          <a:blip r:embed="rId4"/>
          <a:stretch>
            <a:fillRect/>
          </a:stretch>
        </p:blipFill>
        <p:spPr>
          <a:xfrm>
            <a:off x="734401" y="691201"/>
            <a:ext cx="3434405" cy="2390404"/>
          </a:xfrm>
          <a:prstGeom prst="rect">
            <a:avLst/>
          </a:prstGeom>
        </p:spPr>
      </p:pic>
      <p:sp>
        <p:nvSpPr>
          <p:cNvPr id="167" name="Google Shape;167;p14"/>
          <p:cNvSpPr txBox="1"/>
          <p:nvPr/>
        </p:nvSpPr>
        <p:spPr>
          <a:xfrm>
            <a:off x="1086896" y="1400003"/>
            <a:ext cx="2240915"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1" i="0" u="none" strike="noStrike" cap="none">
                <a:solidFill>
                  <a:schemeClr val="lt1"/>
                </a:solidFill>
                <a:latin typeface="Poppins"/>
                <a:ea typeface="Poppins"/>
                <a:cs typeface="Poppins"/>
                <a:sym typeface="Poppins"/>
              </a:rPr>
              <a:t>Exposição</a:t>
            </a:r>
            <a:endParaRPr sz="3000" b="0" i="0" u="none" strike="noStrike" cap="none">
              <a:solidFill>
                <a:schemeClr val="lt1"/>
              </a:solidFill>
              <a:latin typeface="Poppins Light"/>
              <a:ea typeface="Poppins Light"/>
              <a:cs typeface="Poppins Light"/>
              <a:sym typeface="Poppins Light"/>
            </a:endParaRPr>
          </a:p>
        </p:txBody>
      </p:sp>
      <p:sp>
        <p:nvSpPr>
          <p:cNvPr id="8" name="Google Shape;77;p5">
            <a:extLst>
              <a:ext uri="{FF2B5EF4-FFF2-40B4-BE49-F238E27FC236}">
                <a16:creationId xmlns:a16="http://schemas.microsoft.com/office/drawing/2014/main" id="{CD5A9689-805B-758E-F148-9C6E588745B9}"/>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pitchFamily="2" charset="77"/>
                <a:ea typeface="Poppins"/>
                <a:cs typeface="Poppins Light" pitchFamily="2" charset="77"/>
                <a:sym typeface="Poppins"/>
              </a:rPr>
              <a:t>Construindo o </a:t>
            </a:r>
            <a:r>
              <a:rPr lang="pt-BR" sz="3500" b="1" i="0" u="none" strike="noStrike" cap="none" noProof="0">
                <a:solidFill>
                  <a:schemeClr val="lt1"/>
                </a:solidFill>
                <a:latin typeface="Poppins"/>
                <a:ea typeface="Poppins"/>
                <a:cs typeface="Poppins"/>
                <a:sym typeface="Poppins"/>
              </a:rPr>
              <a:t>conceito</a:t>
            </a:r>
            <a:endParaRPr lang="pt-BR" sz="3500" b="0" i="0" u="none" strike="noStrike" cap="none" noProof="0">
              <a:solidFill>
                <a:schemeClr val="lt1"/>
              </a:solidFill>
              <a:latin typeface="Poppins Light"/>
              <a:ea typeface="Poppins Light"/>
              <a:cs typeface="Poppins Light"/>
              <a:sym typeface="Poppins Light"/>
            </a:endParaRPr>
          </a:p>
        </p:txBody>
      </p:sp>
      <p:sp>
        <p:nvSpPr>
          <p:cNvPr id="3" name="Google Shape;175;p14">
            <a:extLst>
              <a:ext uri="{FF2B5EF4-FFF2-40B4-BE49-F238E27FC236}">
                <a16:creationId xmlns:a16="http://schemas.microsoft.com/office/drawing/2014/main" id="{56C71D41-77D9-DF79-58BE-9365F966EF69}"/>
              </a:ext>
            </a:extLst>
          </p:cNvPr>
          <p:cNvSpPr>
            <a:spLocks noGrp="1"/>
          </p:cNvSpPr>
          <p:nvPr>
            <p:ph type="pic" idx="10"/>
          </p:nvPr>
        </p:nvSpPr>
        <p:spPr>
          <a:xfrm>
            <a:off x="8915504" y="3954441"/>
            <a:ext cx="3722376" cy="2617180"/>
          </a:xfrm>
          <a:prstGeom prst="rect">
            <a:avLst/>
          </a:prstGeom>
          <a:solidFill>
            <a:srgbClr val="D8D8D8"/>
          </a:solidFill>
          <a:ln>
            <a:noFill/>
          </a:ln>
        </p:spPr>
      </p:sp>
      <p:sp>
        <p:nvSpPr>
          <p:cNvPr id="5" name="Google Shape;461;p35">
            <a:extLst>
              <a:ext uri="{FF2B5EF4-FFF2-40B4-BE49-F238E27FC236}">
                <a16:creationId xmlns:a16="http://schemas.microsoft.com/office/drawing/2014/main" id="{33D0D6C5-8715-0F40-FA0E-D48893B501E0}"/>
              </a:ext>
            </a:extLst>
          </p:cNvPr>
          <p:cNvSpPr txBox="1">
            <a:spLocks noGrp="1"/>
          </p:cNvSpPr>
          <p:nvPr>
            <p:ph type="body" idx="1"/>
          </p:nvPr>
        </p:nvSpPr>
        <p:spPr>
          <a:xfrm>
            <a:off x="4691715" y="436241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2" name="Google Shape;461;p35">
            <a:extLst>
              <a:ext uri="{FF2B5EF4-FFF2-40B4-BE49-F238E27FC236}">
                <a16:creationId xmlns:a16="http://schemas.microsoft.com/office/drawing/2014/main" id="{942739D9-B2BA-79B7-5ED1-B62B55D3F5ED}"/>
              </a:ext>
            </a:extLst>
          </p:cNvPr>
          <p:cNvSpPr txBox="1">
            <a:spLocks noGrp="1"/>
          </p:cNvSpPr>
          <p:nvPr>
            <p:ph type="body" idx="11"/>
          </p:nvPr>
        </p:nvSpPr>
        <p:spPr>
          <a:xfrm>
            <a:off x="4691715" y="848544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3" name="Google Shape;461;p35">
            <a:extLst>
              <a:ext uri="{FF2B5EF4-FFF2-40B4-BE49-F238E27FC236}">
                <a16:creationId xmlns:a16="http://schemas.microsoft.com/office/drawing/2014/main" id="{EE04D1B5-9360-A915-C219-497C2ACFCD81}"/>
              </a:ext>
            </a:extLst>
          </p:cNvPr>
          <p:cNvSpPr txBox="1">
            <a:spLocks noGrp="1"/>
          </p:cNvSpPr>
          <p:nvPr>
            <p:ph type="body" idx="12"/>
          </p:nvPr>
        </p:nvSpPr>
        <p:spPr>
          <a:xfrm>
            <a:off x="13141449" y="436241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4" name="Google Shape;461;p35">
            <a:extLst>
              <a:ext uri="{FF2B5EF4-FFF2-40B4-BE49-F238E27FC236}">
                <a16:creationId xmlns:a16="http://schemas.microsoft.com/office/drawing/2014/main" id="{7394943A-CEBB-AB48-ECBE-BBC2776C35A1}"/>
              </a:ext>
            </a:extLst>
          </p:cNvPr>
          <p:cNvSpPr txBox="1">
            <a:spLocks noGrp="1"/>
          </p:cNvSpPr>
          <p:nvPr>
            <p:ph type="body" idx="13"/>
          </p:nvPr>
        </p:nvSpPr>
        <p:spPr>
          <a:xfrm>
            <a:off x="13141449" y="848544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5" name="Google Shape;461;p35">
            <a:extLst>
              <a:ext uri="{FF2B5EF4-FFF2-40B4-BE49-F238E27FC236}">
                <a16:creationId xmlns:a16="http://schemas.microsoft.com/office/drawing/2014/main" id="{114A61D5-AD8F-FCAE-D28D-A4A6D7992919}"/>
              </a:ext>
            </a:extLst>
          </p:cNvPr>
          <p:cNvSpPr txBox="1">
            <a:spLocks noGrp="1"/>
          </p:cNvSpPr>
          <p:nvPr>
            <p:ph type="body" idx="14"/>
          </p:nvPr>
        </p:nvSpPr>
        <p:spPr>
          <a:xfrm>
            <a:off x="8925049" y="6665345"/>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3237265331"/>
      </p:ext>
    </p:extLst>
  </p:cSld>
  <p:clrMapOvr>
    <a:overrideClrMapping bg1="lt1" tx1="dk1" bg2="lt2" tx2="dk2" accent1="accent1" accent2="accent2" accent3="accent3" accent4="accent4" accent5="accent5" accent6="accent6" hlink="hlink" folHlink="folHlink"/>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Quadro">
  <p:cSld name="Quadro">
    <p:spTree>
      <p:nvGrpSpPr>
        <p:cNvPr id="1" name="Shape 206"/>
        <p:cNvGrpSpPr/>
        <p:nvPr/>
      </p:nvGrpSpPr>
      <p:grpSpPr>
        <a:xfrm>
          <a:off x="0" y="0"/>
          <a:ext cx="0" cy="0"/>
          <a:chOff x="0" y="0"/>
          <a:chExt cx="0" cy="0"/>
        </a:xfrm>
      </p:grpSpPr>
      <p:pic>
        <p:nvPicPr>
          <p:cNvPr id="2" name="Google Shape;190;p17">
            <a:extLst>
              <a:ext uri="{FF2B5EF4-FFF2-40B4-BE49-F238E27FC236}">
                <a16:creationId xmlns:a16="http://schemas.microsoft.com/office/drawing/2014/main" id="{22D0C748-23B6-63EE-BC45-EBAEE8CDB34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sp>
        <p:nvSpPr>
          <p:cNvPr id="208" name="Google Shape;208;p17"/>
          <p:cNvSpPr txBox="1">
            <a:spLocks noGrp="1"/>
          </p:cNvSpPr>
          <p:nvPr>
            <p:ph type="body" idx="1"/>
          </p:nvPr>
        </p:nvSpPr>
        <p:spPr>
          <a:xfrm>
            <a:off x="750438" y="4647995"/>
            <a:ext cx="3901773" cy="195528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3500"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pic>
        <p:nvPicPr>
          <p:cNvPr id="4" name="Imagem 3">
            <a:extLst>
              <a:ext uri="{FF2B5EF4-FFF2-40B4-BE49-F238E27FC236}">
                <a16:creationId xmlns:a16="http://schemas.microsoft.com/office/drawing/2014/main" id="{87ACF7E7-761F-5F8D-65D7-13177F1B1A11}"/>
              </a:ext>
            </a:extLst>
          </p:cNvPr>
          <p:cNvPicPr>
            <a:picLocks/>
          </p:cNvPicPr>
          <p:nvPr userDrawn="1"/>
        </p:nvPicPr>
        <p:blipFill>
          <a:blip r:embed="rId3"/>
          <a:stretch>
            <a:fillRect/>
          </a:stretch>
        </p:blipFill>
        <p:spPr>
          <a:xfrm>
            <a:off x="734401" y="691201"/>
            <a:ext cx="3434405" cy="2390404"/>
          </a:xfrm>
          <a:prstGeom prst="rect">
            <a:avLst/>
          </a:prstGeom>
        </p:spPr>
      </p:pic>
      <p:sp>
        <p:nvSpPr>
          <p:cNvPr id="9" name="Google Shape;77;p5">
            <a:extLst>
              <a:ext uri="{FF2B5EF4-FFF2-40B4-BE49-F238E27FC236}">
                <a16:creationId xmlns:a16="http://schemas.microsoft.com/office/drawing/2014/main" id="{2C7D0479-10AD-19EA-7C4E-0DDD170ABF02}"/>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pitchFamily="2" charset="77"/>
                <a:ea typeface="Poppins"/>
                <a:cs typeface="Poppins Light" pitchFamily="2" charset="77"/>
                <a:sym typeface="Poppins"/>
              </a:rPr>
              <a:t>Construindo o </a:t>
            </a:r>
            <a:r>
              <a:rPr lang="pt-BR" sz="3500" b="1" i="0" u="none" strike="noStrike" cap="none" noProof="0">
                <a:solidFill>
                  <a:schemeClr val="lt1"/>
                </a:solidFill>
                <a:latin typeface="Poppins"/>
                <a:ea typeface="Poppins"/>
                <a:cs typeface="Poppins"/>
                <a:sym typeface="Poppins"/>
              </a:rPr>
              <a:t>conceito</a:t>
            </a:r>
            <a:endParaRPr lang="pt-BR" sz="3500" b="0" i="0" u="none" strike="noStrike" cap="none" noProof="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303063044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1_3. Conteudo" userDrawn="1">
  <p:cSld name="1_3. Conteudo">
    <p:bg>
      <p:bgPr>
        <a:solidFill>
          <a:srgbClr val="28566E"/>
        </a:solidFill>
        <a:effectLst/>
      </p:bgPr>
    </p:bg>
    <p:spTree>
      <p:nvGrpSpPr>
        <p:cNvPr id="1" name="Shape 114"/>
        <p:cNvGrpSpPr/>
        <p:nvPr/>
      </p:nvGrpSpPr>
      <p:grpSpPr>
        <a:xfrm>
          <a:off x="0" y="0"/>
          <a:ext cx="0" cy="0"/>
          <a:chOff x="0" y="0"/>
          <a:chExt cx="0" cy="0"/>
        </a:xfrm>
      </p:grpSpPr>
      <p:pic>
        <p:nvPicPr>
          <p:cNvPr id="5" name="Google Shape;107;p9">
            <a:extLst>
              <a:ext uri="{FF2B5EF4-FFF2-40B4-BE49-F238E27FC236}">
                <a16:creationId xmlns:a16="http://schemas.microsoft.com/office/drawing/2014/main" id="{D54E56DD-72E1-D32E-4FDD-D05A2DDB5A1E}"/>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1" y="0"/>
            <a:ext cx="6946227" cy="10286974"/>
          </a:xfrm>
          <a:prstGeom prst="rect">
            <a:avLst/>
          </a:prstGeom>
          <a:noFill/>
          <a:ln>
            <a:noFill/>
          </a:ln>
        </p:spPr>
      </p:pic>
      <p:pic>
        <p:nvPicPr>
          <p:cNvPr id="7" name="Imagem 6" descr="Câmera fotográfica preta&#10;&#10;Descrição gerada automaticamente">
            <a:extLst>
              <a:ext uri="{FF2B5EF4-FFF2-40B4-BE49-F238E27FC236}">
                <a16:creationId xmlns:a16="http://schemas.microsoft.com/office/drawing/2014/main" id="{BF48B4D9-DB80-F129-858C-B92D49CF1F05}"/>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t="-268"/>
          <a:stretch/>
        </p:blipFill>
        <p:spPr>
          <a:xfrm>
            <a:off x="643197" y="580139"/>
            <a:ext cx="4864916" cy="4864916"/>
          </a:xfrm>
          <a:prstGeom prst="ellipse">
            <a:avLst/>
          </a:prstGeom>
        </p:spPr>
      </p:pic>
      <p:pic>
        <p:nvPicPr>
          <p:cNvPr id="11" name="Imagem 10">
            <a:extLst>
              <a:ext uri="{FF2B5EF4-FFF2-40B4-BE49-F238E27FC236}">
                <a16:creationId xmlns:a16="http://schemas.microsoft.com/office/drawing/2014/main" id="{AB57EBF3-BD82-FB08-B6FD-37D4C027E821}"/>
              </a:ext>
            </a:extLst>
          </p:cNvPr>
          <p:cNvPicPr>
            <a:picLocks/>
          </p:cNvPicPr>
          <p:nvPr userDrawn="1"/>
        </p:nvPicPr>
        <p:blipFill>
          <a:blip r:embed="rId4"/>
          <a:stretch>
            <a:fillRect/>
          </a:stretch>
        </p:blipFill>
        <p:spPr>
          <a:xfrm>
            <a:off x="3297605" y="4060806"/>
            <a:ext cx="3434405" cy="2390404"/>
          </a:xfrm>
          <a:prstGeom prst="rect">
            <a:avLst/>
          </a:prstGeom>
        </p:spPr>
      </p:pic>
      <p:sp>
        <p:nvSpPr>
          <p:cNvPr id="4" name="Google Shape;689;p48">
            <a:extLst>
              <a:ext uri="{FF2B5EF4-FFF2-40B4-BE49-F238E27FC236}">
                <a16:creationId xmlns:a16="http://schemas.microsoft.com/office/drawing/2014/main" id="{FAFCC758-61EC-406C-1EF8-25D2434CEA07}"/>
              </a:ext>
            </a:extLst>
          </p:cNvPr>
          <p:cNvSpPr txBox="1">
            <a:spLocks/>
          </p:cNvSpPr>
          <p:nvPr userDrawn="1"/>
        </p:nvSpPr>
        <p:spPr>
          <a:xfrm>
            <a:off x="728496" y="5195702"/>
            <a:ext cx="1249754" cy="238087"/>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360"/>
              </a:spcBef>
              <a:buSzPts val="1200"/>
              <a:buFont typeface="Arial" pitchFamily="34" charset="0"/>
              <a:buNone/>
            </a:pPr>
            <a:r>
              <a:rPr lang="pt-BR" sz="1200">
                <a:solidFill>
                  <a:schemeClr val="bg1"/>
                </a:solidFill>
                <a:latin typeface="Poppins Light" panose="00000400000000000000" pitchFamily="2" charset="0"/>
                <a:cs typeface="Poppins Light" panose="00000400000000000000" pitchFamily="2" charset="0"/>
              </a:rPr>
              <a:t>© Getty Images</a:t>
            </a:r>
          </a:p>
        </p:txBody>
      </p:sp>
      <p:sp>
        <p:nvSpPr>
          <p:cNvPr id="9" name="Google Shape;77;p5">
            <a:extLst>
              <a:ext uri="{FF2B5EF4-FFF2-40B4-BE49-F238E27FC236}">
                <a16:creationId xmlns:a16="http://schemas.microsoft.com/office/drawing/2014/main" id="{A02C9CDC-CF3E-FA16-3B21-86962F525C8A}"/>
              </a:ext>
            </a:extLst>
          </p:cNvPr>
          <p:cNvSpPr txBox="1"/>
          <p:nvPr userDrawn="1"/>
        </p:nvSpPr>
        <p:spPr>
          <a:xfrm>
            <a:off x="3812890" y="4779742"/>
            <a:ext cx="2542511" cy="98488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200" b="0" i="0" u="none" strike="noStrike" cap="none" noProof="0">
                <a:solidFill>
                  <a:schemeClr val="lt1"/>
                </a:solidFill>
                <a:latin typeface="Poppins Light" pitchFamily="2" charset="77"/>
                <a:ea typeface="Poppins"/>
                <a:cs typeface="Poppins Light" pitchFamily="2" charset="77"/>
                <a:sym typeface="Poppins"/>
              </a:rPr>
              <a:t>Construindo o </a:t>
            </a:r>
            <a:r>
              <a:rPr lang="pt-BR" sz="3200" b="1" i="0" u="none" strike="noStrike" cap="none" noProof="0">
                <a:solidFill>
                  <a:schemeClr val="lt1"/>
                </a:solidFill>
                <a:latin typeface="Poppins"/>
                <a:ea typeface="Poppins"/>
                <a:cs typeface="Poppins"/>
                <a:sym typeface="Poppins"/>
              </a:rPr>
              <a:t>conceito</a:t>
            </a:r>
            <a:endParaRPr lang="pt-BR" sz="3200" b="0" i="0" u="none" strike="noStrike" cap="none" noProof="0">
              <a:solidFill>
                <a:schemeClr val="lt1"/>
              </a:solidFill>
              <a:latin typeface="Poppins Light"/>
              <a:ea typeface="Poppins Light"/>
              <a:cs typeface="Poppins Light"/>
              <a:sym typeface="Poppins Light"/>
            </a:endParaRPr>
          </a:p>
        </p:txBody>
      </p:sp>
      <p:sp>
        <p:nvSpPr>
          <p:cNvPr id="2" name="Google Shape;117;p9">
            <a:extLst>
              <a:ext uri="{FF2B5EF4-FFF2-40B4-BE49-F238E27FC236}">
                <a16:creationId xmlns:a16="http://schemas.microsoft.com/office/drawing/2014/main" id="{AAC95801-93B0-A8EF-1651-81C380895E40}"/>
              </a:ext>
            </a:extLst>
          </p:cNvPr>
          <p:cNvSpPr txBox="1">
            <a:spLocks noGrp="1"/>
          </p:cNvSpPr>
          <p:nvPr>
            <p:ph type="body" idx="2"/>
          </p:nvPr>
        </p:nvSpPr>
        <p:spPr>
          <a:xfrm>
            <a:off x="7692272" y="622298"/>
            <a:ext cx="8437715" cy="1436520"/>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900"/>
              </a:spcBef>
              <a:spcAft>
                <a:spcPts val="0"/>
              </a:spcAft>
              <a:buClr>
                <a:schemeClr val="lt1"/>
              </a:buClr>
              <a:buSzPts val="4500"/>
              <a:buFont typeface="Poppins"/>
              <a:buNone/>
              <a:defRPr sz="45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lt1"/>
              </a:buClr>
              <a:buSzPts val="2800"/>
              <a:buFont typeface="Poppins"/>
              <a:buChar char="–"/>
              <a:defRPr sz="2800"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lt1"/>
              </a:buClr>
              <a:buSzPts val="2400"/>
              <a:buFont typeface="Poppins"/>
              <a:buChar char="•"/>
              <a:defRPr sz="24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9pPr>
          </a:lstStyle>
          <a:p>
            <a:endParaRPr/>
          </a:p>
        </p:txBody>
      </p:sp>
      <p:sp>
        <p:nvSpPr>
          <p:cNvPr id="3" name="Google Shape;116;p9">
            <a:extLst>
              <a:ext uri="{FF2B5EF4-FFF2-40B4-BE49-F238E27FC236}">
                <a16:creationId xmlns:a16="http://schemas.microsoft.com/office/drawing/2014/main" id="{EE2838AB-5016-933A-466D-0229559B6BF7}"/>
              </a:ext>
            </a:extLst>
          </p:cNvPr>
          <p:cNvSpPr txBox="1">
            <a:spLocks noGrp="1"/>
          </p:cNvSpPr>
          <p:nvPr>
            <p:ph type="body" idx="1"/>
          </p:nvPr>
        </p:nvSpPr>
        <p:spPr>
          <a:xfrm>
            <a:off x="7692272" y="2171129"/>
            <a:ext cx="9830595" cy="1436521"/>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560"/>
              </a:spcBef>
              <a:spcAft>
                <a:spcPts val="0"/>
              </a:spcAft>
              <a:buClr>
                <a:schemeClr val="lt1"/>
              </a:buClr>
              <a:buSzPts val="2800"/>
              <a:buFont typeface="Poppins"/>
              <a:buNone/>
              <a:defRPr sz="2800" b="0" i="0" u="none" strike="noStrike" cap="none">
                <a:solidFill>
                  <a:schemeClr val="lt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lt1"/>
              </a:buClr>
              <a:buSzPts val="2800"/>
              <a:buFont typeface="Poppins"/>
              <a:buChar char="–"/>
              <a:defRPr sz="2800"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lt1"/>
              </a:buClr>
              <a:buSzPts val="2400"/>
              <a:buFont typeface="Poppins"/>
              <a:buChar char="•"/>
              <a:defRPr sz="24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9pPr>
          </a:lstStyle>
          <a:p>
            <a:endParaRPr/>
          </a:p>
        </p:txBody>
      </p:sp>
      <p:sp>
        <p:nvSpPr>
          <p:cNvPr id="13" name="Google Shape;139;p11">
            <a:extLst>
              <a:ext uri="{FF2B5EF4-FFF2-40B4-BE49-F238E27FC236}">
                <a16:creationId xmlns:a16="http://schemas.microsoft.com/office/drawing/2014/main" id="{59386DD0-5AAE-08B8-E3DA-A2064E890B33}"/>
              </a:ext>
            </a:extLst>
          </p:cNvPr>
          <p:cNvSpPr txBox="1">
            <a:spLocks noGrp="1"/>
          </p:cNvSpPr>
          <p:nvPr>
            <p:ph type="body" idx="11"/>
          </p:nvPr>
        </p:nvSpPr>
        <p:spPr>
          <a:xfrm>
            <a:off x="7692272" y="8957839"/>
            <a:ext cx="9829800" cy="235962"/>
          </a:xfrm>
          <a:prstGeom prst="rect">
            <a:avLst/>
          </a:prstGeom>
          <a:noFill/>
          <a:ln>
            <a:noFill/>
          </a:ln>
        </p:spPr>
        <p:txBody>
          <a:bodyPr spcFirstLastPara="1" wrap="square" lIns="0" tIns="0" rIns="0" bIns="0" anchor="t" anchorCtr="0">
            <a:spAutoFit/>
          </a:bodyPr>
          <a:lstStyle>
            <a:lvl1pPr marL="0" marR="0" lvl="0" indent="0" algn="l" rtl="0">
              <a:lnSpc>
                <a:spcPct val="100000"/>
              </a:lnSpc>
              <a:spcBef>
                <a:spcPts val="360"/>
              </a:spcBef>
              <a:spcAft>
                <a:spcPts val="0"/>
              </a:spcAft>
              <a:buClr>
                <a:schemeClr val="dk1"/>
              </a:buClr>
              <a:buSzPts val="1200"/>
              <a:buFont typeface="Poppins"/>
              <a:buNone/>
              <a:defRPr sz="1200" b="0" i="0" u="none" strike="noStrike" cap="none">
                <a:solidFill>
                  <a:schemeClr val="bg1"/>
                </a:solidFill>
                <a:latin typeface="Poppins" pitchFamily="2" charset="77"/>
                <a:ea typeface="Poppins" pitchFamily="2" charset="77"/>
                <a:cs typeface="Poppins" pitchFamily="2" charset="77"/>
                <a:sym typeface="Poppins Light"/>
              </a:defRPr>
            </a:lvl1pPr>
            <a:lvl2pPr marL="914400" marR="0" lvl="1" indent="-304800" algn="l" rtl="0">
              <a:lnSpc>
                <a:spcPct val="100000"/>
              </a:lnSpc>
              <a:spcBef>
                <a:spcPts val="56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48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9pPr>
          </a:lstStyle>
          <a:p>
            <a:endParaRPr/>
          </a:p>
        </p:txBody>
      </p:sp>
      <p:sp>
        <p:nvSpPr>
          <p:cNvPr id="14" name="Espaço Reservado para Texto 18">
            <a:extLst>
              <a:ext uri="{FF2B5EF4-FFF2-40B4-BE49-F238E27FC236}">
                <a16:creationId xmlns:a16="http://schemas.microsoft.com/office/drawing/2014/main" id="{DD7BF362-949F-D39B-33DB-46D9024EEC64}"/>
              </a:ext>
            </a:extLst>
          </p:cNvPr>
          <p:cNvSpPr>
            <a:spLocks noGrp="1"/>
          </p:cNvSpPr>
          <p:nvPr>
            <p:ph type="body" sz="quarter" idx="10" hasCustomPrompt="1"/>
          </p:nvPr>
        </p:nvSpPr>
        <p:spPr>
          <a:xfrm>
            <a:off x="7692272" y="3821945"/>
            <a:ext cx="9829800" cy="4975691"/>
          </a:xfrm>
          <a:prstGeom prst="rect">
            <a:avLst/>
          </a:prstGeom>
        </p:spPr>
        <p:txBody>
          <a:bodyPr/>
          <a:lstStyle>
            <a:lvl1pPr>
              <a:defRPr sz="1800" b="0" i="0">
                <a:latin typeface="Poppins" pitchFamily="2" charset="77"/>
                <a:cs typeface="Poppins" pitchFamily="2" charset="77"/>
              </a:defRPr>
            </a:lvl1pPr>
          </a:lstStyle>
          <a:p>
            <a:r>
              <a:rPr lang="pt-BR" sz="1400">
                <a:solidFill>
                  <a:schemeClr val="bg1"/>
                </a:solidFill>
                <a:latin typeface="Poppins Light" pitchFamily="2" charset="77"/>
                <a:cs typeface="Poppins Light" pitchFamily="2" charset="77"/>
              </a:rPr>
              <a:t>Inserir &gt; Mídia &gt; Vídeo &gt; Vídeos online</a:t>
            </a:r>
          </a:p>
        </p:txBody>
      </p:sp>
      <p:sp>
        <p:nvSpPr>
          <p:cNvPr id="6" name="CaixaDeTexto 5">
            <a:extLst>
              <a:ext uri="{FF2B5EF4-FFF2-40B4-BE49-F238E27FC236}">
                <a16:creationId xmlns:a16="http://schemas.microsoft.com/office/drawing/2014/main" id="{F16908F7-5FD9-B3F2-C0F3-AECEF2865FC9}"/>
              </a:ext>
            </a:extLst>
          </p:cNvPr>
          <p:cNvSpPr txBox="1"/>
          <p:nvPr userDrawn="1"/>
        </p:nvSpPr>
        <p:spPr>
          <a:xfrm>
            <a:off x="8651631" y="-1125415"/>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326092073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4. Exposição" userDrawn="1">
  <p:cSld name="4. Exposição">
    <p:spTree>
      <p:nvGrpSpPr>
        <p:cNvPr id="1" name="Shape 125"/>
        <p:cNvGrpSpPr/>
        <p:nvPr/>
      </p:nvGrpSpPr>
      <p:grpSpPr>
        <a:xfrm>
          <a:off x="0" y="0"/>
          <a:ext cx="0" cy="0"/>
          <a:chOff x="0" y="0"/>
          <a:chExt cx="0" cy="0"/>
        </a:xfrm>
      </p:grpSpPr>
      <p:pic>
        <p:nvPicPr>
          <p:cNvPr id="13" name="Google Shape;118;p10">
            <a:extLst>
              <a:ext uri="{FF2B5EF4-FFF2-40B4-BE49-F238E27FC236}">
                <a16:creationId xmlns:a16="http://schemas.microsoft.com/office/drawing/2014/main" id="{463A7E4A-D250-FCE3-C62E-9FE57DC619F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827177" cy="10286974"/>
          </a:xfrm>
          <a:prstGeom prst="rect">
            <a:avLst/>
          </a:prstGeom>
          <a:noFill/>
          <a:ln>
            <a:noFill/>
          </a:ln>
        </p:spPr>
      </p:pic>
      <p:sp>
        <p:nvSpPr>
          <p:cNvPr id="3" name="Google Shape;107;p8">
            <a:extLst>
              <a:ext uri="{FF2B5EF4-FFF2-40B4-BE49-F238E27FC236}">
                <a16:creationId xmlns:a16="http://schemas.microsoft.com/office/drawing/2014/main" id="{CC2696E7-8DF9-0EDB-8298-C1C8ED91B769}"/>
              </a:ext>
            </a:extLst>
          </p:cNvPr>
          <p:cNvSpPr txBox="1">
            <a:spLocks noGrp="1"/>
          </p:cNvSpPr>
          <p:nvPr>
            <p:ph type="body" idx="10"/>
          </p:nvPr>
        </p:nvSpPr>
        <p:spPr>
          <a:xfrm>
            <a:off x="5954667" y="1153106"/>
            <a:ext cx="9830595" cy="1436520"/>
          </a:xfrm>
          <a:prstGeom prst="rect">
            <a:avLst/>
          </a:prstGeom>
          <a:noFill/>
          <a:ln>
            <a:noFill/>
          </a:ln>
        </p:spPr>
        <p:txBody>
          <a:bodyPr spcFirstLastPara="1" wrap="square" lIns="91425" tIns="45700" rIns="91425" bIns="45700" anchor="t" anchorCtr="0">
            <a:normAutofit/>
          </a:bodyPr>
          <a:lstStyle>
            <a:lvl1pPr marL="0" marR="0" lvl="0" indent="-228600" algn="l" rtl="0">
              <a:lnSpc>
                <a:spcPct val="100000"/>
              </a:lnSpc>
              <a:spcBef>
                <a:spcPts val="900"/>
              </a:spcBef>
              <a:spcAft>
                <a:spcPts val="0"/>
              </a:spcAft>
              <a:buClr>
                <a:schemeClr val="dk1"/>
              </a:buClr>
              <a:buSzPts val="4500"/>
              <a:buFont typeface="Poppins"/>
              <a:buNone/>
              <a:defRPr sz="45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7" name="CaixaDeTexto 6">
            <a:extLst>
              <a:ext uri="{FF2B5EF4-FFF2-40B4-BE49-F238E27FC236}">
                <a16:creationId xmlns:a16="http://schemas.microsoft.com/office/drawing/2014/main" id="{D7E4D5C0-2DFD-930A-8F66-D0EE5037040E}"/>
              </a:ext>
            </a:extLst>
          </p:cNvPr>
          <p:cNvSpPr txBox="1"/>
          <p:nvPr userDrawn="1"/>
        </p:nvSpPr>
        <p:spPr>
          <a:xfrm>
            <a:off x="6203092" y="-155695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14" name="Imagem 13">
            <a:extLst>
              <a:ext uri="{FF2B5EF4-FFF2-40B4-BE49-F238E27FC236}">
                <a16:creationId xmlns:a16="http://schemas.microsoft.com/office/drawing/2014/main" id="{DE626BEC-2C65-7348-B000-9C129F90D9DA}"/>
              </a:ext>
            </a:extLst>
          </p:cNvPr>
          <p:cNvPicPr>
            <a:picLocks/>
          </p:cNvPicPr>
          <p:nvPr userDrawn="1"/>
        </p:nvPicPr>
        <p:blipFill>
          <a:blip r:embed="rId3"/>
          <a:stretch>
            <a:fillRect/>
          </a:stretch>
        </p:blipFill>
        <p:spPr>
          <a:xfrm>
            <a:off x="734401" y="691201"/>
            <a:ext cx="3434405" cy="2390404"/>
          </a:xfrm>
          <a:prstGeom prst="rect">
            <a:avLst/>
          </a:prstGeom>
        </p:spPr>
      </p:pic>
      <p:sp>
        <p:nvSpPr>
          <p:cNvPr id="8" name="Google Shape;77;p5">
            <a:extLst>
              <a:ext uri="{FF2B5EF4-FFF2-40B4-BE49-F238E27FC236}">
                <a16:creationId xmlns:a16="http://schemas.microsoft.com/office/drawing/2014/main" id="{8D395D37-09DA-2394-1136-F7FEF43082CE}"/>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pitchFamily="2" charset="77"/>
                <a:ea typeface="Poppins"/>
                <a:cs typeface="Poppins Light" pitchFamily="2" charset="77"/>
                <a:sym typeface="Poppins"/>
              </a:rPr>
              <a:t>Construindo o </a:t>
            </a:r>
            <a:r>
              <a:rPr lang="pt-BR" sz="3500" b="1" i="0" u="none" strike="noStrike" cap="none" noProof="0">
                <a:solidFill>
                  <a:schemeClr val="lt1"/>
                </a:solidFill>
                <a:latin typeface="Poppins"/>
                <a:ea typeface="Poppins"/>
                <a:cs typeface="Poppins"/>
                <a:sym typeface="Poppins"/>
              </a:rPr>
              <a:t>conceito</a:t>
            </a:r>
            <a:endParaRPr lang="pt-BR" sz="3500" b="0" i="0" u="none" strike="noStrike" cap="none" noProof="0">
              <a:solidFill>
                <a:schemeClr val="lt1"/>
              </a:solidFill>
              <a:latin typeface="Poppins Light"/>
              <a:ea typeface="Poppins Light"/>
              <a:cs typeface="Poppins Light"/>
              <a:sym typeface="Poppins Light"/>
            </a:endParaRPr>
          </a:p>
        </p:txBody>
      </p:sp>
      <p:sp>
        <p:nvSpPr>
          <p:cNvPr id="9" name="Espaço Reservado para Imagem 4">
            <a:extLst>
              <a:ext uri="{FF2B5EF4-FFF2-40B4-BE49-F238E27FC236}">
                <a16:creationId xmlns:a16="http://schemas.microsoft.com/office/drawing/2014/main" id="{414CC2B9-749E-3220-6657-91325218237D}"/>
              </a:ext>
            </a:extLst>
          </p:cNvPr>
          <p:cNvSpPr>
            <a:spLocks noGrp="1"/>
          </p:cNvSpPr>
          <p:nvPr>
            <p:ph type="pic" idx="11"/>
          </p:nvPr>
        </p:nvSpPr>
        <p:spPr>
          <a:xfrm>
            <a:off x="5969287" y="2929696"/>
            <a:ext cx="10902950" cy="5672137"/>
          </a:xfrm>
          <a:prstGeom prst="rect">
            <a:avLst/>
          </a:prstGeom>
        </p:spPr>
        <p:txBody>
          <a:bodyPr/>
          <a:lstStyle/>
          <a:p>
            <a:endParaRPr lang="pt-BR" sz="2000">
              <a:latin typeface="Poppins" pitchFamily="2" charset="77"/>
              <a:cs typeface="Poppins" pitchFamily="2" charset="77"/>
            </a:endParaRPr>
          </a:p>
        </p:txBody>
      </p:sp>
      <p:sp>
        <p:nvSpPr>
          <p:cNvPr id="10" name="Google Shape;139;p11">
            <a:extLst>
              <a:ext uri="{FF2B5EF4-FFF2-40B4-BE49-F238E27FC236}">
                <a16:creationId xmlns:a16="http://schemas.microsoft.com/office/drawing/2014/main" id="{4F2FAF39-5A6B-5C48-362D-BF4EFC15E3EF}"/>
              </a:ext>
            </a:extLst>
          </p:cNvPr>
          <p:cNvSpPr txBox="1">
            <a:spLocks noGrp="1"/>
          </p:cNvSpPr>
          <p:nvPr>
            <p:ph type="body" idx="2"/>
          </p:nvPr>
        </p:nvSpPr>
        <p:spPr>
          <a:xfrm>
            <a:off x="5954667" y="8746803"/>
            <a:ext cx="10902900" cy="235962"/>
          </a:xfrm>
          <a:prstGeom prst="rect">
            <a:avLst/>
          </a:prstGeom>
          <a:noFill/>
          <a:ln>
            <a:noFill/>
          </a:ln>
        </p:spPr>
        <p:txBody>
          <a:bodyPr spcFirstLastPara="1" wrap="square" lIns="0" tIns="0" rIns="0" bIns="0" anchor="t" anchorCtr="0">
            <a:spAutoFit/>
          </a:bodyPr>
          <a:lstStyle>
            <a:lvl1pPr marL="0" marR="0" lvl="0" indent="0" algn="l" rtl="0">
              <a:lnSpc>
                <a:spcPct val="100000"/>
              </a:lnSpc>
              <a:spcBef>
                <a:spcPts val="360"/>
              </a:spcBef>
              <a:spcAft>
                <a:spcPts val="0"/>
              </a:spcAft>
              <a:buClr>
                <a:schemeClr val="dk1"/>
              </a:buClr>
              <a:buSzPts val="1200"/>
              <a:buFont typeface="Poppins"/>
              <a:buNone/>
              <a:defRPr sz="12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304800" algn="l" rtl="0">
              <a:lnSpc>
                <a:spcPct val="100000"/>
              </a:lnSpc>
              <a:spcBef>
                <a:spcPts val="56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48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9pPr>
          </a:lstStyle>
          <a:p>
            <a:endParaRPr/>
          </a:p>
        </p:txBody>
      </p:sp>
      <p:sp>
        <p:nvSpPr>
          <p:cNvPr id="5" name="CaixaDeTexto 4">
            <a:extLst>
              <a:ext uri="{FF2B5EF4-FFF2-40B4-BE49-F238E27FC236}">
                <a16:creationId xmlns:a16="http://schemas.microsoft.com/office/drawing/2014/main" id="{B1E21DB9-E6B4-1337-9C8A-D6764DA829F5}"/>
              </a:ext>
            </a:extLst>
          </p:cNvPr>
          <p:cNvSpPr txBox="1"/>
          <p:nvPr userDrawn="1"/>
        </p:nvSpPr>
        <p:spPr>
          <a:xfrm>
            <a:off x="5560142" y="-42770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348625221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4. Exposição" preserve="1" userDrawn="1">
  <p:cSld name="1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6203092" y="-155695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41201332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4. Exposição" preserve="1" userDrawn="1">
  <p:cSld name="1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6203092" y="-155695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cxnSp>
        <p:nvCxnSpPr>
          <p:cNvPr id="15" name="Conector recto 4">
            <a:extLst>
              <a:ext uri="{FF2B5EF4-FFF2-40B4-BE49-F238E27FC236}">
                <a16:creationId xmlns:a16="http://schemas.microsoft.com/office/drawing/2014/main" id="{B00161AD-4B62-D867-A528-21DF01B13D4D}"/>
              </a:ext>
            </a:extLst>
          </p:cNvPr>
          <p:cNvCxnSpPr>
            <a:cxnSpLocks/>
          </p:cNvCxnSpPr>
          <p:nvPr userDrawn="1"/>
        </p:nvCxnSpPr>
        <p:spPr>
          <a:xfrm>
            <a:off x="514532" y="913691"/>
            <a:ext cx="11244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Google Shape;66;g1f520272227_0_4">
            <a:extLst>
              <a:ext uri="{FF2B5EF4-FFF2-40B4-BE49-F238E27FC236}">
                <a16:creationId xmlns:a16="http://schemas.microsoft.com/office/drawing/2014/main" id="{0064257B-305A-F007-6406-534D4CA5B979}"/>
              </a:ext>
            </a:extLst>
          </p:cNvPr>
          <p:cNvSpPr txBox="1"/>
          <p:nvPr userDrawn="1"/>
        </p:nvSpPr>
        <p:spPr>
          <a:xfrm>
            <a:off x="514531" y="572423"/>
            <a:ext cx="6230397" cy="432396"/>
          </a:xfrm>
          <a:prstGeom prst="rect">
            <a:avLst/>
          </a:prstGeom>
          <a:noFill/>
          <a:ln>
            <a:noFill/>
          </a:ln>
        </p:spPr>
        <p:txBody>
          <a:bodyPr spcFirstLastPara="1" wrap="square" lIns="91425" tIns="91425" rIns="91425" bIns="91425" anchor="ctr" anchorCtr="0">
            <a:spAutoFit/>
          </a:bodyPr>
          <a:lstStyle/>
          <a:p>
            <a:pPr marL="0" marR="0" lvl="0" indent="0" algn="l" rtl="0">
              <a:lnSpc>
                <a:spcPct val="115000"/>
              </a:lnSpc>
              <a:spcBef>
                <a:spcPts val="0"/>
              </a:spcBef>
              <a:buClr>
                <a:srgbClr val="000000"/>
              </a:buClr>
              <a:buSzPts val="3400"/>
              <a:buFont typeface="Arial"/>
              <a:buNone/>
            </a:pPr>
            <a:r>
              <a:rPr lang="pt-BR" b="1">
                <a:latin typeface="Arial" panose="020B0604020202020204" pitchFamily="34" charset="0"/>
                <a:ea typeface="Verdana"/>
                <a:cs typeface="Arial" panose="020B0604020202020204" pitchFamily="34" charset="0"/>
                <a:sym typeface="Verdana"/>
              </a:rPr>
              <a:t>Diversas aplicações</a:t>
            </a:r>
            <a:endParaRPr lang="pt-BR" sz="1400" b="1" i="0" u="none" strike="noStrike" cap="none">
              <a:latin typeface="Arial" panose="020B0604020202020204" pitchFamily="34" charset="0"/>
              <a:ea typeface="Verdana"/>
              <a:cs typeface="Arial" panose="020B0604020202020204" pitchFamily="34" charset="0"/>
              <a:sym typeface="Verdana"/>
            </a:endParaRPr>
          </a:p>
        </p:txBody>
      </p:sp>
    </p:spTree>
    <p:extLst>
      <p:ext uri="{BB962C8B-B14F-4D97-AF65-F5344CB8AC3E}">
        <p14:creationId xmlns:p14="http://schemas.microsoft.com/office/powerpoint/2010/main" val="348077981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3_Atividade_Seminario" userDrawn="1">
  <p:cSld name="3_Atividade_Seminario">
    <p:spTree>
      <p:nvGrpSpPr>
        <p:cNvPr id="1" name="Shape 353"/>
        <p:cNvGrpSpPr/>
        <p:nvPr/>
      </p:nvGrpSpPr>
      <p:grpSpPr>
        <a:xfrm>
          <a:off x="0" y="0"/>
          <a:ext cx="0" cy="0"/>
          <a:chOff x="0" y="0"/>
          <a:chExt cx="0" cy="0"/>
        </a:xfrm>
      </p:grpSpPr>
      <p:pic>
        <p:nvPicPr>
          <p:cNvPr id="5" name="Google Shape;142;p13">
            <a:extLst>
              <a:ext uri="{FF2B5EF4-FFF2-40B4-BE49-F238E27FC236}">
                <a16:creationId xmlns:a16="http://schemas.microsoft.com/office/drawing/2014/main" id="{3A4E29AB-E897-54A0-EF5B-495232186FBD}"/>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8" name="Google Shape;143;p13">
            <a:extLst>
              <a:ext uri="{FF2B5EF4-FFF2-40B4-BE49-F238E27FC236}">
                <a16:creationId xmlns:a16="http://schemas.microsoft.com/office/drawing/2014/main" id="{2F8AB1D9-1F91-C301-CADC-3280526D526F}"/>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397" name="Google Shape;397;p33"/>
          <p:cNvSpPr txBox="1">
            <a:spLocks noGrp="1"/>
          </p:cNvSpPr>
          <p:nvPr>
            <p:ph type="body" idx="5"/>
          </p:nvPr>
        </p:nvSpPr>
        <p:spPr>
          <a:xfrm>
            <a:off x="2175792" y="2781300"/>
            <a:ext cx="12458810" cy="573436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0" name="Google Shape;624;p42">
            <a:extLst>
              <a:ext uri="{FF2B5EF4-FFF2-40B4-BE49-F238E27FC236}">
                <a16:creationId xmlns:a16="http://schemas.microsoft.com/office/drawing/2014/main" id="{690D8EE8-5EA4-845E-6984-D0C986969508}"/>
              </a:ext>
            </a:extLst>
          </p:cNvPr>
          <p:cNvSpPr txBox="1"/>
          <p:nvPr userDrawn="1"/>
        </p:nvSpPr>
        <p:spPr>
          <a:xfrm>
            <a:off x="2175792" y="1771334"/>
            <a:ext cx="9518400" cy="69249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4500" b="1" i="0" u="none" strike="noStrike" cap="none" noProof="0">
                <a:solidFill>
                  <a:srgbClr val="FF161F"/>
                </a:solidFill>
                <a:latin typeface="Poppins"/>
                <a:ea typeface="Poppins"/>
                <a:cs typeface="Poppins"/>
                <a:sym typeface="Poppins"/>
              </a:rPr>
              <a:t>Referências</a:t>
            </a:r>
            <a:r>
              <a:rPr lang="en-US" sz="4500" b="1" i="0" u="none" strike="noStrike" cap="none">
                <a:solidFill>
                  <a:srgbClr val="FF161F"/>
                </a:solidFill>
                <a:latin typeface="Poppins"/>
                <a:ea typeface="Poppins"/>
                <a:cs typeface="Poppins"/>
                <a:sym typeface="Poppins"/>
              </a:rPr>
              <a:t> da aula</a:t>
            </a:r>
            <a:endParaRPr sz="1400" b="0" i="0" u="none" strike="noStrike" cap="none">
              <a:solidFill>
                <a:srgbClr val="FF161F"/>
              </a:solidFill>
              <a:latin typeface="Poppins"/>
              <a:ea typeface="Poppins"/>
              <a:cs typeface="Poppins"/>
              <a:sym typeface="Poppins"/>
            </a:endParaRPr>
          </a:p>
        </p:txBody>
      </p:sp>
    </p:spTree>
    <p:extLst>
      <p:ext uri="{BB962C8B-B14F-4D97-AF65-F5344CB8AC3E}">
        <p14:creationId xmlns:p14="http://schemas.microsoft.com/office/powerpoint/2010/main" val="372402266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1_4. Exposição">
  <p:cSld name="1_4. Exposição">
    <p:spTree>
      <p:nvGrpSpPr>
        <p:cNvPr id="1" name="Shape 141"/>
        <p:cNvGrpSpPr/>
        <p:nvPr/>
      </p:nvGrpSpPr>
      <p:grpSpPr>
        <a:xfrm>
          <a:off x="0" y="0"/>
          <a:ext cx="0" cy="0"/>
          <a:chOff x="0" y="0"/>
          <a:chExt cx="0" cy="0"/>
        </a:xfrm>
      </p:grpSpPr>
      <p:pic>
        <p:nvPicPr>
          <p:cNvPr id="4" name="Google Shape;134;p12">
            <a:extLst>
              <a:ext uri="{FF2B5EF4-FFF2-40B4-BE49-F238E27FC236}">
                <a16:creationId xmlns:a16="http://schemas.microsoft.com/office/drawing/2014/main" id="{FBAFECC8-99B0-4DB2-0613-0EB8F8835C8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t="921" r="920"/>
          <a:stretch/>
        </p:blipFill>
        <p:spPr>
          <a:xfrm>
            <a:off x="6" y="0"/>
            <a:ext cx="18288000" cy="10286983"/>
          </a:xfrm>
          <a:prstGeom prst="rect">
            <a:avLst/>
          </a:prstGeom>
          <a:noFill/>
          <a:ln>
            <a:noFill/>
          </a:ln>
        </p:spPr>
      </p:pic>
      <p:pic>
        <p:nvPicPr>
          <p:cNvPr id="6" name="Imagem 5">
            <a:extLst>
              <a:ext uri="{FF2B5EF4-FFF2-40B4-BE49-F238E27FC236}">
                <a16:creationId xmlns:a16="http://schemas.microsoft.com/office/drawing/2014/main" id="{24B256E8-319D-E78C-2A74-32C9E0919717}"/>
              </a:ext>
            </a:extLst>
          </p:cNvPr>
          <p:cNvPicPr>
            <a:picLocks/>
          </p:cNvPicPr>
          <p:nvPr userDrawn="1"/>
        </p:nvPicPr>
        <p:blipFill>
          <a:blip r:embed="rId3"/>
          <a:stretch>
            <a:fillRect/>
          </a:stretch>
        </p:blipFill>
        <p:spPr>
          <a:xfrm>
            <a:off x="7891212" y="457201"/>
            <a:ext cx="9831615" cy="8352013"/>
          </a:xfrm>
          <a:prstGeom prst="rect">
            <a:avLst/>
          </a:prstGeom>
        </p:spPr>
      </p:pic>
      <p:sp>
        <p:nvSpPr>
          <p:cNvPr id="146" name="Google Shape;146;p12"/>
          <p:cNvSpPr txBox="1">
            <a:spLocks noGrp="1"/>
          </p:cNvSpPr>
          <p:nvPr>
            <p:ph type="body" idx="1"/>
          </p:nvPr>
        </p:nvSpPr>
        <p:spPr>
          <a:xfrm>
            <a:off x="9131813" y="2067004"/>
            <a:ext cx="7607700" cy="34443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60"/>
              </a:spcBef>
              <a:spcAft>
                <a:spcPts val="0"/>
              </a:spcAft>
              <a:buClr>
                <a:schemeClr val="dk1"/>
              </a:buClr>
              <a:buSzPts val="2800"/>
              <a:buFont typeface="Poppins"/>
              <a:buNone/>
              <a:defRPr sz="28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391834710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5_OqueAprendemos" userDrawn="1">
  <p:cSld name="6_OqueAprendemos">
    <p:spTree>
      <p:nvGrpSpPr>
        <p:cNvPr id="1" name="Shape 340"/>
        <p:cNvGrpSpPr/>
        <p:nvPr/>
      </p:nvGrpSpPr>
      <p:grpSpPr>
        <a:xfrm>
          <a:off x="0" y="0"/>
          <a:ext cx="0" cy="0"/>
          <a:chOff x="0" y="0"/>
          <a:chExt cx="0" cy="0"/>
        </a:xfrm>
      </p:grpSpPr>
      <p:pic>
        <p:nvPicPr>
          <p:cNvPr id="3" name="Google Shape;324;p32">
            <a:extLst>
              <a:ext uri="{FF2B5EF4-FFF2-40B4-BE49-F238E27FC236}">
                <a16:creationId xmlns:a16="http://schemas.microsoft.com/office/drawing/2014/main" id="{3CC9B972-2FC2-310D-2E4E-FAC046494CE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5662874" cy="10286974"/>
          </a:xfrm>
          <a:prstGeom prst="rect">
            <a:avLst/>
          </a:prstGeom>
          <a:noFill/>
          <a:ln>
            <a:noFill/>
          </a:ln>
        </p:spPr>
      </p:pic>
      <p:pic>
        <p:nvPicPr>
          <p:cNvPr id="342" name="Google Shape;342;p32"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98746" y="1042736"/>
            <a:ext cx="5734704" cy="5848915"/>
          </a:xfrm>
          <a:prstGeom prst="ellipse">
            <a:avLst/>
          </a:prstGeom>
          <a:noFill/>
          <a:ln>
            <a:noFill/>
          </a:ln>
        </p:spPr>
      </p:pic>
      <p:pic>
        <p:nvPicPr>
          <p:cNvPr id="10" name="Imagem 9">
            <a:extLst>
              <a:ext uri="{FF2B5EF4-FFF2-40B4-BE49-F238E27FC236}">
                <a16:creationId xmlns:a16="http://schemas.microsoft.com/office/drawing/2014/main" id="{2F44B2F0-0B01-5093-598A-4ACA7A47401C}"/>
              </a:ext>
            </a:extLst>
          </p:cNvPr>
          <p:cNvPicPr>
            <a:picLocks/>
          </p:cNvPicPr>
          <p:nvPr userDrawn="1"/>
        </p:nvPicPr>
        <p:blipFill>
          <a:blip r:embed="rId4"/>
          <a:stretch>
            <a:fillRect/>
          </a:stretch>
        </p:blipFill>
        <p:spPr>
          <a:xfrm>
            <a:off x="2815204" y="5871609"/>
            <a:ext cx="3434405" cy="2390404"/>
          </a:xfrm>
          <a:prstGeom prst="rect">
            <a:avLst/>
          </a:prstGeom>
        </p:spPr>
      </p:pic>
      <p:sp>
        <p:nvSpPr>
          <p:cNvPr id="8" name="Google Shape;353;p32">
            <a:extLst>
              <a:ext uri="{FF2B5EF4-FFF2-40B4-BE49-F238E27FC236}">
                <a16:creationId xmlns:a16="http://schemas.microsoft.com/office/drawing/2014/main" id="{5B0C2897-579F-FE65-592E-938F0D032DAB}"/>
              </a:ext>
            </a:extLst>
          </p:cNvPr>
          <p:cNvSpPr txBox="1"/>
          <p:nvPr userDrawn="1"/>
        </p:nvSpPr>
        <p:spPr>
          <a:xfrm>
            <a:off x="3068680" y="6299311"/>
            <a:ext cx="3002646" cy="1615827"/>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3500"/>
              <a:buFont typeface="Arial"/>
              <a:buNone/>
              <a:tabLst/>
              <a:defRPr/>
            </a:pPr>
            <a:r>
              <a:rPr kumimoji="0" lang="pt-BR" sz="3500" b="0" i="0" u="none" strike="noStrike" kern="0" cap="none" spc="0" normalizeH="0" baseline="0" noProof="0">
                <a:ln>
                  <a:noFill/>
                </a:ln>
                <a:solidFill>
                  <a:srgbClr val="FFFFFF"/>
                </a:solidFill>
                <a:effectLst/>
                <a:uLnTx/>
                <a:uFillTx/>
                <a:latin typeface="Poppins Light"/>
                <a:ea typeface="Poppins Light"/>
                <a:cs typeface="Poppins Light"/>
                <a:sym typeface="Poppins Light"/>
              </a:rPr>
              <a:t>O que nós</a:t>
            </a:r>
          </a:p>
          <a:p>
            <a:pPr marL="0" marR="0" lvl="0" indent="0" algn="l" defTabSz="914400" rtl="0" eaLnBrk="1" fontAlgn="auto" latinLnBrk="0" hangingPunct="1">
              <a:lnSpc>
                <a:spcPct val="100000"/>
              </a:lnSpc>
              <a:spcBef>
                <a:spcPts val="0"/>
              </a:spcBef>
              <a:spcAft>
                <a:spcPts val="0"/>
              </a:spcAft>
              <a:buClr>
                <a:srgbClr val="000000"/>
              </a:buClr>
              <a:buSzPts val="3500"/>
              <a:buFont typeface="Arial"/>
              <a:buNone/>
              <a:tabLst/>
              <a:defRPr/>
            </a:pPr>
            <a:r>
              <a:rPr kumimoji="0" lang="pt-BR" sz="3500" b="1" i="0" u="none" strike="noStrike" kern="0" cap="none" spc="0" normalizeH="0" baseline="0" noProof="0">
                <a:ln>
                  <a:noFill/>
                </a:ln>
                <a:solidFill>
                  <a:srgbClr val="FFFFFF"/>
                </a:solidFill>
                <a:effectLst/>
                <a:uLnTx/>
                <a:uFillTx/>
                <a:latin typeface="Poppins"/>
                <a:ea typeface="Poppins"/>
                <a:cs typeface="Poppins"/>
                <a:sym typeface="Poppins"/>
              </a:rPr>
              <a:t>aprendemos hoje?</a:t>
            </a:r>
            <a:endParaRPr kumimoji="0" lang="pt-BR" sz="3500" b="0" i="0" u="none" strike="noStrike" kern="0" cap="none" spc="0" normalizeH="0" baseline="0" noProof="0">
              <a:ln>
                <a:noFill/>
              </a:ln>
              <a:solidFill>
                <a:srgbClr val="FFFFFF"/>
              </a:solidFill>
              <a:effectLst/>
              <a:uLnTx/>
              <a:uFillTx/>
              <a:latin typeface="Poppins Light"/>
              <a:ea typeface="Poppins Light"/>
              <a:cs typeface="Poppins Light"/>
              <a:sym typeface="Poppins Light"/>
            </a:endParaRPr>
          </a:p>
        </p:txBody>
      </p:sp>
      <p:sp>
        <p:nvSpPr>
          <p:cNvPr id="4" name="Google Shape;689;p48">
            <a:extLst>
              <a:ext uri="{FF2B5EF4-FFF2-40B4-BE49-F238E27FC236}">
                <a16:creationId xmlns:a16="http://schemas.microsoft.com/office/drawing/2014/main" id="{3A19ED95-0334-F47C-AF86-3309C91852AB}"/>
              </a:ext>
            </a:extLst>
          </p:cNvPr>
          <p:cNvSpPr txBox="1">
            <a:spLocks/>
          </p:cNvSpPr>
          <p:nvPr userDrawn="1"/>
        </p:nvSpPr>
        <p:spPr>
          <a:xfrm>
            <a:off x="1377140" y="6988180"/>
            <a:ext cx="1249754" cy="238087"/>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360"/>
              </a:spcBef>
              <a:spcAft>
                <a:spcPts val="0"/>
              </a:spcAft>
              <a:buClr>
                <a:srgbClr val="000000"/>
              </a:buClr>
              <a:buSzPts val="1200"/>
              <a:buFont typeface="Arial" pitchFamily="34" charset="0"/>
              <a:buNone/>
              <a:tabLst/>
              <a:defRPr/>
            </a:pPr>
            <a:r>
              <a:rPr kumimoji="0" lang="pt-BR" sz="1200" b="0" i="0" u="none" strike="noStrike" kern="1200" cap="none" spc="0" normalizeH="0" baseline="0" noProof="0">
                <a:ln>
                  <a:noFill/>
                </a:ln>
                <a:solidFill>
                  <a:srgbClr val="FFFFFF"/>
                </a:solidFill>
                <a:effectLst/>
                <a:uLnTx/>
                <a:uFillTx/>
                <a:latin typeface="Poppins Light" panose="00000400000000000000" pitchFamily="2" charset="0"/>
                <a:ea typeface="+mn-ea"/>
                <a:cs typeface="Poppins Light" panose="00000400000000000000" pitchFamily="2" charset="0"/>
                <a:sym typeface="Arial"/>
              </a:rPr>
              <a:t>© Getty Images</a:t>
            </a:r>
          </a:p>
        </p:txBody>
      </p:sp>
      <p:sp>
        <p:nvSpPr>
          <p:cNvPr id="2" name="Google Shape;345;p32">
            <a:extLst>
              <a:ext uri="{FF2B5EF4-FFF2-40B4-BE49-F238E27FC236}">
                <a16:creationId xmlns:a16="http://schemas.microsoft.com/office/drawing/2014/main" id="{D958A6C2-8B71-D5A0-1C68-95723A4C4FE5}"/>
              </a:ext>
            </a:extLst>
          </p:cNvPr>
          <p:cNvSpPr txBox="1">
            <a:spLocks noGrp="1"/>
          </p:cNvSpPr>
          <p:nvPr>
            <p:ph type="body" idx="2"/>
          </p:nvPr>
        </p:nvSpPr>
        <p:spPr>
          <a:xfrm>
            <a:off x="7301898" y="2537432"/>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1" name="Google Shape;347;p32">
            <a:extLst>
              <a:ext uri="{FF2B5EF4-FFF2-40B4-BE49-F238E27FC236}">
                <a16:creationId xmlns:a16="http://schemas.microsoft.com/office/drawing/2014/main" id="{D60E57C9-84D4-8D99-0D6C-C59B32F7C630}"/>
              </a:ext>
            </a:extLst>
          </p:cNvPr>
          <p:cNvSpPr txBox="1">
            <a:spLocks noGrp="1"/>
          </p:cNvSpPr>
          <p:nvPr>
            <p:ph type="body" idx="3"/>
          </p:nvPr>
        </p:nvSpPr>
        <p:spPr>
          <a:xfrm>
            <a:off x="7301898" y="4620023"/>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4" name="Google Shape;349;p32">
            <a:extLst>
              <a:ext uri="{FF2B5EF4-FFF2-40B4-BE49-F238E27FC236}">
                <a16:creationId xmlns:a16="http://schemas.microsoft.com/office/drawing/2014/main" id="{142C7AEA-387E-A052-1D08-8A416B8497BB}"/>
              </a:ext>
            </a:extLst>
          </p:cNvPr>
          <p:cNvSpPr txBox="1">
            <a:spLocks noGrp="1"/>
          </p:cNvSpPr>
          <p:nvPr>
            <p:ph type="body" idx="4"/>
          </p:nvPr>
        </p:nvSpPr>
        <p:spPr>
          <a:xfrm>
            <a:off x="7301898" y="6736255"/>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3" name="Google Shape;233;p39">
            <a:extLst>
              <a:ext uri="{FF2B5EF4-FFF2-40B4-BE49-F238E27FC236}">
                <a16:creationId xmlns:a16="http://schemas.microsoft.com/office/drawing/2014/main" id="{23D223AE-6B47-5244-85DA-E25526DF3862}"/>
              </a:ext>
            </a:extLst>
          </p:cNvPr>
          <p:cNvSpPr txBox="1"/>
          <p:nvPr userDrawn="1"/>
        </p:nvSpPr>
        <p:spPr>
          <a:xfrm>
            <a:off x="6904767" y="2606438"/>
            <a:ext cx="331544" cy="883127"/>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40009"/>
              </a:lnSpc>
              <a:spcBef>
                <a:spcPts val="0"/>
              </a:spcBef>
              <a:spcAft>
                <a:spcPts val="0"/>
              </a:spcAft>
              <a:buClr>
                <a:srgbClr val="000000"/>
              </a:buClr>
              <a:buSzPts val="4099"/>
              <a:buFont typeface="Arial"/>
              <a:buNone/>
              <a:tabLst/>
              <a:defRPr/>
            </a:pPr>
            <a:r>
              <a:rPr kumimoji="0" lang="pt-BR" sz="4099" b="1" i="0" u="none" strike="noStrike" kern="0" cap="none" spc="0" normalizeH="0" baseline="0" noProof="0">
                <a:ln>
                  <a:noFill/>
                </a:ln>
                <a:solidFill>
                  <a:srgbClr val="000000"/>
                </a:solidFill>
                <a:effectLst/>
                <a:uLnTx/>
                <a:uFillTx/>
                <a:latin typeface="Poppins"/>
                <a:ea typeface="Poppins"/>
                <a:cs typeface="Poppins"/>
                <a:sym typeface="Poppins"/>
              </a:rPr>
              <a:t>1</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6" name="Google Shape;235;p39">
            <a:extLst>
              <a:ext uri="{FF2B5EF4-FFF2-40B4-BE49-F238E27FC236}">
                <a16:creationId xmlns:a16="http://schemas.microsoft.com/office/drawing/2014/main" id="{607A1E13-022D-D9F1-086C-636AF8EAE3BA}"/>
              </a:ext>
            </a:extLst>
          </p:cNvPr>
          <p:cNvSpPr txBox="1"/>
          <p:nvPr userDrawn="1"/>
        </p:nvSpPr>
        <p:spPr>
          <a:xfrm>
            <a:off x="6862237" y="4401353"/>
            <a:ext cx="331544" cy="883127"/>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40009"/>
              </a:lnSpc>
              <a:spcBef>
                <a:spcPts val="0"/>
              </a:spcBef>
              <a:spcAft>
                <a:spcPts val="0"/>
              </a:spcAft>
              <a:buClr>
                <a:srgbClr val="000000"/>
              </a:buClr>
              <a:buSzPts val="4099"/>
              <a:buFont typeface="Arial"/>
              <a:buNone/>
              <a:tabLst/>
              <a:defRPr/>
            </a:pPr>
            <a:r>
              <a:rPr kumimoji="0" lang="pt-BR" sz="4099" b="1" i="0" u="none" strike="noStrike" kern="0" cap="none" spc="0" normalizeH="0" baseline="0" noProof="0">
                <a:ln>
                  <a:noFill/>
                </a:ln>
                <a:solidFill>
                  <a:srgbClr val="000000"/>
                </a:solidFill>
                <a:effectLst/>
                <a:uLnTx/>
                <a:uFillTx/>
                <a:latin typeface="Poppins"/>
                <a:ea typeface="Poppins"/>
                <a:cs typeface="Poppins"/>
                <a:sym typeface="Poppins"/>
              </a:rPr>
              <a:t>2</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7" name="Google Shape;237;p39">
            <a:extLst>
              <a:ext uri="{FF2B5EF4-FFF2-40B4-BE49-F238E27FC236}">
                <a16:creationId xmlns:a16="http://schemas.microsoft.com/office/drawing/2014/main" id="{2E8F90B6-2731-530A-A552-FC88DAE9F7F9}"/>
              </a:ext>
            </a:extLst>
          </p:cNvPr>
          <p:cNvSpPr txBox="1"/>
          <p:nvPr userDrawn="1"/>
        </p:nvSpPr>
        <p:spPr>
          <a:xfrm>
            <a:off x="6862237" y="6196268"/>
            <a:ext cx="331544" cy="883127"/>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40009"/>
              </a:lnSpc>
              <a:spcBef>
                <a:spcPts val="0"/>
              </a:spcBef>
              <a:spcAft>
                <a:spcPts val="0"/>
              </a:spcAft>
              <a:buClr>
                <a:srgbClr val="000000"/>
              </a:buClr>
              <a:buSzPts val="4099"/>
              <a:buFont typeface="Arial"/>
              <a:buNone/>
              <a:tabLst/>
              <a:defRPr/>
            </a:pPr>
            <a:r>
              <a:rPr kumimoji="0" lang="pt-BR" sz="4099" b="1" i="0" u="none" strike="noStrike" kern="0" cap="none" spc="0" normalizeH="0" baseline="0" noProof="0">
                <a:ln>
                  <a:noFill/>
                </a:ln>
                <a:solidFill>
                  <a:srgbClr val="000000"/>
                </a:solidFill>
                <a:effectLst/>
                <a:uLnTx/>
                <a:uFillTx/>
                <a:latin typeface="Poppins"/>
                <a:ea typeface="Poppins"/>
                <a:cs typeface="Poppins"/>
                <a:sym typeface="Poppins"/>
              </a:rPr>
              <a:t>3</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CaixaDeTexto 8">
            <a:extLst>
              <a:ext uri="{FF2B5EF4-FFF2-40B4-BE49-F238E27FC236}">
                <a16:creationId xmlns:a16="http://schemas.microsoft.com/office/drawing/2014/main" id="{7EBE2669-C701-CF93-6C9B-1A151924C387}"/>
              </a:ext>
            </a:extLst>
          </p:cNvPr>
          <p:cNvSpPr txBox="1"/>
          <p:nvPr userDrawn="1"/>
        </p:nvSpPr>
        <p:spPr>
          <a:xfrm>
            <a:off x="18454255" y="1357745"/>
            <a:ext cx="0" cy="0"/>
          </a:xfrm>
          <a:prstGeom prst="rect">
            <a:avLst/>
          </a:prstGeom>
          <a:noFill/>
          <a:ln>
            <a:noFill/>
          </a:ln>
        </p:spPr>
        <p:txBody>
          <a:bodyPr spcFirstLastPara="1" wrap="none" lIns="91425" tIns="45700" rIns="91425" bIns="45700" rtlCol="0" anchor="t" anchorCtr="0">
            <a:normAutofit fontScale="25000" lnSpcReduction="20000"/>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2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630347926"/>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image" Target="../media/image16.png"/><Relationship Id="rId2" Type="http://schemas.openxmlformats.org/officeDocument/2006/relationships/slideLayout" Target="../slideLayouts/slideLayout31.xml"/><Relationship Id="rId16" Type="http://schemas.openxmlformats.org/officeDocument/2006/relationships/image" Target="../media/image15.png"/><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5" Type="http://schemas.openxmlformats.org/officeDocument/2006/relationships/theme" Target="../theme/theme2.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44.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57.xml"/><Relationship Id="rId18" Type="http://schemas.openxmlformats.org/officeDocument/2006/relationships/slideLayout" Target="../slideLayouts/slideLayout62.xml"/><Relationship Id="rId26" Type="http://schemas.openxmlformats.org/officeDocument/2006/relationships/slideLayout" Target="../slideLayouts/slideLayout70.xml"/><Relationship Id="rId39" Type="http://schemas.openxmlformats.org/officeDocument/2006/relationships/theme" Target="../theme/theme4.xml"/><Relationship Id="rId21" Type="http://schemas.openxmlformats.org/officeDocument/2006/relationships/slideLayout" Target="../slideLayouts/slideLayout65.xml"/><Relationship Id="rId34" Type="http://schemas.openxmlformats.org/officeDocument/2006/relationships/slideLayout" Target="../slideLayouts/slideLayout78.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17" Type="http://schemas.openxmlformats.org/officeDocument/2006/relationships/slideLayout" Target="../slideLayouts/slideLayout61.xml"/><Relationship Id="rId25" Type="http://schemas.openxmlformats.org/officeDocument/2006/relationships/slideLayout" Target="../slideLayouts/slideLayout69.xml"/><Relationship Id="rId33" Type="http://schemas.openxmlformats.org/officeDocument/2006/relationships/slideLayout" Target="../slideLayouts/slideLayout77.xml"/><Relationship Id="rId38" Type="http://schemas.openxmlformats.org/officeDocument/2006/relationships/slideLayout" Target="../slideLayouts/slideLayout82.xml"/><Relationship Id="rId2" Type="http://schemas.openxmlformats.org/officeDocument/2006/relationships/slideLayout" Target="../slideLayouts/slideLayout46.xml"/><Relationship Id="rId16" Type="http://schemas.openxmlformats.org/officeDocument/2006/relationships/slideLayout" Target="../slideLayouts/slideLayout60.xml"/><Relationship Id="rId20" Type="http://schemas.openxmlformats.org/officeDocument/2006/relationships/slideLayout" Target="../slideLayouts/slideLayout64.xml"/><Relationship Id="rId29" Type="http://schemas.openxmlformats.org/officeDocument/2006/relationships/slideLayout" Target="../slideLayouts/slideLayout73.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24" Type="http://schemas.openxmlformats.org/officeDocument/2006/relationships/slideLayout" Target="../slideLayouts/slideLayout68.xml"/><Relationship Id="rId32" Type="http://schemas.openxmlformats.org/officeDocument/2006/relationships/slideLayout" Target="../slideLayouts/slideLayout76.xml"/><Relationship Id="rId37" Type="http://schemas.openxmlformats.org/officeDocument/2006/relationships/slideLayout" Target="../slideLayouts/slideLayout81.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23" Type="http://schemas.openxmlformats.org/officeDocument/2006/relationships/slideLayout" Target="../slideLayouts/slideLayout67.xml"/><Relationship Id="rId28" Type="http://schemas.openxmlformats.org/officeDocument/2006/relationships/slideLayout" Target="../slideLayouts/slideLayout72.xml"/><Relationship Id="rId36" Type="http://schemas.openxmlformats.org/officeDocument/2006/relationships/slideLayout" Target="../slideLayouts/slideLayout80.xml"/><Relationship Id="rId10" Type="http://schemas.openxmlformats.org/officeDocument/2006/relationships/slideLayout" Target="../slideLayouts/slideLayout54.xml"/><Relationship Id="rId19" Type="http://schemas.openxmlformats.org/officeDocument/2006/relationships/slideLayout" Target="../slideLayouts/slideLayout63.xml"/><Relationship Id="rId31" Type="http://schemas.openxmlformats.org/officeDocument/2006/relationships/slideLayout" Target="../slideLayouts/slideLayout75.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 Id="rId22" Type="http://schemas.openxmlformats.org/officeDocument/2006/relationships/slideLayout" Target="../slideLayouts/slideLayout66.xml"/><Relationship Id="rId27" Type="http://schemas.openxmlformats.org/officeDocument/2006/relationships/slideLayout" Target="../slideLayouts/slideLayout71.xml"/><Relationship Id="rId30" Type="http://schemas.openxmlformats.org/officeDocument/2006/relationships/slideLayout" Target="../slideLayouts/slideLayout74.xml"/><Relationship Id="rId35" Type="http://schemas.openxmlformats.org/officeDocument/2006/relationships/slideLayout" Target="../slideLayouts/slideLayout79.xml"/><Relationship Id="rId8" Type="http://schemas.openxmlformats.org/officeDocument/2006/relationships/slideLayout" Target="../slideLayouts/slideLayout52.xml"/><Relationship Id="rId3"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3" r:id="rId1"/>
    <p:sldLayoutId id="2147483648" r:id="rId2"/>
    <p:sldLayoutId id="2147483731" r:id="rId3"/>
    <p:sldLayoutId id="2147483709" r:id="rId4"/>
    <p:sldLayoutId id="2147483710" r:id="rId5"/>
    <p:sldLayoutId id="2147483735" r:id="rId6"/>
    <p:sldLayoutId id="2147483741" r:id="rId7"/>
    <p:sldLayoutId id="2147483740" r:id="rId8"/>
    <p:sldLayoutId id="2147483739" r:id="rId9"/>
    <p:sldLayoutId id="2147483738" r:id="rId10"/>
    <p:sldLayoutId id="2147483737" r:id="rId11"/>
    <p:sldLayoutId id="2147483736" r:id="rId12"/>
    <p:sldLayoutId id="2147483711" r:id="rId13"/>
    <p:sldLayoutId id="2147483712" r:id="rId14"/>
    <p:sldLayoutId id="2147483694" r:id="rId15"/>
    <p:sldLayoutId id="2147483713" r:id="rId16"/>
    <p:sldLayoutId id="2147483742" r:id="rId17"/>
    <p:sldLayoutId id="2147483690" r:id="rId18"/>
    <p:sldLayoutId id="2147483698" r:id="rId19"/>
    <p:sldLayoutId id="2147483714" r:id="rId20"/>
    <p:sldLayoutId id="2147483701" r:id="rId21"/>
    <p:sldLayoutId id="2147483727" r:id="rId22"/>
    <p:sldLayoutId id="2147483705" r:id="rId23"/>
    <p:sldLayoutId id="2147483728" r:id="rId24"/>
    <p:sldLayoutId id="2147483707" r:id="rId25"/>
    <p:sldLayoutId id="2147483734" r:id="rId26"/>
    <p:sldLayoutId id="2147483729" r:id="rId27"/>
    <p:sldLayoutId id="2147483730" r:id="rId28"/>
    <p:sldLayoutId id="2147483733" r:id="rId2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3" name="Imagem 2" descr="Forma&#10;&#10;Descrição gerada automaticamente com confiança média">
            <a:extLst>
              <a:ext uri="{FF2B5EF4-FFF2-40B4-BE49-F238E27FC236}">
                <a16:creationId xmlns:a16="http://schemas.microsoft.com/office/drawing/2014/main" id="{3D332D16-D093-7673-384E-58BA9D33837F}"/>
              </a:ext>
            </a:extLst>
          </p:cNvPr>
          <p:cNvPicPr>
            <a:picLocks noChangeAspect="1"/>
          </p:cNvPicPr>
          <p:nvPr userDrawn="1"/>
        </p:nvPicPr>
        <p:blipFill>
          <a:blip r:embed="rId16" cstate="print">
            <a:alphaModFix amt="4000"/>
            <a:extLst>
              <a:ext uri="{28A0092B-C50C-407E-A947-70E740481C1C}">
                <a14:useLocalDpi xmlns:a14="http://schemas.microsoft.com/office/drawing/2010/main"/>
              </a:ext>
            </a:extLst>
          </a:blip>
          <a:stretch>
            <a:fillRect/>
          </a:stretch>
        </p:blipFill>
        <p:spPr>
          <a:xfrm>
            <a:off x="7292" y="0"/>
            <a:ext cx="18273416" cy="10287000"/>
          </a:xfrm>
          <a:prstGeom prst="rect">
            <a:avLst/>
          </a:prstGeom>
        </p:spPr>
      </p:pic>
      <p:pic>
        <p:nvPicPr>
          <p:cNvPr id="36" name="Imagem 35"/>
          <p:cNvPicPr>
            <a:picLocks noChangeAspect="1"/>
          </p:cNvPicPr>
          <p:nvPr userDrawn="1"/>
        </p:nvPicPr>
        <p:blipFill>
          <a:blip r:embed="rId17" cstate="print">
            <a:extLst>
              <a:ext uri="{28A0092B-C50C-407E-A947-70E740481C1C}">
                <a14:useLocalDpi xmlns:a14="http://schemas.microsoft.com/office/drawing/2010/main"/>
              </a:ext>
            </a:extLst>
          </a:blip>
          <a:stretch>
            <a:fillRect/>
          </a:stretch>
        </p:blipFill>
        <p:spPr>
          <a:xfrm>
            <a:off x="2287" y="1954884"/>
            <a:ext cx="18283427" cy="7316112"/>
          </a:xfrm>
          <a:prstGeom prst="rect">
            <a:avLst/>
          </a:prstGeom>
        </p:spPr>
      </p:pic>
    </p:spTree>
    <p:extLst>
      <p:ext uri="{BB962C8B-B14F-4D97-AF65-F5344CB8AC3E}">
        <p14:creationId xmlns:p14="http://schemas.microsoft.com/office/powerpoint/2010/main" val="3280546690"/>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pt-BR"/>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EFEFE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0233386"/>
      </p:ext>
    </p:extLst>
  </p:cSld>
  <p:clrMap bg1="lt1" tx1="dk1" bg2="lt2" tx2="dk2" accent1="accent1" accent2="accent2" accent3="accent3" accent4="accent4" accent5="accent5" accent6="accent6" hlink="hlink" folHlink="folHlink"/>
  <p:sldLayoutIdLst>
    <p:sldLayoutId id="2147483765" r:id="rId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pt-BR"/>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extLst>
      <p:ext uri="{BB962C8B-B14F-4D97-AF65-F5344CB8AC3E}">
        <p14:creationId xmlns:p14="http://schemas.microsoft.com/office/powerpoint/2010/main" val="3161546872"/>
      </p:ext>
    </p:extLst>
  </p:cSld>
  <p:clrMap bg1="lt1" tx1="dk1" bg2="dk2" tx2="lt2" accent1="accent1" accent2="accent2" accent3="accent3" accent4="accent4" accent5="accent5" accent6="accent6" hlink="hlink" folHlink="folHlink"/>
  <p:sldLayoutIdLst>
    <p:sldLayoutId id="2147483833" r:id="rId1"/>
    <p:sldLayoutId id="2147483834" r:id="rId2"/>
    <p:sldLayoutId id="2147483835" r:id="rId3"/>
    <p:sldLayoutId id="2147483836" r:id="rId4"/>
    <p:sldLayoutId id="2147483837" r:id="rId5"/>
    <p:sldLayoutId id="2147483838" r:id="rId6"/>
    <p:sldLayoutId id="2147483839" r:id="rId7"/>
    <p:sldLayoutId id="2147483840" r:id="rId8"/>
    <p:sldLayoutId id="2147483841" r:id="rId9"/>
    <p:sldLayoutId id="2147483842" r:id="rId10"/>
    <p:sldLayoutId id="2147483843" r:id="rId11"/>
    <p:sldLayoutId id="2147483844" r:id="rId12"/>
    <p:sldLayoutId id="2147483845" r:id="rId13"/>
    <p:sldLayoutId id="2147483846" r:id="rId14"/>
    <p:sldLayoutId id="2147483847" r:id="rId15"/>
    <p:sldLayoutId id="2147483848" r:id="rId16"/>
    <p:sldLayoutId id="2147483849" r:id="rId17"/>
    <p:sldLayoutId id="2147483850" r:id="rId18"/>
    <p:sldLayoutId id="2147483851" r:id="rId19"/>
    <p:sldLayoutId id="2147483852" r:id="rId20"/>
    <p:sldLayoutId id="2147483853" r:id="rId21"/>
    <p:sldLayoutId id="2147483854" r:id="rId22"/>
    <p:sldLayoutId id="2147483855" r:id="rId23"/>
    <p:sldLayoutId id="2147483856" r:id="rId24"/>
    <p:sldLayoutId id="2147483857" r:id="rId25"/>
    <p:sldLayoutId id="2147483858" r:id="rId26"/>
    <p:sldLayoutId id="2147483859" r:id="rId27"/>
    <p:sldLayoutId id="2147483860" r:id="rId28"/>
    <p:sldLayoutId id="2147483861" r:id="rId29"/>
    <p:sldLayoutId id="2147483862" r:id="rId30"/>
    <p:sldLayoutId id="2147483863" r:id="rId31"/>
    <p:sldLayoutId id="2147483864" r:id="rId32"/>
    <p:sldLayoutId id="2147483865" r:id="rId33"/>
    <p:sldLayoutId id="2147483866" r:id="rId34"/>
    <p:sldLayoutId id="2147483867" r:id="rId35"/>
    <p:sldLayoutId id="2147483868" r:id="rId36"/>
    <p:sldLayoutId id="2147483869" r:id="rId37"/>
    <p:sldLayoutId id="2147483870" r:id="rId3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0.png"/><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xml"/><Relationship Id="rId1" Type="http://schemas.openxmlformats.org/officeDocument/2006/relationships/slideLayout" Target="../slideLayouts/slideLayout44.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63.xml"/><Relationship Id="rId6" Type="http://schemas.openxmlformats.org/officeDocument/2006/relationships/image" Target="../media/image35.svg"/><Relationship Id="rId5" Type="http://schemas.openxmlformats.org/officeDocument/2006/relationships/image" Target="../media/image34.svg"/><Relationship Id="rId4" Type="http://schemas.openxmlformats.org/officeDocument/2006/relationships/image" Target="../media/image33.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3" Type="http://schemas.openxmlformats.org/officeDocument/2006/relationships/hyperlink" Target="https://auth0.com/pt/intro-to-iam/what-is-oauth-2" TargetMode="External"/><Relationship Id="rId2" Type="http://schemas.openxmlformats.org/officeDocument/2006/relationships/notesSlide" Target="../notesSlides/notesSlide8.xml"/><Relationship Id="rId1" Type="http://schemas.openxmlformats.org/officeDocument/2006/relationships/slideLayout" Target="../slideLayouts/slideLayout25.xml"/><Relationship Id="rId5" Type="http://schemas.openxmlformats.org/officeDocument/2006/relationships/hyperlink" Target="https://deviniciative.wordpress.com/2023/05/30/entendendo-a-diferenca-entre-jwt-oauth-e-saml/" TargetMode="External"/><Relationship Id="rId4" Type="http://schemas.openxmlformats.org/officeDocument/2006/relationships/hyperlink" Target="https://developers.google.com/identity/protocols/oauth2/native-app"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28.xml"/><Relationship Id="rId5" Type="http://schemas.openxmlformats.org/officeDocument/2006/relationships/image" Target="../media/image38.emf"/><Relationship Id="rId4" Type="http://schemas.openxmlformats.org/officeDocument/2006/relationships/image" Target="../media/image37.svg"/></Relationships>
</file>

<file path=ppt/slides/_rels/slide13.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notesSlide" Target="../notesSlides/notesSlide12.xml"/><Relationship Id="rId1" Type="http://schemas.openxmlformats.org/officeDocument/2006/relationships/slideLayout" Target="../slideLayouts/slideLayout28.xml"/><Relationship Id="rId4" Type="http://schemas.openxmlformats.org/officeDocument/2006/relationships/image" Target="../media/image38.emf"/></Relationships>
</file>

<file path=ppt/slides/_rels/slide14.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notesSlide" Target="../notesSlides/notesSlide13.xml"/><Relationship Id="rId1" Type="http://schemas.openxmlformats.org/officeDocument/2006/relationships/slideLayout" Target="../slideLayouts/slideLayout28.xml"/><Relationship Id="rId4" Type="http://schemas.openxmlformats.org/officeDocument/2006/relationships/image" Target="../media/image38.emf"/></Relationships>
</file>

<file path=ppt/slides/_rels/slide15.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notesSlide" Target="../notesSlides/notesSlide15.xml"/><Relationship Id="rId1" Type="http://schemas.openxmlformats.org/officeDocument/2006/relationships/slideLayout" Target="../slideLayouts/slideLayout28.xml"/><Relationship Id="rId5" Type="http://schemas.openxmlformats.org/officeDocument/2006/relationships/image" Target="../media/image36.png"/><Relationship Id="rId4" Type="http://schemas.openxmlformats.org/officeDocument/2006/relationships/image" Target="../media/image40.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78ED8-F973-305E-40E6-76921A7B13E0}"/>
            </a:ext>
          </a:extLst>
        </p:cNvPr>
        <p:cNvGrpSpPr/>
        <p:nvPr/>
      </p:nvGrpSpPr>
      <p:grpSpPr>
        <a:xfrm>
          <a:off x="0" y="0"/>
          <a:ext cx="0" cy="0"/>
          <a:chOff x="0" y="0"/>
          <a:chExt cx="0" cy="0"/>
        </a:xfrm>
      </p:grpSpPr>
    </p:spTree>
    <p:extLst>
      <p:ext uri="{BB962C8B-B14F-4D97-AF65-F5344CB8AC3E}">
        <p14:creationId xmlns:p14="http://schemas.microsoft.com/office/powerpoint/2010/main" val="9605211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7" name="Google Shape;643;p43">
            <a:extLst>
              <a:ext uri="{FF2B5EF4-FFF2-40B4-BE49-F238E27FC236}">
                <a16:creationId xmlns:a16="http://schemas.microsoft.com/office/drawing/2014/main" id="{7894E3BE-B414-0F09-61B0-337BC78F1418}"/>
              </a:ext>
            </a:extLst>
          </p:cNvPr>
          <p:cNvSpPr txBox="1">
            <a:spLocks/>
          </p:cNvSpPr>
          <p:nvPr/>
        </p:nvSpPr>
        <p:spPr>
          <a:xfrm>
            <a:off x="1124869" y="2890517"/>
            <a:ext cx="10222120" cy="70367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dk1"/>
              </a:buClr>
              <a:buSzPts val="4500"/>
            </a:pPr>
            <a:r>
              <a:rPr lang="pt-BR" sz="3600" b="1" dirty="0">
                <a:solidFill>
                  <a:schemeClr val="tx1"/>
                </a:solidFill>
                <a:latin typeface="Poppins" pitchFamily="2" charset="77"/>
                <a:cs typeface="Poppins" pitchFamily="2" charset="77"/>
              </a:rPr>
              <a:t>Avançando na integração com serviços externos</a:t>
            </a:r>
          </a:p>
        </p:txBody>
      </p:sp>
      <p:sp>
        <p:nvSpPr>
          <p:cNvPr id="8" name="Google Shape;644;p43">
            <a:extLst>
              <a:ext uri="{FF2B5EF4-FFF2-40B4-BE49-F238E27FC236}">
                <a16:creationId xmlns:a16="http://schemas.microsoft.com/office/drawing/2014/main" id="{38B14DE2-B36E-A166-7418-0BCC262D9727}"/>
              </a:ext>
            </a:extLst>
          </p:cNvPr>
          <p:cNvSpPr txBox="1">
            <a:spLocks/>
          </p:cNvSpPr>
          <p:nvPr/>
        </p:nvSpPr>
        <p:spPr>
          <a:xfrm>
            <a:off x="1124867" y="5545753"/>
            <a:ext cx="10222121" cy="104884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dk1"/>
              </a:buClr>
              <a:buSzPts val="2500"/>
            </a:pPr>
            <a:r>
              <a:rPr lang="pt-BR" sz="2500">
                <a:latin typeface="Poppins"/>
                <a:cs typeface="Poppins"/>
              </a:rPr>
              <a:t>Código da aula: [SIS]ANO2C3B4S22A3	</a:t>
            </a:r>
          </a:p>
        </p:txBody>
      </p:sp>
      <p:sp>
        <p:nvSpPr>
          <p:cNvPr id="9" name="Google Shape;643;p43">
            <a:extLst>
              <a:ext uri="{FF2B5EF4-FFF2-40B4-BE49-F238E27FC236}">
                <a16:creationId xmlns:a16="http://schemas.microsoft.com/office/drawing/2014/main" id="{44C24A69-BA95-9909-516F-994C0772D844}"/>
              </a:ext>
            </a:extLst>
          </p:cNvPr>
          <p:cNvSpPr txBox="1">
            <a:spLocks/>
          </p:cNvSpPr>
          <p:nvPr/>
        </p:nvSpPr>
        <p:spPr>
          <a:xfrm>
            <a:off x="1124869" y="1201216"/>
            <a:ext cx="10222120" cy="142704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dirty="0">
                <a:solidFill>
                  <a:srgbClr val="FF161F"/>
                </a:solidFill>
              </a:rPr>
              <a:t>Integração com serviços externos e esteiras de entrega</a:t>
            </a:r>
          </a:p>
        </p:txBody>
      </p:sp>
      <p:sp>
        <p:nvSpPr>
          <p:cNvPr id="10" name="Google Shape;644;p43">
            <a:extLst>
              <a:ext uri="{FF2B5EF4-FFF2-40B4-BE49-F238E27FC236}">
                <a16:creationId xmlns:a16="http://schemas.microsoft.com/office/drawing/2014/main" id="{9D103B63-758A-7270-9691-88696E89FE79}"/>
              </a:ext>
            </a:extLst>
          </p:cNvPr>
          <p:cNvSpPr txBox="1">
            <a:spLocks/>
          </p:cNvSpPr>
          <p:nvPr/>
        </p:nvSpPr>
        <p:spPr>
          <a:xfrm>
            <a:off x="1124868" y="4480347"/>
            <a:ext cx="10222121" cy="80314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500"/>
              </a:spcBef>
              <a:spcAft>
                <a:spcPts val="0"/>
              </a:spcAft>
              <a:buClr>
                <a:schemeClr val="dk1"/>
              </a:buClr>
              <a:buSzPts val="2500"/>
              <a:buFont typeface="Arial"/>
              <a:buNone/>
              <a:defRPr sz="2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1"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Arial"/>
              <a:buChar char="•"/>
              <a:defRPr sz="2400" b="1"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Arial"/>
              <a:buChar char="–"/>
              <a:defRPr sz="2000" b="1"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Arial"/>
              <a:buChar char="»"/>
              <a:defRPr sz="2000" b="1"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b="0" dirty="0">
                <a:solidFill>
                  <a:srgbClr val="BFBFBF"/>
                </a:solidFill>
                <a:latin typeface="Poppins Medium" panose="00000600000000000000" pitchFamily="2" charset="0"/>
                <a:cs typeface="Poppins Medium" panose="00000600000000000000" pitchFamily="2" charset="0"/>
              </a:rPr>
              <a:t>Aula 3: Autenticação com </a:t>
            </a:r>
            <a:r>
              <a:rPr lang="pt-BR" b="0" dirty="0" err="1">
                <a:solidFill>
                  <a:srgbClr val="BFBFBF"/>
                </a:solidFill>
                <a:latin typeface="Poppins Medium" panose="00000600000000000000" pitchFamily="2" charset="0"/>
                <a:cs typeface="Poppins Medium" panose="00000600000000000000" pitchFamily="2" charset="0"/>
              </a:rPr>
              <a:t>OAuth</a:t>
            </a:r>
            <a:r>
              <a:rPr lang="pt-BR" b="0" dirty="0">
                <a:solidFill>
                  <a:srgbClr val="BFBFBF"/>
                </a:solidFill>
                <a:latin typeface="Poppins Medium" panose="00000600000000000000" pitchFamily="2" charset="0"/>
                <a:cs typeface="Poppins Medium" panose="00000600000000000000" pitchFamily="2" charset="0"/>
              </a:rPr>
              <a:t> e JWT</a:t>
            </a:r>
          </a:p>
        </p:txBody>
      </p:sp>
      <p:pic>
        <p:nvPicPr>
          <p:cNvPr id="3" name="Imagem 2">
            <a:extLst>
              <a:ext uri="{FF2B5EF4-FFF2-40B4-BE49-F238E27FC236}">
                <a16:creationId xmlns:a16="http://schemas.microsoft.com/office/drawing/2014/main" id="{6DFF0C0C-2C5B-2F1D-344A-6F5354BE63BE}"/>
              </a:ext>
            </a:extLst>
          </p:cNvPr>
          <p:cNvPicPr>
            <a:picLocks/>
          </p:cNvPicPr>
          <p:nvPr/>
        </p:nvPicPr>
        <p:blipFill>
          <a:blip r:embed="rId3"/>
          <a:stretch>
            <a:fillRect/>
          </a:stretch>
        </p:blipFill>
        <p:spPr>
          <a:xfrm>
            <a:off x="15602424" y="9136814"/>
            <a:ext cx="2685604" cy="1152002"/>
          </a:xfrm>
          <a:prstGeom prst="rect">
            <a:avLst/>
          </a:prstGeom>
        </p:spPr>
      </p:pic>
      <p:pic>
        <p:nvPicPr>
          <p:cNvPr id="5" name="Imagem 4">
            <a:extLst>
              <a:ext uri="{FF2B5EF4-FFF2-40B4-BE49-F238E27FC236}">
                <a16:creationId xmlns:a16="http://schemas.microsoft.com/office/drawing/2014/main" id="{63E3898E-DB11-33DB-9DFD-ACEE0322046A}"/>
              </a:ext>
            </a:extLst>
          </p:cNvPr>
          <p:cNvPicPr>
            <a:picLocks/>
          </p:cNvPicPr>
          <p:nvPr/>
        </p:nvPicPr>
        <p:blipFill>
          <a:blip r:embed="rId4"/>
          <a:stretch>
            <a:fillRect/>
          </a:stretch>
        </p:blipFill>
        <p:spPr>
          <a:xfrm>
            <a:off x="15804024" y="9190814"/>
            <a:ext cx="2307604" cy="1044002"/>
          </a:xfrm>
          <a:prstGeom prst="rect">
            <a:avLst/>
          </a:prstGeom>
        </p:spPr>
      </p:pic>
      <p:pic>
        <p:nvPicPr>
          <p:cNvPr id="4" name="Imagem 3">
            <a:extLst>
              <a:ext uri="{FF2B5EF4-FFF2-40B4-BE49-F238E27FC236}">
                <a16:creationId xmlns:a16="http://schemas.microsoft.com/office/drawing/2014/main" id="{D81E894E-3F17-8FC3-5F62-FD97E46D9E75}"/>
              </a:ext>
            </a:extLst>
          </p:cNvPr>
          <p:cNvPicPr>
            <a:picLocks/>
          </p:cNvPicPr>
          <p:nvPr/>
        </p:nvPicPr>
        <p:blipFill>
          <a:blip r:embed="rId3"/>
          <a:stretch>
            <a:fillRect/>
          </a:stretch>
        </p:blipFill>
        <p:spPr>
          <a:xfrm>
            <a:off x="15602424" y="9136814"/>
            <a:ext cx="2685604" cy="1152002"/>
          </a:xfrm>
          <a:prstGeom prst="rect">
            <a:avLst/>
          </a:prstGeom>
        </p:spPr>
      </p:pic>
      <p:pic>
        <p:nvPicPr>
          <p:cNvPr id="11" name="Imagem 10">
            <a:extLst>
              <a:ext uri="{FF2B5EF4-FFF2-40B4-BE49-F238E27FC236}">
                <a16:creationId xmlns:a16="http://schemas.microsoft.com/office/drawing/2014/main" id="{5DDB0087-59CC-F80D-0A76-5721EB2B96C9}"/>
              </a:ext>
            </a:extLst>
          </p:cNvPr>
          <p:cNvPicPr>
            <a:picLocks/>
          </p:cNvPicPr>
          <p:nvPr/>
        </p:nvPicPr>
        <p:blipFill>
          <a:blip r:embed="rId4"/>
          <a:stretch>
            <a:fillRect/>
          </a:stretch>
        </p:blipFill>
        <p:spPr>
          <a:xfrm>
            <a:off x="15804024" y="9190814"/>
            <a:ext cx="2307604" cy="1044002"/>
          </a:xfrm>
          <a:prstGeom prst="rect">
            <a:avLst/>
          </a:prstGeom>
        </p:spPr>
      </p:pic>
    </p:spTree>
    <p:extLst>
      <p:ext uri="{BB962C8B-B14F-4D97-AF65-F5344CB8AC3E}">
        <p14:creationId xmlns:p14="http://schemas.microsoft.com/office/powerpoint/2010/main" val="1959707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400C8-CE2F-62BA-7D04-651750599718}"/>
            </a:ext>
          </a:extLst>
        </p:cNvPr>
        <p:cNvGrpSpPr/>
        <p:nvPr/>
      </p:nvGrpSpPr>
      <p:grpSpPr>
        <a:xfrm>
          <a:off x="0" y="0"/>
          <a:ext cx="0" cy="0"/>
          <a:chOff x="0" y="0"/>
          <a:chExt cx="0" cy="0"/>
        </a:xfrm>
      </p:grpSpPr>
      <p:sp>
        <p:nvSpPr>
          <p:cNvPr id="25" name="Subtítulo 24">
            <a:extLst>
              <a:ext uri="{FF2B5EF4-FFF2-40B4-BE49-F238E27FC236}">
                <a16:creationId xmlns:a16="http://schemas.microsoft.com/office/drawing/2014/main" id="{96174EF9-03C4-0CD0-EA6C-2A0FF800A427}"/>
              </a:ext>
            </a:extLst>
          </p:cNvPr>
          <p:cNvSpPr>
            <a:spLocks noGrp="1"/>
          </p:cNvSpPr>
          <p:nvPr>
            <p:ph type="subTitle" idx="1"/>
          </p:nvPr>
        </p:nvSpPr>
        <p:spPr/>
        <p:txBody>
          <a:bodyPr/>
          <a:lstStyle/>
          <a:p>
            <a:r>
              <a:rPr lang="pt-BR"/>
              <a:t>23</a:t>
            </a:r>
          </a:p>
        </p:txBody>
      </p:sp>
      <p:sp>
        <p:nvSpPr>
          <p:cNvPr id="26" name="Espaço Reservado para Texto 25">
            <a:extLst>
              <a:ext uri="{FF2B5EF4-FFF2-40B4-BE49-F238E27FC236}">
                <a16:creationId xmlns:a16="http://schemas.microsoft.com/office/drawing/2014/main" id="{7AEE1D60-489C-3EE1-9C3E-458785B60213}"/>
              </a:ext>
            </a:extLst>
          </p:cNvPr>
          <p:cNvSpPr>
            <a:spLocks noGrp="1"/>
          </p:cNvSpPr>
          <p:nvPr>
            <p:ph type="body" sz="quarter" idx="10"/>
          </p:nvPr>
        </p:nvSpPr>
        <p:spPr/>
        <p:txBody>
          <a:bodyPr/>
          <a:lstStyle/>
          <a:p>
            <a:r>
              <a:rPr lang="pt-BR" dirty="0"/>
              <a:t>Técnicas de esteiras de entrega contínua</a:t>
            </a:r>
          </a:p>
        </p:txBody>
      </p:sp>
      <p:sp>
        <p:nvSpPr>
          <p:cNvPr id="27" name="Espaço Reservado para Texto 26">
            <a:extLst>
              <a:ext uri="{FF2B5EF4-FFF2-40B4-BE49-F238E27FC236}">
                <a16:creationId xmlns:a16="http://schemas.microsoft.com/office/drawing/2014/main" id="{74504C3C-2403-933B-CEEC-62465756EB34}"/>
              </a:ext>
            </a:extLst>
          </p:cNvPr>
          <p:cNvSpPr>
            <a:spLocks noGrp="1"/>
          </p:cNvSpPr>
          <p:nvPr>
            <p:ph type="body" sz="quarter" idx="12"/>
          </p:nvPr>
        </p:nvSpPr>
        <p:spPr/>
        <p:txBody>
          <a:bodyPr/>
          <a:lstStyle/>
          <a:p>
            <a:r>
              <a:rPr lang="pt-BR" dirty="0"/>
              <a:t>Avançando na integração com serviços externos</a:t>
            </a:r>
          </a:p>
        </p:txBody>
      </p:sp>
      <p:sp>
        <p:nvSpPr>
          <p:cNvPr id="28" name="Espaço Reservado para Texto 27">
            <a:extLst>
              <a:ext uri="{FF2B5EF4-FFF2-40B4-BE49-F238E27FC236}">
                <a16:creationId xmlns:a16="http://schemas.microsoft.com/office/drawing/2014/main" id="{144C682E-0BA6-FDE9-7372-A12803A4B7E8}"/>
              </a:ext>
            </a:extLst>
          </p:cNvPr>
          <p:cNvSpPr>
            <a:spLocks noGrp="1"/>
          </p:cNvSpPr>
          <p:nvPr>
            <p:ph type="body" sz="quarter" idx="13"/>
          </p:nvPr>
        </p:nvSpPr>
        <p:spPr/>
        <p:txBody>
          <a:bodyPr/>
          <a:lstStyle/>
          <a:p>
            <a:r>
              <a:rPr lang="pt-BR"/>
              <a:t>Você está aqui!</a:t>
            </a:r>
          </a:p>
        </p:txBody>
      </p:sp>
      <p:sp>
        <p:nvSpPr>
          <p:cNvPr id="29" name="Espaço Reservado para Texto 28">
            <a:extLst>
              <a:ext uri="{FF2B5EF4-FFF2-40B4-BE49-F238E27FC236}">
                <a16:creationId xmlns:a16="http://schemas.microsoft.com/office/drawing/2014/main" id="{75C36531-E46D-8A45-9D4B-D30B7BE4E1E6}"/>
              </a:ext>
            </a:extLst>
          </p:cNvPr>
          <p:cNvSpPr>
            <a:spLocks noGrp="1"/>
          </p:cNvSpPr>
          <p:nvPr>
            <p:ph type="body" sz="quarter" idx="14"/>
          </p:nvPr>
        </p:nvSpPr>
        <p:spPr/>
        <p:txBody>
          <a:bodyPr/>
          <a:lstStyle/>
          <a:p>
            <a:r>
              <a:rPr lang="pt-BR"/>
              <a:t>22</a:t>
            </a:r>
          </a:p>
        </p:txBody>
      </p:sp>
      <p:sp>
        <p:nvSpPr>
          <p:cNvPr id="30" name="Espaço Reservado para Texto 29">
            <a:extLst>
              <a:ext uri="{FF2B5EF4-FFF2-40B4-BE49-F238E27FC236}">
                <a16:creationId xmlns:a16="http://schemas.microsoft.com/office/drawing/2014/main" id="{66A7E081-9951-6F18-0ABE-F1703150E109}"/>
              </a:ext>
            </a:extLst>
          </p:cNvPr>
          <p:cNvSpPr>
            <a:spLocks noGrp="1"/>
          </p:cNvSpPr>
          <p:nvPr>
            <p:ph type="body" sz="quarter" idx="15"/>
          </p:nvPr>
        </p:nvSpPr>
        <p:spPr/>
        <p:txBody>
          <a:bodyPr/>
          <a:lstStyle/>
          <a:p>
            <a:r>
              <a:rPr lang="pt-BR" dirty="0"/>
              <a:t>Testes e monitoramento de aplicações</a:t>
            </a:r>
          </a:p>
        </p:txBody>
      </p:sp>
      <p:sp>
        <p:nvSpPr>
          <p:cNvPr id="31" name="Espaço Reservado para Texto 30">
            <a:extLst>
              <a:ext uri="{FF2B5EF4-FFF2-40B4-BE49-F238E27FC236}">
                <a16:creationId xmlns:a16="http://schemas.microsoft.com/office/drawing/2014/main" id="{6CEE811F-8E6E-F9ED-5822-DFF987E3F017}"/>
              </a:ext>
            </a:extLst>
          </p:cNvPr>
          <p:cNvSpPr>
            <a:spLocks noGrp="1"/>
          </p:cNvSpPr>
          <p:nvPr>
            <p:ph type="body" sz="quarter" idx="17"/>
          </p:nvPr>
        </p:nvSpPr>
        <p:spPr/>
        <p:txBody>
          <a:bodyPr/>
          <a:lstStyle/>
          <a:p>
            <a:r>
              <a:rPr lang="pt-BR" dirty="0"/>
              <a:t>Integração de serviços externos e CI/CD</a:t>
            </a:r>
          </a:p>
        </p:txBody>
      </p:sp>
      <p:sp>
        <p:nvSpPr>
          <p:cNvPr id="32" name="Espaço Reservado para Texto 31">
            <a:extLst>
              <a:ext uri="{FF2B5EF4-FFF2-40B4-BE49-F238E27FC236}">
                <a16:creationId xmlns:a16="http://schemas.microsoft.com/office/drawing/2014/main" id="{7E8E89F3-0018-BCCD-2BC1-E35FA7173CBA}"/>
              </a:ext>
            </a:extLst>
          </p:cNvPr>
          <p:cNvSpPr>
            <a:spLocks noGrp="1"/>
          </p:cNvSpPr>
          <p:nvPr>
            <p:ph type="body" sz="quarter" idx="18"/>
          </p:nvPr>
        </p:nvSpPr>
        <p:spPr/>
        <p:txBody>
          <a:bodyPr/>
          <a:lstStyle/>
          <a:p>
            <a:r>
              <a:rPr lang="pt-BR"/>
              <a:t>27</a:t>
            </a:r>
          </a:p>
        </p:txBody>
      </p:sp>
      <p:sp>
        <p:nvSpPr>
          <p:cNvPr id="33" name="Espaço Reservado para Texto 32">
            <a:extLst>
              <a:ext uri="{FF2B5EF4-FFF2-40B4-BE49-F238E27FC236}">
                <a16:creationId xmlns:a16="http://schemas.microsoft.com/office/drawing/2014/main" id="{D84772E9-9777-FB0E-1478-9E553425B57E}"/>
              </a:ext>
            </a:extLst>
          </p:cNvPr>
          <p:cNvSpPr>
            <a:spLocks noGrp="1"/>
          </p:cNvSpPr>
          <p:nvPr>
            <p:ph type="body" sz="quarter" idx="19"/>
          </p:nvPr>
        </p:nvSpPr>
        <p:spPr/>
        <p:txBody>
          <a:bodyPr/>
          <a:lstStyle/>
          <a:p>
            <a:r>
              <a:rPr lang="pt-BR"/>
              <a:t>28</a:t>
            </a:r>
          </a:p>
        </p:txBody>
      </p:sp>
      <p:pic>
        <p:nvPicPr>
          <p:cNvPr id="5" name="Imagem 4">
            <a:extLst>
              <a:ext uri="{FF2B5EF4-FFF2-40B4-BE49-F238E27FC236}">
                <a16:creationId xmlns:a16="http://schemas.microsoft.com/office/drawing/2014/main" id="{7F773963-6105-5D47-FB2D-4E4DBC936A68}"/>
              </a:ext>
            </a:extLst>
          </p:cNvPr>
          <p:cNvPicPr>
            <a:picLocks/>
          </p:cNvPicPr>
          <p:nvPr/>
        </p:nvPicPr>
        <p:blipFill>
          <a:blip r:embed="rId2"/>
          <a:stretch>
            <a:fillRect/>
          </a:stretch>
        </p:blipFill>
        <p:spPr>
          <a:xfrm>
            <a:off x="172800" y="1335602"/>
            <a:ext cx="3150005" cy="2354404"/>
          </a:xfrm>
          <a:prstGeom prst="rect">
            <a:avLst/>
          </a:prstGeom>
        </p:spPr>
      </p:pic>
      <p:pic>
        <p:nvPicPr>
          <p:cNvPr id="3" name="Imagem 2">
            <a:extLst>
              <a:ext uri="{FF2B5EF4-FFF2-40B4-BE49-F238E27FC236}">
                <a16:creationId xmlns:a16="http://schemas.microsoft.com/office/drawing/2014/main" id="{8AB237B6-EC88-6B30-D651-F0F260C52A32}"/>
              </a:ext>
            </a:extLst>
          </p:cNvPr>
          <p:cNvPicPr>
            <a:picLocks/>
          </p:cNvPicPr>
          <p:nvPr/>
        </p:nvPicPr>
        <p:blipFill>
          <a:blip r:embed="rId3"/>
          <a:stretch>
            <a:fillRect/>
          </a:stretch>
        </p:blipFill>
        <p:spPr>
          <a:xfrm>
            <a:off x="3117605" y="320401"/>
            <a:ext cx="3348005" cy="2484004"/>
          </a:xfrm>
          <a:prstGeom prst="rect">
            <a:avLst/>
          </a:prstGeom>
        </p:spPr>
      </p:pic>
      <p:sp>
        <p:nvSpPr>
          <p:cNvPr id="36" name="CaixaDeTexto 35">
            <a:extLst>
              <a:ext uri="{FF2B5EF4-FFF2-40B4-BE49-F238E27FC236}">
                <a16:creationId xmlns:a16="http://schemas.microsoft.com/office/drawing/2014/main" id="{79FBDF12-DD09-D900-5619-7294AADF3FDF}"/>
              </a:ext>
            </a:extLst>
          </p:cNvPr>
          <p:cNvSpPr txBox="1"/>
          <p:nvPr/>
        </p:nvSpPr>
        <p:spPr>
          <a:xfrm>
            <a:off x="3170905" y="873904"/>
            <a:ext cx="3148235" cy="178510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2750" b="1" i="0" u="none" strike="noStrike" kern="0" cap="none" spc="0" normalizeH="0" baseline="0" noProof="0">
                <a:ln>
                  <a:noFill/>
                </a:ln>
                <a:solidFill>
                  <a:prstClr val="white"/>
                </a:solidFill>
                <a:effectLst/>
                <a:uLnTx/>
                <a:uFillTx/>
                <a:latin typeface="Poppins" panose="00000500000000000000" pitchFamily="2" charset="0"/>
                <a:cs typeface="Poppins" panose="00000500000000000000" pitchFamily="2" charset="0"/>
                <a:sym typeface="Arial"/>
              </a:rPr>
              <a:t>Mapa da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2750" b="1" i="0" u="none" strike="noStrike" kern="0" cap="none" spc="0" normalizeH="0" baseline="0" noProof="0">
                <a:ln>
                  <a:noFill/>
                </a:ln>
                <a:solidFill>
                  <a:prstClr val="white"/>
                </a:solidFill>
                <a:effectLst/>
                <a:uLnTx/>
                <a:uFillTx/>
                <a:latin typeface="Poppins" panose="00000500000000000000" pitchFamily="2" charset="0"/>
                <a:cs typeface="Poppins" panose="00000500000000000000" pitchFamily="2" charset="0"/>
                <a:sym typeface="Arial"/>
              </a:rPr>
              <a:t>Unidade 4   Componente 3</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2750" b="1" i="0" u="none" strike="noStrike" kern="0" cap="none" spc="0" normalizeH="0" baseline="0" noProof="0">
              <a:ln>
                <a:noFill/>
              </a:ln>
              <a:solidFill>
                <a:prstClr val="white"/>
              </a:solidFill>
              <a:effectLst/>
              <a:uLnTx/>
              <a:uFillTx/>
              <a:latin typeface="Poppins" panose="00000500000000000000" pitchFamily="2" charset="0"/>
              <a:cs typeface="Poppins" panose="00000500000000000000" pitchFamily="2" charset="0"/>
              <a:sym typeface="Arial"/>
            </a:endParaRPr>
          </a:p>
        </p:txBody>
      </p:sp>
      <p:sp>
        <p:nvSpPr>
          <p:cNvPr id="37" name="Google Shape;329;p3">
            <a:extLst>
              <a:ext uri="{FF2B5EF4-FFF2-40B4-BE49-F238E27FC236}">
                <a16:creationId xmlns:a16="http://schemas.microsoft.com/office/drawing/2014/main" id="{79068967-AC8D-DB7A-6F72-16A5B947D5C1}"/>
              </a:ext>
            </a:extLst>
          </p:cNvPr>
          <p:cNvSpPr txBox="1"/>
          <p:nvPr/>
        </p:nvSpPr>
        <p:spPr>
          <a:xfrm>
            <a:off x="231264" y="1818844"/>
            <a:ext cx="2798372" cy="923289"/>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pt-BR" sz="1800" b="1" i="0" u="none" strike="noStrike" kern="0" cap="none" spc="0" normalizeH="0" baseline="0" noProof="0" dirty="0">
                <a:ln>
                  <a:noFill/>
                </a:ln>
                <a:solidFill>
                  <a:srgbClr val="FFFFFF"/>
                </a:solidFill>
                <a:effectLst/>
                <a:uLnTx/>
                <a:uFillTx/>
                <a:latin typeface="Poppins" pitchFamily="2" charset="77"/>
                <a:ea typeface="Poppins SemiBold"/>
                <a:cs typeface="Poppins" pitchFamily="2" charset="77"/>
                <a:sym typeface="Poppins SemiBold"/>
              </a:rPr>
              <a:t>Integração com serviços externos e esteiras de entrega</a:t>
            </a:r>
          </a:p>
        </p:txBody>
      </p:sp>
    </p:spTree>
    <p:extLst>
      <p:ext uri="{BB962C8B-B14F-4D97-AF65-F5344CB8AC3E}">
        <p14:creationId xmlns:p14="http://schemas.microsoft.com/office/powerpoint/2010/main" val="1124196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89368-55C8-9B0C-B9EA-03B19DBA38C4}"/>
            </a:ext>
          </a:extLst>
        </p:cNvPr>
        <p:cNvGrpSpPr/>
        <p:nvPr/>
      </p:nvGrpSpPr>
      <p:grpSpPr>
        <a:xfrm>
          <a:off x="0" y="0"/>
          <a:ext cx="0" cy="0"/>
          <a:chOff x="0" y="0"/>
          <a:chExt cx="0" cy="0"/>
        </a:xfrm>
      </p:grpSpPr>
      <p:sp>
        <p:nvSpPr>
          <p:cNvPr id="42" name="Google Shape;344;p4">
            <a:extLst>
              <a:ext uri="{FF2B5EF4-FFF2-40B4-BE49-F238E27FC236}">
                <a16:creationId xmlns:a16="http://schemas.microsoft.com/office/drawing/2014/main" id="{A9C9A17D-7686-928E-FCBB-8D75757ACBC4}"/>
              </a:ext>
            </a:extLst>
          </p:cNvPr>
          <p:cNvSpPr txBox="1"/>
          <p:nvPr/>
        </p:nvSpPr>
        <p:spPr>
          <a:xfrm>
            <a:off x="2412396" y="6836921"/>
            <a:ext cx="6731604" cy="1200290"/>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defTabSz="914400" rtl="0" eaLnBrk="1" fontAlgn="auto" latinLnBrk="0" hangingPunct="1">
              <a:lnSpc>
                <a:spcPct val="100000"/>
              </a:lnSpc>
              <a:spcBef>
                <a:spcPts val="0"/>
              </a:spcBef>
              <a:spcAft>
                <a:spcPts val="0"/>
              </a:spcAft>
              <a:buClr>
                <a:srgbClr val="000000"/>
              </a:buClr>
              <a:buSzPts val="3200"/>
              <a:buFont typeface="Arial"/>
              <a:buNone/>
              <a:tabLst/>
              <a:defRPr/>
            </a:pPr>
            <a:r>
              <a:rPr kumimoji="0" lang="pt-BR" sz="3600" b="0" i="0" u="none" strike="noStrike" kern="0" cap="none" spc="0" normalizeH="0" baseline="0" noProof="0" dirty="0">
                <a:ln>
                  <a:noFill/>
                </a:ln>
                <a:solidFill>
                  <a:srgbClr val="000000"/>
                </a:solidFill>
                <a:effectLst/>
                <a:uLnTx/>
                <a:uFillTx/>
                <a:latin typeface="Poppins" pitchFamily="2" charset="77"/>
                <a:ea typeface="Poppins Light"/>
                <a:cs typeface="Poppins" pitchFamily="2" charset="77"/>
                <a:sym typeface="Poppins Light"/>
              </a:rPr>
              <a:t>Avançando na integração com serviços externos</a:t>
            </a:r>
          </a:p>
        </p:txBody>
      </p:sp>
      <p:sp>
        <p:nvSpPr>
          <p:cNvPr id="43" name="Google Shape;345;p4">
            <a:extLst>
              <a:ext uri="{FF2B5EF4-FFF2-40B4-BE49-F238E27FC236}">
                <a16:creationId xmlns:a16="http://schemas.microsoft.com/office/drawing/2014/main" id="{1FF46B20-BD84-1C53-6D0D-11FFC90DC7C8}"/>
              </a:ext>
            </a:extLst>
          </p:cNvPr>
          <p:cNvSpPr txBox="1"/>
          <p:nvPr/>
        </p:nvSpPr>
        <p:spPr>
          <a:xfrm>
            <a:off x="5361887" y="3664359"/>
            <a:ext cx="7564226" cy="1107957"/>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ctr" defTabSz="914400" rtl="0" eaLnBrk="1" fontAlgn="auto" latinLnBrk="0" hangingPunct="1">
              <a:lnSpc>
                <a:spcPct val="100000"/>
              </a:lnSpc>
              <a:spcBef>
                <a:spcPts val="0"/>
              </a:spcBef>
              <a:spcAft>
                <a:spcPts val="0"/>
              </a:spcAft>
              <a:buClr>
                <a:srgbClr val="000000"/>
              </a:buClr>
              <a:buSzPts val="3000"/>
              <a:buFont typeface="Arial"/>
              <a:buNone/>
              <a:tabLst/>
              <a:defRPr/>
            </a:pPr>
            <a:r>
              <a:rPr kumimoji="0" lang="pt-BR" sz="6600" b="1" i="0" u="none" strike="noStrike" kern="0" cap="none" spc="0" normalizeH="0" baseline="0" noProof="0">
                <a:ln>
                  <a:noFill/>
                </a:ln>
                <a:solidFill>
                  <a:srgbClr val="FA161E"/>
                </a:solidFill>
                <a:effectLst/>
                <a:uLnTx/>
                <a:uFillTx/>
                <a:latin typeface="Poppins"/>
                <a:ea typeface="Poppins"/>
                <a:cs typeface="Poppins"/>
                <a:sym typeface="Poppins"/>
              </a:rPr>
              <a:t>Você está aqui!</a:t>
            </a:r>
            <a:endParaRPr kumimoji="0" sz="2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4" name="Google Shape;349;p4">
            <a:extLst>
              <a:ext uri="{FF2B5EF4-FFF2-40B4-BE49-F238E27FC236}">
                <a16:creationId xmlns:a16="http://schemas.microsoft.com/office/drawing/2014/main" id="{F26CA00B-C176-71BD-0681-951B4EC25ABA}"/>
              </a:ext>
            </a:extLst>
          </p:cNvPr>
          <p:cNvSpPr txBox="1"/>
          <p:nvPr/>
        </p:nvSpPr>
        <p:spPr>
          <a:xfrm>
            <a:off x="2412396" y="9272413"/>
            <a:ext cx="6731604" cy="1048848"/>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defTabSz="914400" rtl="0" eaLnBrk="1" fontAlgn="auto" latinLnBrk="0" hangingPunct="1">
              <a:lnSpc>
                <a:spcPct val="100000"/>
              </a:lnSpc>
              <a:spcBef>
                <a:spcPts val="0"/>
              </a:spcBef>
              <a:spcAft>
                <a:spcPts val="0"/>
              </a:spcAft>
              <a:buClr>
                <a:srgbClr val="000000"/>
              </a:buClr>
              <a:buSzPts val="2500"/>
              <a:buFont typeface="Arial"/>
              <a:buNone/>
              <a:tabLst/>
              <a:defRPr/>
            </a:pPr>
            <a:r>
              <a:rPr kumimoji="0" lang="pt-BR" sz="2501" b="0" i="0" u="none" strike="noStrike" kern="0" cap="none" spc="0" normalizeH="0" baseline="0" noProof="0">
                <a:ln>
                  <a:noFill/>
                </a:ln>
                <a:solidFill>
                  <a:srgbClr val="000000"/>
                </a:solidFill>
                <a:effectLst/>
                <a:uLnTx/>
                <a:uFillTx/>
                <a:latin typeface="Poppins"/>
                <a:ea typeface="Poppins"/>
                <a:cs typeface="Poppins"/>
                <a:sym typeface="Poppins"/>
              </a:rPr>
              <a:t>Código da aula</a:t>
            </a:r>
            <a:r>
              <a:rPr kumimoji="0" lang="pt-BR" sz="2501" b="0" i="0" u="none" strike="noStrike" kern="0" cap="none" spc="0" normalizeH="0" baseline="0" noProof="0">
                <a:ln>
                  <a:noFill/>
                </a:ln>
                <a:solidFill>
                  <a:srgbClr val="000000"/>
                </a:solidFill>
                <a:effectLst/>
                <a:uLnTx/>
                <a:uFillTx/>
                <a:latin typeface="Poppins"/>
                <a:ea typeface="+mj-ea"/>
                <a:cs typeface="Poppins"/>
                <a:sym typeface="Poppins"/>
              </a:rPr>
              <a:t>: [SIS]ANO2C3B4S22A3</a:t>
            </a:r>
            <a:endParaRPr kumimoji="0" sz="2501" b="0" i="0" u="none" strike="noStrike" kern="0" cap="none" spc="0" normalizeH="0" baseline="0" noProof="0">
              <a:ln>
                <a:noFill/>
              </a:ln>
              <a:solidFill>
                <a:srgbClr val="000000"/>
              </a:solidFill>
              <a:effectLst/>
              <a:uLnTx/>
              <a:uFillTx/>
              <a:latin typeface="Poppins"/>
              <a:ea typeface="+mj-ea"/>
              <a:cs typeface="Poppins"/>
              <a:sym typeface="Arial"/>
            </a:endParaRPr>
          </a:p>
        </p:txBody>
      </p:sp>
      <p:sp>
        <p:nvSpPr>
          <p:cNvPr id="45" name="Google Shape;350;p4">
            <a:extLst>
              <a:ext uri="{FF2B5EF4-FFF2-40B4-BE49-F238E27FC236}">
                <a16:creationId xmlns:a16="http://schemas.microsoft.com/office/drawing/2014/main" id="{6CE3BA25-27AD-66E7-A8C5-BE94B9F07F75}"/>
              </a:ext>
            </a:extLst>
          </p:cNvPr>
          <p:cNvSpPr txBox="1"/>
          <p:nvPr/>
        </p:nvSpPr>
        <p:spPr>
          <a:xfrm>
            <a:off x="2412396" y="8301999"/>
            <a:ext cx="9608683" cy="803145"/>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defTabSz="914400" rtl="0" eaLnBrk="1" fontAlgn="auto" latinLnBrk="0" hangingPunct="1">
              <a:lnSpc>
                <a:spcPct val="100000"/>
              </a:lnSpc>
              <a:spcBef>
                <a:spcPts val="0"/>
              </a:spcBef>
              <a:spcAft>
                <a:spcPts val="0"/>
              </a:spcAft>
              <a:buClr>
                <a:prstClr val="black"/>
              </a:buClr>
              <a:buSzPts val="2500"/>
              <a:buFont typeface="Arial"/>
              <a:buNone/>
              <a:tabLst/>
              <a:defRPr/>
            </a:pPr>
            <a:r>
              <a:rPr kumimoji="0" lang="pt-BR" sz="3600" b="1" i="0" u="none" strike="noStrike" kern="0" cap="none" spc="0" normalizeH="0" baseline="0" noProof="0" dirty="0">
                <a:ln>
                  <a:noFill/>
                </a:ln>
                <a:solidFill>
                  <a:prstClr val="black"/>
                </a:solidFill>
                <a:effectLst/>
                <a:uLnTx/>
                <a:uFillTx/>
                <a:latin typeface="Poppins"/>
                <a:ea typeface="Poppins"/>
                <a:cs typeface="Poppins"/>
                <a:sym typeface="Poppins"/>
              </a:rPr>
              <a:t>Aula 3: </a:t>
            </a:r>
            <a:r>
              <a:rPr lang="pt-BR" sz="3600" b="1" dirty="0">
                <a:solidFill>
                  <a:prstClr val="black"/>
                </a:solidFill>
                <a:latin typeface="Poppins"/>
                <a:cs typeface="Poppins"/>
              </a:rPr>
              <a:t>Autenticação com </a:t>
            </a:r>
            <a:r>
              <a:rPr lang="pt-BR" sz="3600" b="1" dirty="0" err="1">
                <a:solidFill>
                  <a:prstClr val="black"/>
                </a:solidFill>
                <a:latin typeface="Poppins"/>
                <a:cs typeface="Poppins"/>
              </a:rPr>
              <a:t>OAuth</a:t>
            </a:r>
            <a:r>
              <a:rPr lang="pt-BR" sz="3600" b="1" dirty="0">
                <a:solidFill>
                  <a:prstClr val="black"/>
                </a:solidFill>
                <a:latin typeface="Poppins"/>
                <a:cs typeface="Poppins"/>
              </a:rPr>
              <a:t> e JWT</a:t>
            </a:r>
            <a:endParaRPr sz="3600" b="1" dirty="0">
              <a:solidFill>
                <a:prstClr val="black"/>
              </a:solidFill>
              <a:latin typeface="Poppins"/>
              <a:cs typeface="Poppins"/>
            </a:endParaRPr>
          </a:p>
        </p:txBody>
      </p:sp>
      <p:sp>
        <p:nvSpPr>
          <p:cNvPr id="46" name="Google Shape;341;p4">
            <a:extLst>
              <a:ext uri="{FF2B5EF4-FFF2-40B4-BE49-F238E27FC236}">
                <a16:creationId xmlns:a16="http://schemas.microsoft.com/office/drawing/2014/main" id="{698675B0-4D65-90C2-9FC7-55F36F3AB747}"/>
              </a:ext>
            </a:extLst>
          </p:cNvPr>
          <p:cNvSpPr/>
          <p:nvPr/>
        </p:nvSpPr>
        <p:spPr>
          <a:xfrm rot="-3438299">
            <a:off x="12818211" y="8497676"/>
            <a:ext cx="612000" cy="612000"/>
          </a:xfrm>
          <a:prstGeom prst="ellipse">
            <a:avLst/>
          </a:prstGeom>
          <a:solidFill>
            <a:schemeClr val="bg1"/>
          </a:solidFill>
          <a:ln w="57150">
            <a:solidFill>
              <a:srgbClr val="FA161E"/>
            </a:solidFill>
          </a:ln>
        </p:spPr>
        <p:style>
          <a:lnRef idx="0">
            <a:scrgbClr r="0" g="0" b="0"/>
          </a:lnRef>
          <a:fillRef idx="0">
            <a:scrgbClr r="0" g="0" b="0"/>
          </a:fillRef>
          <a:effectRef idx="0">
            <a:scrgbClr r="0" g="0" b="0"/>
          </a:effectRef>
          <a:fontRef idx="major"/>
        </p:style>
        <p:txBody>
          <a:bodyPr spcFirstLastPara="1" wrap="square" lIns="91425" tIns="45701" rIns="91425" bIns="45701" anchor="ctr"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r" defTabSz="914400" rtl="0" eaLnBrk="1" fontAlgn="auto" latinLnBrk="0" hangingPunct="1">
              <a:lnSpc>
                <a:spcPct val="100000"/>
              </a:lnSpc>
              <a:spcBef>
                <a:spcPts val="0"/>
              </a:spcBef>
              <a:spcAft>
                <a:spcPts val="0"/>
              </a:spcAft>
              <a:buClr>
                <a:srgbClr val="000000"/>
              </a:buClr>
              <a:buSzPts val="2700"/>
              <a:buFont typeface="Arial"/>
              <a:buNone/>
              <a:tabLst/>
              <a:defRPr/>
            </a:pPr>
            <a:endParaRPr kumimoji="0" sz="405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47" name="Google Shape;342;p4">
            <a:extLst>
              <a:ext uri="{FF2B5EF4-FFF2-40B4-BE49-F238E27FC236}">
                <a16:creationId xmlns:a16="http://schemas.microsoft.com/office/drawing/2014/main" id="{7443080D-0EF9-BEB9-01F9-F142DCFECFC6}"/>
              </a:ext>
            </a:extLst>
          </p:cNvPr>
          <p:cNvSpPr/>
          <p:nvPr/>
        </p:nvSpPr>
        <p:spPr>
          <a:xfrm>
            <a:off x="9231085" y="5658662"/>
            <a:ext cx="1975814" cy="1975814"/>
          </a:xfrm>
          <a:prstGeom prst="ellipse">
            <a:avLst/>
          </a:prstGeom>
          <a:solidFill>
            <a:srgbClr val="FA161E"/>
          </a:solidFill>
          <a:ln>
            <a:noFill/>
          </a:ln>
        </p:spPr>
        <p:style>
          <a:lnRef idx="0">
            <a:scrgbClr r="0" g="0" b="0"/>
          </a:lnRef>
          <a:fillRef idx="0">
            <a:scrgbClr r="0" g="0" b="0"/>
          </a:fillRef>
          <a:effectRef idx="0">
            <a:scrgbClr r="0" g="0" b="0"/>
          </a:effectRef>
          <a:fontRef idx="major"/>
        </p:style>
        <p:txBody>
          <a:bodyPr spcFirstLastPara="1" wrap="square" lIns="54000" tIns="54000" rIns="54000" bIns="54000" anchor="ctr"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ctr" defTabSz="914400" rtl="0" eaLnBrk="1" fontAlgn="auto" latinLnBrk="0" hangingPunct="1">
              <a:lnSpc>
                <a:spcPct val="100000"/>
              </a:lnSpc>
              <a:spcBef>
                <a:spcPts val="0"/>
              </a:spcBef>
              <a:spcAft>
                <a:spcPts val="0"/>
              </a:spcAft>
              <a:buClr>
                <a:srgbClr val="000000"/>
              </a:buClr>
              <a:buSzPts val="6000"/>
              <a:buFont typeface="Arial"/>
              <a:buNone/>
              <a:tabLst/>
              <a:defRPr/>
            </a:pPr>
            <a:r>
              <a:rPr kumimoji="0" lang="pt-BR" sz="6000" b="1" i="0" u="none" strike="noStrike" kern="0" cap="none" spc="0" normalizeH="0" baseline="0" noProof="0" dirty="0">
                <a:ln>
                  <a:noFill/>
                </a:ln>
                <a:solidFill>
                  <a:srgbClr val="FFFFFF"/>
                </a:solidFill>
                <a:effectLst/>
                <a:uLnTx/>
                <a:uFillTx/>
                <a:latin typeface="Poppins"/>
                <a:ea typeface="Calibri"/>
                <a:cs typeface="Poppins"/>
                <a:sym typeface="Poppins"/>
              </a:rPr>
              <a:t>22</a:t>
            </a:r>
            <a:endParaRPr kumimoji="0" sz="6000" b="0" i="0" u="none" strike="noStrike" kern="0" cap="none" spc="0" normalizeH="0" baseline="0" noProof="0" dirty="0">
              <a:ln>
                <a:noFill/>
              </a:ln>
              <a:solidFill>
                <a:srgbClr val="FFFFFF"/>
              </a:solidFill>
              <a:effectLst/>
              <a:uLnTx/>
              <a:uFillTx/>
              <a:latin typeface="Calibri"/>
              <a:ea typeface="Calibri"/>
              <a:cs typeface="Calibri"/>
              <a:sym typeface="Calibri"/>
            </a:endParaRPr>
          </a:p>
        </p:txBody>
      </p:sp>
      <p:cxnSp>
        <p:nvCxnSpPr>
          <p:cNvPr id="48" name="Google Shape;343;p4">
            <a:extLst>
              <a:ext uri="{FF2B5EF4-FFF2-40B4-BE49-F238E27FC236}">
                <a16:creationId xmlns:a16="http://schemas.microsoft.com/office/drawing/2014/main" id="{73CF0F0C-C7D3-E795-9147-802C064A3AAE}"/>
              </a:ext>
            </a:extLst>
          </p:cNvPr>
          <p:cNvCxnSpPr>
            <a:cxnSpLocks/>
            <a:endCxn id="46" idx="0"/>
          </p:cNvCxnSpPr>
          <p:nvPr/>
        </p:nvCxnSpPr>
        <p:spPr>
          <a:xfrm>
            <a:off x="10857617" y="7316621"/>
            <a:ext cx="2009078" cy="1321764"/>
          </a:xfrm>
          <a:prstGeom prst="straightConnector1">
            <a:avLst/>
          </a:prstGeom>
          <a:noFill/>
          <a:ln w="19050" cap="flat" cmpd="sng">
            <a:solidFill>
              <a:srgbClr val="FA161E"/>
            </a:solidFill>
            <a:prstDash val="solid"/>
            <a:round/>
            <a:headEnd type="none" w="sm" len="sm"/>
            <a:tailEnd type="none" w="sm" len="sm"/>
          </a:ln>
        </p:spPr>
      </p:cxnSp>
      <p:pic>
        <p:nvPicPr>
          <p:cNvPr id="5" name="Imagem 4">
            <a:extLst>
              <a:ext uri="{FF2B5EF4-FFF2-40B4-BE49-F238E27FC236}">
                <a16:creationId xmlns:a16="http://schemas.microsoft.com/office/drawing/2014/main" id="{9C12EA32-0163-84A8-77DD-66816546C97B}"/>
              </a:ext>
            </a:extLst>
          </p:cNvPr>
          <p:cNvPicPr>
            <a:picLocks/>
          </p:cNvPicPr>
          <p:nvPr/>
        </p:nvPicPr>
        <p:blipFill>
          <a:blip r:embed="rId3"/>
          <a:stretch>
            <a:fillRect/>
          </a:stretch>
        </p:blipFill>
        <p:spPr>
          <a:xfrm>
            <a:off x="172800" y="1335602"/>
            <a:ext cx="3150005" cy="2354404"/>
          </a:xfrm>
          <a:prstGeom prst="rect">
            <a:avLst/>
          </a:prstGeom>
        </p:spPr>
      </p:pic>
      <p:pic>
        <p:nvPicPr>
          <p:cNvPr id="3" name="Imagem 2">
            <a:extLst>
              <a:ext uri="{FF2B5EF4-FFF2-40B4-BE49-F238E27FC236}">
                <a16:creationId xmlns:a16="http://schemas.microsoft.com/office/drawing/2014/main" id="{1D23213F-B832-E17E-22B3-CFA6D5F43E70}"/>
              </a:ext>
            </a:extLst>
          </p:cNvPr>
          <p:cNvPicPr>
            <a:picLocks/>
          </p:cNvPicPr>
          <p:nvPr/>
        </p:nvPicPr>
        <p:blipFill>
          <a:blip r:embed="rId4"/>
          <a:stretch>
            <a:fillRect/>
          </a:stretch>
        </p:blipFill>
        <p:spPr>
          <a:xfrm>
            <a:off x="3117605" y="320401"/>
            <a:ext cx="3348005" cy="2484004"/>
          </a:xfrm>
          <a:prstGeom prst="rect">
            <a:avLst/>
          </a:prstGeom>
        </p:spPr>
      </p:pic>
      <p:sp>
        <p:nvSpPr>
          <p:cNvPr id="16" name="CaixaDeTexto 15">
            <a:extLst>
              <a:ext uri="{FF2B5EF4-FFF2-40B4-BE49-F238E27FC236}">
                <a16:creationId xmlns:a16="http://schemas.microsoft.com/office/drawing/2014/main" id="{811DD731-FA8F-2152-245A-8F9F225A9617}"/>
              </a:ext>
            </a:extLst>
          </p:cNvPr>
          <p:cNvSpPr txBox="1"/>
          <p:nvPr/>
        </p:nvSpPr>
        <p:spPr>
          <a:xfrm>
            <a:off x="3170905" y="873904"/>
            <a:ext cx="3148235" cy="178510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2750" b="1" i="0" u="none" strike="noStrike" kern="0" cap="none" spc="0" normalizeH="0" baseline="0" noProof="0">
                <a:ln>
                  <a:noFill/>
                </a:ln>
                <a:solidFill>
                  <a:prstClr val="white"/>
                </a:solidFill>
                <a:effectLst/>
                <a:uLnTx/>
                <a:uFillTx/>
                <a:latin typeface="Poppins" panose="00000500000000000000" pitchFamily="2" charset="0"/>
                <a:cs typeface="Poppins" panose="00000500000000000000" pitchFamily="2" charset="0"/>
                <a:sym typeface="Arial"/>
              </a:rPr>
              <a:t>Mapa da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2750" b="1" i="0" u="none" strike="noStrike" kern="0" cap="none" spc="0" normalizeH="0" baseline="0" noProof="0">
                <a:ln>
                  <a:noFill/>
                </a:ln>
                <a:solidFill>
                  <a:prstClr val="white"/>
                </a:solidFill>
                <a:effectLst/>
                <a:uLnTx/>
                <a:uFillTx/>
                <a:latin typeface="Poppins" panose="00000500000000000000" pitchFamily="2" charset="0"/>
                <a:cs typeface="Poppins" panose="00000500000000000000" pitchFamily="2" charset="0"/>
                <a:sym typeface="Arial"/>
              </a:rPr>
              <a:t>Unidade 4   Componente 3</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2750" b="1" i="0" u="none" strike="noStrike" kern="0" cap="none" spc="0" normalizeH="0" baseline="0" noProof="0">
              <a:ln>
                <a:noFill/>
              </a:ln>
              <a:solidFill>
                <a:prstClr val="white"/>
              </a:solidFill>
              <a:effectLst/>
              <a:uLnTx/>
              <a:uFillTx/>
              <a:latin typeface="Poppins" panose="00000500000000000000" pitchFamily="2" charset="0"/>
              <a:cs typeface="Poppins" panose="00000500000000000000" pitchFamily="2" charset="0"/>
              <a:sym typeface="Arial"/>
            </a:endParaRPr>
          </a:p>
        </p:txBody>
      </p:sp>
      <p:sp>
        <p:nvSpPr>
          <p:cNvPr id="17" name="Google Shape;329;p3">
            <a:extLst>
              <a:ext uri="{FF2B5EF4-FFF2-40B4-BE49-F238E27FC236}">
                <a16:creationId xmlns:a16="http://schemas.microsoft.com/office/drawing/2014/main" id="{37B51EB6-27ED-C0AE-A4E9-80A016E1253C}"/>
              </a:ext>
            </a:extLst>
          </p:cNvPr>
          <p:cNvSpPr txBox="1"/>
          <p:nvPr/>
        </p:nvSpPr>
        <p:spPr>
          <a:xfrm>
            <a:off x="231264" y="1818844"/>
            <a:ext cx="2798372" cy="923289"/>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pt-BR" sz="1800" b="1" i="0" u="none" strike="noStrike" kern="0" cap="none" spc="0" normalizeH="0" baseline="0" noProof="0" dirty="0">
                <a:ln>
                  <a:noFill/>
                </a:ln>
                <a:solidFill>
                  <a:srgbClr val="FFFFFF"/>
                </a:solidFill>
                <a:effectLst/>
                <a:uLnTx/>
                <a:uFillTx/>
                <a:latin typeface="Poppins" pitchFamily="2" charset="77"/>
                <a:ea typeface="Poppins SemiBold"/>
                <a:cs typeface="Poppins" pitchFamily="2" charset="77"/>
                <a:sym typeface="Poppins SemiBold"/>
              </a:rPr>
              <a:t>Integração com serviços externos e esteiras de entrega</a:t>
            </a:r>
          </a:p>
        </p:txBody>
      </p:sp>
    </p:spTree>
    <p:extLst>
      <p:ext uri="{BB962C8B-B14F-4D97-AF65-F5344CB8AC3E}">
        <p14:creationId xmlns:p14="http://schemas.microsoft.com/office/powerpoint/2010/main" val="1538381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sp>
        <p:nvSpPr>
          <p:cNvPr id="4" name="Espaço Reservado para Texto 7">
            <a:extLst>
              <a:ext uri="{FF2B5EF4-FFF2-40B4-BE49-F238E27FC236}">
                <a16:creationId xmlns:a16="http://schemas.microsoft.com/office/drawing/2014/main" id="{94495801-E3A7-5C9C-58B6-5A613616DE41}"/>
              </a:ext>
            </a:extLst>
          </p:cNvPr>
          <p:cNvSpPr>
            <a:spLocks noGrp="1"/>
          </p:cNvSpPr>
          <p:nvPr>
            <p:ph type="body" sz="quarter" idx="10"/>
          </p:nvPr>
        </p:nvSpPr>
        <p:spPr>
          <a:xfrm>
            <a:off x="2201863" y="2085975"/>
            <a:ext cx="5514781" cy="2096544"/>
          </a:xfrm>
          <a:prstGeom prst="rect">
            <a:avLst/>
          </a:prstGeom>
        </p:spPr>
        <p:txBody>
          <a:bodyPr/>
          <a:lstStyle>
            <a:lvl1pPr marL="342900" indent="-342900">
              <a:buClr>
                <a:schemeClr val="tx1"/>
              </a:buClr>
              <a:buFont typeface="Arial" panose="020B0604020202020204" pitchFamily="34" charset="0"/>
              <a:buChar char="•"/>
              <a:defRPr sz="2000">
                <a:latin typeface="Poppins" pitchFamily="2" charset="77"/>
                <a:cs typeface="Poppins" pitchFamily="2" charset="77"/>
              </a:defRPr>
            </a:lvl1pPr>
          </a:lstStyle>
          <a:p>
            <a:pPr lvl="0"/>
            <a:r>
              <a:rPr lang="pt-BR" dirty="0">
                <a:latin typeface="Poppins" panose="00000500000000000000" pitchFamily="2" charset="0"/>
                <a:cs typeface="Poppins" panose="00000500000000000000" pitchFamily="2" charset="0"/>
              </a:rPr>
              <a:t>Implementar autenticação com </a:t>
            </a:r>
            <a:r>
              <a:rPr lang="pt-BR" dirty="0" err="1">
                <a:latin typeface="Poppins" panose="00000500000000000000" pitchFamily="2" charset="0"/>
                <a:cs typeface="Poppins" panose="00000500000000000000" pitchFamily="2" charset="0"/>
              </a:rPr>
              <a:t>OAuth</a:t>
            </a:r>
            <a:r>
              <a:rPr lang="pt-BR" dirty="0">
                <a:latin typeface="Poppins" panose="00000500000000000000" pitchFamily="2" charset="0"/>
                <a:cs typeface="Poppins" panose="00000500000000000000" pitchFamily="2" charset="0"/>
              </a:rPr>
              <a:t> e JWT.</a:t>
            </a:r>
          </a:p>
        </p:txBody>
      </p:sp>
      <p:sp>
        <p:nvSpPr>
          <p:cNvPr id="5" name="Espaço Reservado para Texto 7">
            <a:extLst>
              <a:ext uri="{FF2B5EF4-FFF2-40B4-BE49-F238E27FC236}">
                <a16:creationId xmlns:a16="http://schemas.microsoft.com/office/drawing/2014/main" id="{8FE35C05-A6F9-5E57-F808-2709677248F1}"/>
              </a:ext>
            </a:extLst>
          </p:cNvPr>
          <p:cNvSpPr>
            <a:spLocks noGrp="1"/>
          </p:cNvSpPr>
          <p:nvPr>
            <p:ph type="body" sz="quarter" idx="11"/>
          </p:nvPr>
        </p:nvSpPr>
        <p:spPr>
          <a:xfrm>
            <a:off x="11201062" y="2033198"/>
            <a:ext cx="6067478" cy="2332938"/>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r>
              <a:rPr lang="pt-BR" dirty="0">
                <a:latin typeface="Poppins" panose="00000500000000000000" pitchFamily="2" charset="0"/>
                <a:cs typeface="Poppins" panose="00000500000000000000" pitchFamily="2" charset="0"/>
              </a:rPr>
              <a:t>Implementar integração com APIs </a:t>
            </a:r>
            <a:r>
              <a:rPr lang="pt-BR" dirty="0" err="1">
                <a:latin typeface="Poppins" panose="00000500000000000000" pitchFamily="2" charset="0"/>
                <a:cs typeface="Poppins" panose="00000500000000000000" pitchFamily="2" charset="0"/>
              </a:rPr>
              <a:t>RESTful</a:t>
            </a:r>
            <a:r>
              <a:rPr lang="pt-BR" dirty="0">
                <a:latin typeface="Poppins" panose="00000500000000000000" pitchFamily="2" charset="0"/>
                <a:cs typeface="Poppins" panose="00000500000000000000" pitchFamily="2" charset="0"/>
              </a:rPr>
              <a:t>.</a:t>
            </a:r>
          </a:p>
        </p:txBody>
      </p:sp>
      <p:sp>
        <p:nvSpPr>
          <p:cNvPr id="7" name="Espaço Reservado para Texto 7">
            <a:extLst>
              <a:ext uri="{FF2B5EF4-FFF2-40B4-BE49-F238E27FC236}">
                <a16:creationId xmlns:a16="http://schemas.microsoft.com/office/drawing/2014/main" id="{4A27C360-3186-313B-41E3-68A443FE4CA7}"/>
              </a:ext>
            </a:extLst>
          </p:cNvPr>
          <p:cNvSpPr>
            <a:spLocks noGrp="1"/>
          </p:cNvSpPr>
          <p:nvPr>
            <p:ph type="body" sz="quarter" idx="12"/>
          </p:nvPr>
        </p:nvSpPr>
        <p:spPr>
          <a:xfrm>
            <a:off x="11201062" y="5473994"/>
            <a:ext cx="5614977" cy="2385257"/>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r>
              <a:rPr lang="pt-BR" dirty="0">
                <a:latin typeface="Poppins" panose="00000500000000000000" pitchFamily="2" charset="0"/>
                <a:cs typeface="Poppins" panose="00000500000000000000" pitchFamily="2" charset="0"/>
              </a:rPr>
              <a:t>Desenvolver a curiosidade ao explorar APIs </a:t>
            </a:r>
            <a:r>
              <a:rPr lang="pt-BR" dirty="0" err="1">
                <a:latin typeface="Poppins" panose="00000500000000000000" pitchFamily="2" charset="0"/>
                <a:cs typeface="Poppins" panose="00000500000000000000" pitchFamily="2" charset="0"/>
              </a:rPr>
              <a:t>RESTful</a:t>
            </a:r>
            <a:r>
              <a:rPr lang="pt-BR" dirty="0">
                <a:latin typeface="Poppins" panose="00000500000000000000" pitchFamily="2" charset="0"/>
                <a:cs typeface="Poppins" panose="00000500000000000000" pitchFamily="2" charset="0"/>
              </a:rPr>
              <a:t>.</a:t>
            </a:r>
          </a:p>
        </p:txBody>
      </p:sp>
      <p:sp>
        <p:nvSpPr>
          <p:cNvPr id="8" name="Espaço Reservado para Texto 7">
            <a:extLst>
              <a:ext uri="{FF2B5EF4-FFF2-40B4-BE49-F238E27FC236}">
                <a16:creationId xmlns:a16="http://schemas.microsoft.com/office/drawing/2014/main" id="{92593807-EFAC-62C0-8555-5C60449109D8}"/>
              </a:ext>
            </a:extLst>
          </p:cNvPr>
          <p:cNvSpPr>
            <a:spLocks noGrp="1"/>
          </p:cNvSpPr>
          <p:nvPr>
            <p:ph type="body" sz="quarter" idx="13"/>
          </p:nvPr>
        </p:nvSpPr>
        <p:spPr>
          <a:xfrm>
            <a:off x="2165273" y="5143500"/>
            <a:ext cx="6067478" cy="1568360"/>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marL="285750" indent="-285750">
              <a:buFont typeface="Arial" panose="020B0604020202020204" pitchFamily="34" charset="0"/>
              <a:buChar char="•"/>
            </a:pPr>
            <a:r>
              <a:rPr lang="pt-BR" sz="2000" dirty="0">
                <a:latin typeface="Poppins" panose="00000500000000000000" pitchFamily="2" charset="0"/>
                <a:cs typeface="Poppins" panose="00000500000000000000" pitchFamily="2" charset="0"/>
              </a:rPr>
              <a:t>Recurso audiovisual para exibição de vídeos e imagens.</a:t>
            </a:r>
          </a:p>
          <a:p>
            <a:pPr marL="285750" indent="-285750">
              <a:buFont typeface="Arial" panose="020B0604020202020204" pitchFamily="34" charset="0"/>
              <a:buChar char="•"/>
            </a:pPr>
            <a:r>
              <a:rPr lang="pt-BR" sz="2000" dirty="0">
                <a:latin typeface="Poppins" panose="00000500000000000000" pitchFamily="2" charset="0"/>
                <a:cs typeface="Poppins" panose="00000500000000000000" pitchFamily="2" charset="0"/>
              </a:rPr>
              <a:t>Caderno, </a:t>
            </a:r>
            <a:r>
              <a:rPr lang="pt-BR" dirty="0">
                <a:latin typeface="Poppins" panose="00000500000000000000" pitchFamily="2" charset="0"/>
                <a:cs typeface="Poppins" panose="00000500000000000000" pitchFamily="2" charset="0"/>
              </a:rPr>
              <a:t>caneta.</a:t>
            </a:r>
          </a:p>
          <a:p>
            <a:pPr marL="285750" indent="-285750">
              <a:buFont typeface="Arial" panose="020B0604020202020204" pitchFamily="34" charset="0"/>
              <a:buChar char="•"/>
            </a:pPr>
            <a:r>
              <a:rPr lang="pt-BR" dirty="0">
                <a:latin typeface="Poppins" panose="00000500000000000000" pitchFamily="2" charset="0"/>
                <a:cs typeface="Poppins" panose="00000500000000000000" pitchFamily="2" charset="0"/>
              </a:rPr>
              <a:t>Laboratório de informática.</a:t>
            </a:r>
          </a:p>
          <a:p>
            <a:pPr marL="285750" indent="-285750">
              <a:buFont typeface="Arial" panose="020B0604020202020204" pitchFamily="34" charset="0"/>
              <a:buChar char="•"/>
            </a:pPr>
            <a:r>
              <a:rPr lang="pt-BR" dirty="0">
                <a:latin typeface="Poppins" panose="00000500000000000000" pitchFamily="2" charset="0"/>
                <a:cs typeface="Poppins" panose="00000500000000000000" pitchFamily="2" charset="0"/>
              </a:rPr>
              <a:t>Roteiro de Atividade Prática.</a:t>
            </a:r>
          </a:p>
        </p:txBody>
      </p:sp>
    </p:spTree>
    <p:extLst>
      <p:ext uri="{BB962C8B-B14F-4D97-AF65-F5344CB8AC3E}">
        <p14:creationId xmlns:p14="http://schemas.microsoft.com/office/powerpoint/2010/main" val="1945434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5" name="Espaço Reservado para Texto 3">
            <a:extLst>
              <a:ext uri="{FF2B5EF4-FFF2-40B4-BE49-F238E27FC236}">
                <a16:creationId xmlns:a16="http://schemas.microsoft.com/office/drawing/2014/main" id="{2DD4E05A-E94A-F4B8-D7CC-D4067915CCDC}"/>
              </a:ext>
            </a:extLst>
          </p:cNvPr>
          <p:cNvSpPr>
            <a:spLocks noGrp="1"/>
          </p:cNvSpPr>
          <p:nvPr>
            <p:ph type="body" idx="4294967295"/>
          </p:nvPr>
        </p:nvSpPr>
        <p:spPr>
          <a:xfrm>
            <a:off x="5397614" y="854028"/>
            <a:ext cx="12266550" cy="2045289"/>
          </a:xfrm>
          <a:prstGeom prst="rect">
            <a:avLst/>
          </a:prstGeom>
        </p:spPr>
        <p:txBody>
          <a:bodyPr>
            <a:noAutofit/>
          </a:bodyPr>
          <a:lstStyle/>
          <a:p>
            <a:pPr>
              <a:spcAft>
                <a:spcPts val="1800"/>
              </a:spcAft>
            </a:pPr>
            <a:r>
              <a:rPr lang="pt-BR" sz="2400" dirty="0">
                <a:latin typeface="Poppins" panose="00000500000000000000" pitchFamily="2" charset="0"/>
                <a:cs typeface="Poppins" panose="00000500000000000000" pitchFamily="2" charset="0"/>
              </a:rPr>
              <a:t>Na aula 1 da semana 21, vimos como implementar um sistema com serviços de autenticação baseados em </a:t>
            </a:r>
            <a:r>
              <a:rPr lang="pt-BR" sz="2400" dirty="0" err="1">
                <a:latin typeface="Poppins" panose="00000500000000000000" pitchFamily="2" charset="0"/>
                <a:cs typeface="Poppins" panose="00000500000000000000" pitchFamily="2" charset="0"/>
              </a:rPr>
              <a:t>OAuth</a:t>
            </a:r>
            <a:r>
              <a:rPr lang="pt-BR" sz="2400" dirty="0">
                <a:latin typeface="Poppins" panose="00000500000000000000" pitchFamily="2" charset="0"/>
                <a:cs typeface="Poppins" panose="00000500000000000000" pitchFamily="2" charset="0"/>
              </a:rPr>
              <a:t> e JWT, permitindo login seguro com contas de terceiros, como Google.</a:t>
            </a:r>
          </a:p>
          <a:p>
            <a:pPr>
              <a:spcAft>
                <a:spcPts val="1800"/>
              </a:spcAft>
            </a:pPr>
            <a:r>
              <a:rPr lang="pt-BR" sz="2400" dirty="0">
                <a:latin typeface="Poppins" panose="00000500000000000000" pitchFamily="2" charset="0"/>
                <a:cs typeface="Poppins" panose="00000500000000000000" pitchFamily="2" charset="0"/>
              </a:rPr>
              <a:t>Para integrar o Google </a:t>
            </a:r>
            <a:r>
              <a:rPr lang="pt-BR" sz="2400" dirty="0" err="1">
                <a:latin typeface="Poppins" panose="00000500000000000000" pitchFamily="2" charset="0"/>
                <a:cs typeface="Poppins" panose="00000500000000000000" pitchFamily="2" charset="0"/>
              </a:rPr>
              <a:t>OAuth</a:t>
            </a:r>
            <a:r>
              <a:rPr lang="pt-BR" sz="2400" dirty="0">
                <a:latin typeface="Poppins" panose="00000500000000000000" pitchFamily="2" charset="0"/>
                <a:cs typeface="Poppins" panose="00000500000000000000" pitchFamily="2" charset="0"/>
              </a:rPr>
              <a:t>, precisamos configurar um projeto no Google Cloud Console.</a:t>
            </a:r>
          </a:p>
        </p:txBody>
      </p:sp>
      <p:pic>
        <p:nvPicPr>
          <p:cNvPr id="1032" name="Picture 8">
            <a:extLst>
              <a:ext uri="{FF2B5EF4-FFF2-40B4-BE49-F238E27FC236}">
                <a16:creationId xmlns:a16="http://schemas.microsoft.com/office/drawing/2014/main" id="{DE677137-9EFE-4B43-E532-5EF21A1D7C37}"/>
              </a:ext>
            </a:extLst>
          </p:cNvPr>
          <p:cNvPicPr>
            <a:picLocks noChangeAspect="1" noChangeArrowheads="1"/>
          </p:cNvPicPr>
          <p:nvPr/>
        </p:nvPicPr>
        <p:blipFill>
          <a:blip r:embed="rId3"/>
          <a:srcRect/>
          <a:stretch/>
        </p:blipFill>
        <p:spPr bwMode="auto">
          <a:xfrm>
            <a:off x="6289165" y="3614201"/>
            <a:ext cx="9752282" cy="5572125"/>
          </a:xfrm>
          <a:prstGeom prst="rect">
            <a:avLst/>
          </a:prstGeom>
          <a:noFill/>
          <a:extLst>
            <a:ext uri="{909E8E84-426E-40DD-AFC4-6F175D3DCCD1}">
              <a14:hiddenFill xmlns:a14="http://schemas.microsoft.com/office/drawing/2010/main">
                <a:solidFill>
                  <a:srgbClr val="FFFFFF"/>
                </a:solidFill>
              </a14:hiddenFill>
            </a:ext>
          </a:extLst>
        </p:spPr>
      </p:pic>
      <p:sp>
        <p:nvSpPr>
          <p:cNvPr id="2" name="CaixaDeTexto 1">
            <a:extLst>
              <a:ext uri="{FF2B5EF4-FFF2-40B4-BE49-F238E27FC236}">
                <a16:creationId xmlns:a16="http://schemas.microsoft.com/office/drawing/2014/main" id="{6B69E055-D1B8-1082-5165-F64E961C1267}"/>
              </a:ext>
            </a:extLst>
          </p:cNvPr>
          <p:cNvSpPr txBox="1"/>
          <p:nvPr/>
        </p:nvSpPr>
        <p:spPr>
          <a:xfrm>
            <a:off x="6289165" y="9408390"/>
            <a:ext cx="3434697" cy="492819"/>
          </a:xfrm>
          <a:prstGeom prst="rect">
            <a:avLst/>
          </a:prstGeom>
          <a:noFill/>
          <a:ln>
            <a:noFill/>
          </a:ln>
        </p:spPr>
        <p:txBody>
          <a:bodyPr spcFirstLastPara="1" wrap="none" lIns="91425" tIns="45700" rIns="91425" bIns="45700" rtlCol="0" anchor="t" anchorCtr="0">
            <a:noAutofit/>
          </a:bodyPr>
          <a:lstStyle/>
          <a:p>
            <a:r>
              <a:rPr lang="pt-BR" dirty="0">
                <a:latin typeface="Poppins" panose="00000500000000000000" pitchFamily="2" charset="0"/>
                <a:cs typeface="Poppins" panose="00000500000000000000" pitchFamily="2" charset="0"/>
              </a:rPr>
              <a:t>© Getty Images</a:t>
            </a:r>
            <a:endParaRPr lang="pt-PT"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466754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FCC2B-55D4-F928-8A18-320E13D4F8D2}"/>
            </a:ext>
          </a:extLst>
        </p:cNvPr>
        <p:cNvGrpSpPr/>
        <p:nvPr/>
      </p:nvGrpSpPr>
      <p:grpSpPr>
        <a:xfrm>
          <a:off x="0" y="0"/>
          <a:ext cx="0" cy="0"/>
          <a:chOff x="0" y="0"/>
          <a:chExt cx="0" cy="0"/>
        </a:xfrm>
      </p:grpSpPr>
      <p:sp>
        <p:nvSpPr>
          <p:cNvPr id="13" name="Google Shape;1317;p91">
            <a:extLst>
              <a:ext uri="{FF2B5EF4-FFF2-40B4-BE49-F238E27FC236}">
                <a16:creationId xmlns:a16="http://schemas.microsoft.com/office/drawing/2014/main" id="{DBF32104-72A1-A96D-66E5-7C662D180873}"/>
              </a:ext>
            </a:extLst>
          </p:cNvPr>
          <p:cNvSpPr txBox="1"/>
          <p:nvPr/>
        </p:nvSpPr>
        <p:spPr>
          <a:xfrm>
            <a:off x="4858088" y="4452673"/>
            <a:ext cx="5200314" cy="1708120"/>
          </a:xfrm>
          <a:prstGeom prst="rect">
            <a:avLst/>
          </a:prstGeom>
          <a:noFill/>
          <a:ln>
            <a:noFill/>
          </a:ln>
        </p:spPr>
        <p:txBody>
          <a:bodyPr spcFirstLastPara="1" wrap="square" lIns="91425" tIns="45700" rIns="91425" bIns="45700" anchor="t" anchorCtr="0">
            <a:spAutoFit/>
          </a:bodyPr>
          <a:lstStyle/>
          <a:p>
            <a:pPr marL="342900" marR="0" lvl="0" indent="-342900" algn="l" defTabSz="914400" rtl="0" eaLnBrk="1" fontAlgn="auto" latinLnBrk="0" hangingPunct="1">
              <a:lnSpc>
                <a:spcPct val="150000"/>
              </a:lnSpc>
              <a:spcBef>
                <a:spcPts val="600"/>
              </a:spcBef>
              <a:spcAft>
                <a:spcPts val="0"/>
              </a:spcAft>
              <a:buClr>
                <a:srgbClr val="000000"/>
              </a:buClr>
              <a:buSzPct val="100000"/>
              <a:buFont typeface="Arial"/>
              <a:buChar char="•"/>
              <a:tabLst/>
              <a:defRPr/>
            </a:pPr>
            <a:r>
              <a:rPr kumimoji="0" lang="pt-BR" sz="2000" b="0" i="0" u="none" strike="noStrike" kern="0" cap="none" spc="0" normalizeH="0" baseline="0" noProof="0" dirty="0">
                <a:ln>
                  <a:noFill/>
                </a:ln>
                <a:solidFill>
                  <a:srgbClr val="000000"/>
                </a:solidFill>
                <a:effectLst/>
                <a:uLnTx/>
                <a:uFillTx/>
                <a:latin typeface="Poppins" pitchFamily="2" charset="77"/>
                <a:ea typeface="Poppins Light"/>
                <a:cs typeface="Poppins" pitchFamily="2" charset="77"/>
                <a:sym typeface="Poppins Light"/>
              </a:rPr>
              <a:t>Computador com internet.</a:t>
            </a:r>
          </a:p>
          <a:p>
            <a:pPr marL="342900" marR="0" lvl="0" indent="-342900" algn="l" defTabSz="914400" rtl="0" eaLnBrk="1" fontAlgn="auto" latinLnBrk="0" hangingPunct="1">
              <a:lnSpc>
                <a:spcPct val="150000"/>
              </a:lnSpc>
              <a:spcBef>
                <a:spcPts val="600"/>
              </a:spcBef>
              <a:spcAft>
                <a:spcPts val="0"/>
              </a:spcAft>
              <a:buClr>
                <a:srgbClr val="000000"/>
              </a:buClr>
              <a:buSzPct val="100000"/>
              <a:buFont typeface="Arial"/>
              <a:buChar char="•"/>
              <a:tabLst/>
              <a:defRPr/>
            </a:pPr>
            <a:r>
              <a:rPr kumimoji="0" lang="pt-BR" sz="2000" b="0" i="0" u="none" strike="noStrike" kern="0" cap="none" spc="0" normalizeH="0" baseline="0" noProof="0" dirty="0">
                <a:ln>
                  <a:noFill/>
                </a:ln>
                <a:solidFill>
                  <a:srgbClr val="000000"/>
                </a:solidFill>
                <a:effectLst/>
                <a:uLnTx/>
                <a:uFillTx/>
                <a:latin typeface="Poppins" pitchFamily="2" charset="77"/>
                <a:ea typeface="Poppins Light"/>
                <a:cs typeface="Poppins" pitchFamily="2" charset="77"/>
                <a:sym typeface="Poppins Light"/>
              </a:rPr>
              <a:t>Caderno para anotações.</a:t>
            </a:r>
          </a:p>
          <a:p>
            <a:pPr marL="342900" marR="0" lvl="0" indent="-342900" algn="l" defTabSz="914400" rtl="0" eaLnBrk="1" fontAlgn="auto" latinLnBrk="0" hangingPunct="1">
              <a:lnSpc>
                <a:spcPct val="150000"/>
              </a:lnSpc>
              <a:spcBef>
                <a:spcPts val="600"/>
              </a:spcBef>
              <a:spcAft>
                <a:spcPts val="0"/>
              </a:spcAft>
              <a:buClr>
                <a:srgbClr val="000000"/>
              </a:buClr>
              <a:buSzPct val="100000"/>
              <a:buFont typeface="Arial"/>
              <a:buChar char="•"/>
              <a:tabLst/>
              <a:defRPr/>
            </a:pPr>
            <a:r>
              <a:rPr lang="pt-BR" sz="2000" dirty="0">
                <a:latin typeface="Poppins" pitchFamily="2" charset="77"/>
                <a:ea typeface="Poppins Light"/>
                <a:cs typeface="Poppins" pitchFamily="2" charset="77"/>
                <a:sym typeface="Poppins Light"/>
              </a:rPr>
              <a:t>C</a:t>
            </a:r>
            <a:r>
              <a:rPr kumimoji="0" lang="pt-BR" sz="2000" b="0" i="0" u="none" strike="noStrike" kern="0" cap="none" spc="0" normalizeH="0" baseline="0" noProof="0" dirty="0" err="1">
                <a:ln>
                  <a:noFill/>
                </a:ln>
                <a:solidFill>
                  <a:srgbClr val="000000"/>
                </a:solidFill>
                <a:effectLst/>
                <a:uLnTx/>
                <a:uFillTx/>
                <a:latin typeface="Poppins" pitchFamily="2" charset="77"/>
                <a:ea typeface="Poppins Light"/>
                <a:cs typeface="Poppins" pitchFamily="2" charset="77"/>
                <a:sym typeface="Poppins Light"/>
              </a:rPr>
              <a:t>aneta</a:t>
            </a:r>
            <a:r>
              <a:rPr kumimoji="0" lang="pt-BR" sz="2000" b="0" i="0" u="none" strike="noStrike" kern="0" cap="none" spc="0" normalizeH="0" baseline="0" noProof="0" dirty="0">
                <a:ln>
                  <a:noFill/>
                </a:ln>
                <a:solidFill>
                  <a:srgbClr val="000000"/>
                </a:solidFill>
                <a:effectLst/>
                <a:uLnTx/>
                <a:uFillTx/>
                <a:latin typeface="Poppins" pitchFamily="2" charset="77"/>
                <a:ea typeface="Poppins Light"/>
                <a:cs typeface="Poppins" pitchFamily="2" charset="77"/>
                <a:sym typeface="Poppins Light"/>
              </a:rPr>
              <a:t>.</a:t>
            </a:r>
          </a:p>
        </p:txBody>
      </p:sp>
      <p:sp>
        <p:nvSpPr>
          <p:cNvPr id="14" name="Google Shape;1318;p91">
            <a:extLst>
              <a:ext uri="{FF2B5EF4-FFF2-40B4-BE49-F238E27FC236}">
                <a16:creationId xmlns:a16="http://schemas.microsoft.com/office/drawing/2014/main" id="{CC3E5EE3-D61F-3582-806F-61EF3CE541FA}"/>
              </a:ext>
            </a:extLst>
          </p:cNvPr>
          <p:cNvSpPr txBox="1"/>
          <p:nvPr/>
        </p:nvSpPr>
        <p:spPr>
          <a:xfrm>
            <a:off x="11056209" y="4452673"/>
            <a:ext cx="5627582" cy="3170058"/>
          </a:xfrm>
          <a:prstGeom prst="rect">
            <a:avLst/>
          </a:prstGeom>
          <a:noFill/>
          <a:ln>
            <a:noFill/>
          </a:ln>
        </p:spPr>
        <p:txBody>
          <a:bodyPr spcFirstLastPara="1" wrap="square" lIns="91425" tIns="45700" rIns="91425" bIns="45700" anchor="t" anchorCtr="0">
            <a:spAutoFit/>
          </a:bodyPr>
          <a:lstStyle/>
          <a:p>
            <a:pPr marL="457200" marR="0" lvl="0" indent="-457200" algn="l" defTabSz="914400" rtl="0" eaLnBrk="1" fontAlgn="auto" latinLnBrk="0" hangingPunct="1">
              <a:lnSpc>
                <a:spcPct val="100000"/>
              </a:lnSpc>
              <a:spcBef>
                <a:spcPts val="0"/>
              </a:spcBef>
              <a:spcAft>
                <a:spcPts val="0"/>
              </a:spcAft>
              <a:buClr>
                <a:srgbClr val="000000"/>
              </a:buClr>
              <a:buSzPct val="100000"/>
              <a:buFont typeface="Arial"/>
              <a:buAutoNum type="arabicPeriod"/>
              <a:tabLst/>
              <a:defRPr/>
            </a:pPr>
            <a:r>
              <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rPr>
              <a:t>Leiam com atenção cada uma das ações propostas no documento.​</a:t>
            </a:r>
          </a:p>
          <a:p>
            <a:pPr marL="457200" marR="0" lvl="0" indent="-457200" algn="l" defTabSz="914400" rtl="0" eaLnBrk="1" fontAlgn="auto" latinLnBrk="0" hangingPunct="1">
              <a:lnSpc>
                <a:spcPct val="100000"/>
              </a:lnSpc>
              <a:spcBef>
                <a:spcPts val="0"/>
              </a:spcBef>
              <a:spcAft>
                <a:spcPts val="0"/>
              </a:spcAft>
              <a:buClr>
                <a:srgbClr val="000000"/>
              </a:buClr>
              <a:buSzPct val="100000"/>
              <a:buFont typeface="Arial"/>
              <a:buAutoNum type="arabicPeriod"/>
              <a:tabLst/>
              <a:defRPr/>
            </a:pPr>
            <a:endPar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endParaRPr>
          </a:p>
          <a:p>
            <a:pPr marL="457200" marR="0" lvl="0" indent="-457200" algn="l" defTabSz="914400" rtl="0" eaLnBrk="1" fontAlgn="auto" latinLnBrk="0" hangingPunct="1">
              <a:lnSpc>
                <a:spcPct val="100000"/>
              </a:lnSpc>
              <a:spcBef>
                <a:spcPts val="0"/>
              </a:spcBef>
              <a:spcAft>
                <a:spcPts val="0"/>
              </a:spcAft>
              <a:buClr>
                <a:srgbClr val="000000"/>
              </a:buClr>
              <a:buSzPct val="100000"/>
              <a:buFont typeface="Arial"/>
              <a:buAutoNum type="arabicPeriod"/>
              <a:tabLst/>
              <a:defRPr/>
            </a:pPr>
            <a:r>
              <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rPr>
              <a:t>Antes de iniciar, realizem esboços no papel para definir a intenção e o resultado.​</a:t>
            </a:r>
          </a:p>
          <a:p>
            <a:pPr marL="457200" marR="0" lvl="0" indent="-457200" algn="l" defTabSz="914400" rtl="0" eaLnBrk="1" fontAlgn="auto" latinLnBrk="0" hangingPunct="1">
              <a:lnSpc>
                <a:spcPct val="100000"/>
              </a:lnSpc>
              <a:spcBef>
                <a:spcPts val="0"/>
              </a:spcBef>
              <a:spcAft>
                <a:spcPts val="0"/>
              </a:spcAft>
              <a:buClr>
                <a:srgbClr val="000000"/>
              </a:buClr>
              <a:buSzPct val="100000"/>
              <a:buFont typeface="Arial"/>
              <a:buAutoNum type="arabicPeriod"/>
              <a:tabLst/>
              <a:defRPr/>
            </a:pPr>
            <a:endPar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endParaRPr>
          </a:p>
          <a:p>
            <a:pPr marL="457200" marR="0" lvl="0" indent="-457200" algn="l" defTabSz="914400" rtl="0" eaLnBrk="1" fontAlgn="auto" latinLnBrk="0" hangingPunct="1">
              <a:lnSpc>
                <a:spcPct val="100000"/>
              </a:lnSpc>
              <a:spcBef>
                <a:spcPts val="0"/>
              </a:spcBef>
              <a:spcAft>
                <a:spcPts val="0"/>
              </a:spcAft>
              <a:buClr>
                <a:srgbClr val="000000"/>
              </a:buClr>
              <a:buSzPct val="100000"/>
              <a:buFont typeface="Arial"/>
              <a:buAutoNum type="arabicPeriod"/>
              <a:tabLst/>
              <a:defRPr/>
            </a:pPr>
            <a:r>
              <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rPr>
              <a:t>Utilizem as ferramentas de desenvolvimento disponíveis para a atividade.</a:t>
            </a:r>
          </a:p>
        </p:txBody>
      </p:sp>
      <p:sp>
        <p:nvSpPr>
          <p:cNvPr id="22" name="Espaço Reservado para Texto 42">
            <a:extLst>
              <a:ext uri="{FF2B5EF4-FFF2-40B4-BE49-F238E27FC236}">
                <a16:creationId xmlns:a16="http://schemas.microsoft.com/office/drawing/2014/main" id="{A4DB7A62-3DE1-5631-6300-6683282AAE17}"/>
              </a:ext>
            </a:extLst>
          </p:cNvPr>
          <p:cNvSpPr>
            <a:spLocks noGrp="1"/>
          </p:cNvSpPr>
          <p:nvPr>
            <p:ph type="body" sz="quarter" idx="10"/>
          </p:nvPr>
        </p:nvSpPr>
        <p:spPr>
          <a:xfrm>
            <a:off x="4286884" y="531693"/>
            <a:ext cx="13134337" cy="1364014"/>
          </a:xfrm>
          <a:prstGeom prst="rect">
            <a:avLst/>
          </a:prstGeom>
        </p:spPr>
        <p:txBody>
          <a:bodyPr/>
          <a:lstStyle/>
          <a:p>
            <a:r>
              <a:rPr lang="pt-BR" sz="4500" b="1" dirty="0">
                <a:solidFill>
                  <a:srgbClr val="FF161F"/>
                </a:solidFill>
                <a:latin typeface="Poppins" panose="00000500000000000000" pitchFamily="2" charset="0"/>
                <a:cs typeface="Poppins" panose="00000500000000000000" pitchFamily="2" charset="0"/>
              </a:rPr>
              <a:t>Analisando a </a:t>
            </a:r>
            <a:r>
              <a:rPr lang="pt-BR" sz="4500" b="1" dirty="0">
                <a:solidFill>
                  <a:srgbClr val="FF161F"/>
                </a:solidFill>
                <a:latin typeface="Poppins" pitchFamily="2" charset="77"/>
                <a:cs typeface="Poppins" pitchFamily="2" charset="77"/>
              </a:rPr>
              <a:t>integração de serviços de autenticação em uma aplicação front-</a:t>
            </a:r>
            <a:r>
              <a:rPr lang="pt-BR" sz="4500" b="1" dirty="0" err="1">
                <a:solidFill>
                  <a:srgbClr val="FF161F"/>
                </a:solidFill>
                <a:latin typeface="Poppins" pitchFamily="2" charset="77"/>
                <a:cs typeface="Poppins" pitchFamily="2" charset="77"/>
              </a:rPr>
              <a:t>end</a:t>
            </a:r>
            <a:endParaRPr lang="pt-BR" sz="4500" b="1" dirty="0">
              <a:solidFill>
                <a:srgbClr val="FF161F"/>
              </a:solidFill>
              <a:latin typeface="Poppins" pitchFamily="2" charset="77"/>
              <a:cs typeface="Poppins" pitchFamily="2" charset="77"/>
            </a:endParaRPr>
          </a:p>
          <a:p>
            <a:pPr lvl="0"/>
            <a:endParaRPr lang="pt-BR" sz="4500" b="1" dirty="0">
              <a:solidFill>
                <a:srgbClr val="FF161F"/>
              </a:solidFill>
              <a:latin typeface="Poppins" pitchFamily="2" charset="77"/>
              <a:cs typeface="Poppins" pitchFamily="2" charset="77"/>
            </a:endParaRPr>
          </a:p>
        </p:txBody>
      </p:sp>
      <p:sp>
        <p:nvSpPr>
          <p:cNvPr id="23" name="Espaço Reservado para Texto 42">
            <a:extLst>
              <a:ext uri="{FF2B5EF4-FFF2-40B4-BE49-F238E27FC236}">
                <a16:creationId xmlns:a16="http://schemas.microsoft.com/office/drawing/2014/main" id="{4095C2B5-78B9-9B1E-DDBC-3A909F4A4036}"/>
              </a:ext>
            </a:extLst>
          </p:cNvPr>
          <p:cNvSpPr>
            <a:spLocks noGrp="1"/>
          </p:cNvSpPr>
          <p:nvPr>
            <p:ph type="body" sz="quarter" idx="11"/>
          </p:nvPr>
        </p:nvSpPr>
        <p:spPr>
          <a:xfrm>
            <a:off x="676301" y="4659819"/>
            <a:ext cx="3427347" cy="1618857"/>
          </a:xfrm>
          <a:prstGeom prst="rect">
            <a:avLst/>
          </a:prstGeom>
        </p:spPr>
        <p:txBody>
          <a:bodyPr/>
          <a:lstStyle/>
          <a:p>
            <a:pPr lvl="0"/>
            <a:r>
              <a:rPr lang="pt-BR" sz="2000" dirty="0">
                <a:latin typeface="Poppins" pitchFamily="2" charset="77"/>
                <a:cs typeface="Poppins" pitchFamily="2" charset="77"/>
              </a:rPr>
              <a:t>Analisando a integração de serviços de autenticação em uma aplicação front-</a:t>
            </a:r>
            <a:r>
              <a:rPr lang="pt-BR" sz="2000" dirty="0" err="1">
                <a:latin typeface="Poppins" pitchFamily="2" charset="77"/>
                <a:cs typeface="Poppins" pitchFamily="2" charset="77"/>
              </a:rPr>
              <a:t>end</a:t>
            </a:r>
            <a:endParaRPr lang="pt-BR" sz="2000" dirty="0">
              <a:latin typeface="Poppins" pitchFamily="2" charset="77"/>
              <a:cs typeface="Poppins" pitchFamily="2" charset="77"/>
            </a:endParaRPr>
          </a:p>
        </p:txBody>
      </p:sp>
      <p:sp>
        <p:nvSpPr>
          <p:cNvPr id="24" name="Espaço Reservado para Texto 42">
            <a:extLst>
              <a:ext uri="{FF2B5EF4-FFF2-40B4-BE49-F238E27FC236}">
                <a16:creationId xmlns:a16="http://schemas.microsoft.com/office/drawing/2014/main" id="{E75B7237-12EA-DAB3-2135-9024495FFC86}"/>
              </a:ext>
            </a:extLst>
          </p:cNvPr>
          <p:cNvSpPr>
            <a:spLocks noGrp="1"/>
          </p:cNvSpPr>
          <p:nvPr>
            <p:ph type="body" sz="quarter" idx="12"/>
          </p:nvPr>
        </p:nvSpPr>
        <p:spPr>
          <a:xfrm>
            <a:off x="1327882" y="6861203"/>
            <a:ext cx="2378590" cy="642937"/>
          </a:xfrm>
          <a:prstGeom prst="rect">
            <a:avLst/>
          </a:prstGeom>
        </p:spPr>
        <p:txBody>
          <a:bodyPr/>
          <a:lstStyle/>
          <a:p>
            <a:pPr lvl="0"/>
            <a:r>
              <a:rPr lang="pt-BR" sz="1800" b="1">
                <a:latin typeface="Poppins" pitchFamily="2" charset="77"/>
                <a:cs typeface="Poppins" pitchFamily="2" charset="77"/>
              </a:rPr>
              <a:t>41 minutos</a:t>
            </a:r>
          </a:p>
        </p:txBody>
      </p:sp>
      <p:pic>
        <p:nvPicPr>
          <p:cNvPr id="5" name="Google Shape;578;p38">
            <a:extLst>
              <a:ext uri="{FF2B5EF4-FFF2-40B4-BE49-F238E27FC236}">
                <a16:creationId xmlns:a16="http://schemas.microsoft.com/office/drawing/2014/main" id="{D0BA13D9-9E46-2375-B715-9D5E26AFB786}"/>
              </a:ext>
            </a:extLst>
          </p:cNvPr>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676302" y="6785060"/>
            <a:ext cx="457727" cy="457727"/>
          </a:xfrm>
          <a:prstGeom prst="rect">
            <a:avLst/>
          </a:prstGeom>
          <a:noFill/>
          <a:ln>
            <a:noFill/>
          </a:ln>
        </p:spPr>
      </p:pic>
      <p:sp>
        <p:nvSpPr>
          <p:cNvPr id="7" name="Espaço Reservado para Texto 42">
            <a:extLst>
              <a:ext uri="{FF2B5EF4-FFF2-40B4-BE49-F238E27FC236}">
                <a16:creationId xmlns:a16="http://schemas.microsoft.com/office/drawing/2014/main" id="{5FB20956-3188-B34B-A0C2-117E808B93C1}"/>
              </a:ext>
            </a:extLst>
          </p:cNvPr>
          <p:cNvSpPr txBox="1">
            <a:spLocks/>
          </p:cNvSpPr>
          <p:nvPr/>
        </p:nvSpPr>
        <p:spPr>
          <a:xfrm>
            <a:off x="1310947" y="7783841"/>
            <a:ext cx="2378590" cy="64293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1800" b="1" i="0" u="none" strike="noStrike" kern="0" cap="none" spc="0" normalizeH="0" baseline="0" noProof="0">
                <a:ln>
                  <a:noFill/>
                </a:ln>
                <a:solidFill>
                  <a:srgbClr val="000000"/>
                </a:solidFill>
                <a:effectLst/>
                <a:uLnTx/>
                <a:uFillTx/>
                <a:latin typeface="Poppins" pitchFamily="2" charset="77"/>
                <a:cs typeface="Poppins" pitchFamily="2" charset="77"/>
                <a:sym typeface="Arial"/>
              </a:rPr>
              <a:t>Em dupla</a:t>
            </a:r>
          </a:p>
        </p:txBody>
      </p:sp>
      <p:pic>
        <p:nvPicPr>
          <p:cNvPr id="8" name="Gráfico 7">
            <a:extLst>
              <a:ext uri="{FF2B5EF4-FFF2-40B4-BE49-F238E27FC236}">
                <a16:creationId xmlns:a16="http://schemas.microsoft.com/office/drawing/2014/main" id="{B4254CF6-EC58-CD10-C68B-F735781DF2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7350" y="7749170"/>
            <a:ext cx="504825" cy="457200"/>
          </a:xfrm>
          <a:prstGeom prst="rect">
            <a:avLst/>
          </a:prstGeom>
        </p:spPr>
      </p:pic>
      <p:sp>
        <p:nvSpPr>
          <p:cNvPr id="6" name="Google Shape;812;p61">
            <a:extLst>
              <a:ext uri="{FF2B5EF4-FFF2-40B4-BE49-F238E27FC236}">
                <a16:creationId xmlns:a16="http://schemas.microsoft.com/office/drawing/2014/main" id="{579C12CB-CCC1-D30C-1898-460E7C9E85F0}"/>
              </a:ext>
            </a:extLst>
          </p:cNvPr>
          <p:cNvSpPr/>
          <p:nvPr/>
        </p:nvSpPr>
        <p:spPr>
          <a:xfrm flipH="1">
            <a:off x="17208697" y="0"/>
            <a:ext cx="1079303" cy="1077425"/>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9" name="Gráfico 8">
            <a:extLst>
              <a:ext uri="{FF2B5EF4-FFF2-40B4-BE49-F238E27FC236}">
                <a16:creationId xmlns:a16="http://schemas.microsoft.com/office/drawing/2014/main" id="{7CB6D861-D375-13D9-E931-11B65C731A5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7527659" y="368881"/>
            <a:ext cx="653903" cy="585071"/>
          </a:xfrm>
          <a:prstGeom prst="rect">
            <a:avLst/>
          </a:prstGeom>
        </p:spPr>
      </p:pic>
      <p:sp>
        <p:nvSpPr>
          <p:cNvPr id="10" name="Google Shape;833;p62">
            <a:extLst>
              <a:ext uri="{FF2B5EF4-FFF2-40B4-BE49-F238E27FC236}">
                <a16:creationId xmlns:a16="http://schemas.microsoft.com/office/drawing/2014/main" id="{F23FD6EC-6251-CF8A-2932-B0C19EA49883}"/>
              </a:ext>
            </a:extLst>
          </p:cNvPr>
          <p:cNvSpPr txBox="1"/>
          <p:nvPr/>
        </p:nvSpPr>
        <p:spPr>
          <a:xfrm>
            <a:off x="17204671" y="-1417"/>
            <a:ext cx="1082575" cy="298085"/>
          </a:xfrm>
          <a:prstGeom prst="rect">
            <a:avLst/>
          </a:prstGeom>
          <a:noFill/>
          <a:ln>
            <a:noFill/>
          </a:ln>
        </p:spPr>
        <p:txBody>
          <a:bodyPr spcFirstLastPara="1" wrap="square" lIns="91425" tIns="45700" rIns="91425" bIns="45700" anchor="t" anchorCtr="0">
            <a:noAutofit/>
          </a:bodyPr>
          <a:lstStyle/>
          <a:p>
            <a:pPr marL="0" marR="0" lvl="0" indent="0" algn="ctr" rtl="0">
              <a:lnSpc>
                <a:spcPct val="107000"/>
              </a:lnSpc>
              <a:spcBef>
                <a:spcPts val="0"/>
              </a:spcBef>
              <a:spcAft>
                <a:spcPts val="0"/>
              </a:spcAft>
              <a:buClr>
                <a:srgbClr val="000000"/>
              </a:buClr>
              <a:buSzPts val="2700"/>
              <a:buFont typeface="Arial"/>
              <a:buNone/>
            </a:pPr>
            <a:r>
              <a:rPr lang="pt-BR" b="1" i="0" u="none" strike="noStrike" cap="none">
                <a:solidFill>
                  <a:schemeClr val="lt1"/>
                </a:solidFill>
                <a:latin typeface="Poppins" panose="00000500000000000000" pitchFamily="2" charset="0"/>
                <a:ea typeface="Poppins"/>
                <a:cs typeface="Poppins" panose="00000500000000000000" pitchFamily="2" charset="0"/>
                <a:sym typeface="Poppins"/>
              </a:rPr>
              <a:t>Registro</a:t>
            </a:r>
            <a:endParaRPr sz="1200">
              <a:latin typeface="Poppins" panose="00000500000000000000" pitchFamily="2" charset="0"/>
              <a:cs typeface="Poppins" panose="00000500000000000000" pitchFamily="2" charset="0"/>
            </a:endParaRPr>
          </a:p>
          <a:p>
            <a:pPr marL="0" marR="0" lvl="0" indent="0" algn="r" rtl="0">
              <a:lnSpc>
                <a:spcPct val="107000"/>
              </a:lnSpc>
              <a:spcBef>
                <a:spcPts val="1073"/>
              </a:spcBef>
              <a:spcAft>
                <a:spcPts val="0"/>
              </a:spcAft>
              <a:buClr>
                <a:srgbClr val="000000"/>
              </a:buClr>
              <a:buSzPts val="2700"/>
              <a:buFont typeface="Arial"/>
              <a:buNone/>
            </a:pPr>
            <a:endParaRPr sz="2000" b="0" i="0" u="none" strike="noStrike" cap="none">
              <a:solidFill>
                <a:schemeClr val="lt1"/>
              </a:solidFill>
              <a:latin typeface="Poppins" panose="00000500000000000000" pitchFamily="2" charset="0"/>
              <a:ea typeface="Poppins Light"/>
              <a:cs typeface="Poppins" panose="00000500000000000000" pitchFamily="2" charset="0"/>
              <a:sym typeface="Poppins Light"/>
            </a:endParaRPr>
          </a:p>
        </p:txBody>
      </p:sp>
      <p:pic>
        <p:nvPicPr>
          <p:cNvPr id="11" name="Gráfico 10">
            <a:extLst>
              <a:ext uri="{FF2B5EF4-FFF2-40B4-BE49-F238E27FC236}">
                <a16:creationId xmlns:a16="http://schemas.microsoft.com/office/drawing/2014/main" id="{7BBB843F-D04A-36F5-D472-1339BA3CA02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97571" y="8638907"/>
            <a:ext cx="463796" cy="404861"/>
          </a:xfrm>
          <a:prstGeom prst="rect">
            <a:avLst/>
          </a:prstGeom>
        </p:spPr>
      </p:pic>
      <p:sp>
        <p:nvSpPr>
          <p:cNvPr id="12" name="CaixaDeTexto 11">
            <a:extLst>
              <a:ext uri="{FF2B5EF4-FFF2-40B4-BE49-F238E27FC236}">
                <a16:creationId xmlns:a16="http://schemas.microsoft.com/office/drawing/2014/main" id="{6A1A9D6C-38F9-E786-1F9C-DF1D2F8621A4}"/>
              </a:ext>
            </a:extLst>
          </p:cNvPr>
          <p:cNvSpPr txBox="1"/>
          <p:nvPr/>
        </p:nvSpPr>
        <p:spPr>
          <a:xfrm>
            <a:off x="1323319" y="8706218"/>
            <a:ext cx="2947598" cy="914400"/>
          </a:xfrm>
          <a:prstGeom prst="rect">
            <a:avLst/>
          </a:prstGeom>
          <a:noFill/>
          <a:ln>
            <a:noFill/>
          </a:ln>
        </p:spPr>
        <p:txBody>
          <a:bodyPr spcFirstLastPara="1" wrap="none" lIns="91425" tIns="45700" rIns="91425" bIns="45700" rtlCol="0" anchor="t" anchorCtr="0">
            <a:normAutofit/>
          </a:bodyPr>
          <a:lstStyle/>
          <a:p>
            <a:pPr algn="l"/>
            <a:r>
              <a:rPr lang="pt-BR" sz="1800" b="1">
                <a:latin typeface="Poppins" panose="00000500000000000000" pitchFamily="2" charset="0"/>
                <a:cs typeface="Poppins" panose="00000500000000000000" pitchFamily="2" charset="0"/>
              </a:rPr>
              <a:t>Relatório </a:t>
            </a:r>
          </a:p>
        </p:txBody>
      </p:sp>
    </p:spTree>
    <p:extLst>
      <p:ext uri="{BB962C8B-B14F-4D97-AF65-F5344CB8AC3E}">
        <p14:creationId xmlns:p14="http://schemas.microsoft.com/office/powerpoint/2010/main" val="17013424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25">
          <a:extLst>
            <a:ext uri="{FF2B5EF4-FFF2-40B4-BE49-F238E27FC236}">
              <a16:creationId xmlns:a16="http://schemas.microsoft.com/office/drawing/2014/main" id="{00F765D8-99DE-2A83-E736-0AFC49BC4DA2}"/>
            </a:ext>
          </a:extLst>
        </p:cNvPr>
        <p:cNvGrpSpPr/>
        <p:nvPr/>
      </p:nvGrpSpPr>
      <p:grpSpPr>
        <a:xfrm>
          <a:off x="0" y="0"/>
          <a:ext cx="0" cy="0"/>
          <a:chOff x="0" y="0"/>
          <a:chExt cx="0" cy="0"/>
        </a:xfrm>
      </p:grpSpPr>
      <p:sp>
        <p:nvSpPr>
          <p:cNvPr id="6" name="Espaço Reservado para Texto 5">
            <a:extLst>
              <a:ext uri="{FF2B5EF4-FFF2-40B4-BE49-F238E27FC236}">
                <a16:creationId xmlns:a16="http://schemas.microsoft.com/office/drawing/2014/main" id="{F961B4F0-12EC-E2F2-C0DD-1EBE393A91A4}"/>
              </a:ext>
            </a:extLst>
          </p:cNvPr>
          <p:cNvSpPr>
            <a:spLocks noGrp="1"/>
          </p:cNvSpPr>
          <p:nvPr>
            <p:ph type="body" idx="2"/>
          </p:nvPr>
        </p:nvSpPr>
        <p:spPr>
          <a:xfrm>
            <a:off x="7301898" y="2722072"/>
            <a:ext cx="9953715" cy="840759"/>
          </a:xfrm>
        </p:spPr>
        <p:txBody>
          <a:bodyPr>
            <a:noAutofit/>
          </a:bodyPr>
          <a:lstStyle/>
          <a:p>
            <a:pPr marL="0" indent="0"/>
            <a:r>
              <a:rPr lang="pt-BR" sz="2400" dirty="0"/>
              <a:t>Aprendemos a importância da autenticação segura utilizando </a:t>
            </a:r>
            <a:r>
              <a:rPr lang="pt-BR" sz="2400" dirty="0" err="1"/>
              <a:t>OAuth</a:t>
            </a:r>
            <a:r>
              <a:rPr lang="pt-BR" sz="2400" dirty="0"/>
              <a:t> e JWT, o que ajuda a proteger os dados e a garantir a identidade dos usuários na aplicação.</a:t>
            </a:r>
            <a:endParaRPr lang="pt-BR" sz="2400" dirty="0">
              <a:latin typeface="Poppins" pitchFamily="2" charset="77"/>
              <a:cs typeface="Poppins" pitchFamily="2" charset="77"/>
            </a:endParaRPr>
          </a:p>
        </p:txBody>
      </p:sp>
      <p:sp>
        <p:nvSpPr>
          <p:cNvPr id="7" name="Espaço Reservado para Texto 6">
            <a:extLst>
              <a:ext uri="{FF2B5EF4-FFF2-40B4-BE49-F238E27FC236}">
                <a16:creationId xmlns:a16="http://schemas.microsoft.com/office/drawing/2014/main" id="{5C1AB578-B64F-815F-9CC9-04A9D46F2868}"/>
              </a:ext>
            </a:extLst>
          </p:cNvPr>
          <p:cNvSpPr>
            <a:spLocks noGrp="1"/>
          </p:cNvSpPr>
          <p:nvPr>
            <p:ph type="body" idx="3"/>
          </p:nvPr>
        </p:nvSpPr>
        <p:spPr>
          <a:xfrm>
            <a:off x="7301898" y="4489524"/>
            <a:ext cx="9953715" cy="1170268"/>
          </a:xfrm>
        </p:spPr>
        <p:txBody>
          <a:bodyPr>
            <a:noAutofit/>
          </a:bodyPr>
          <a:lstStyle/>
          <a:p>
            <a:pPr marL="0" indent="0"/>
            <a:r>
              <a:rPr lang="pt-BR" sz="2400" dirty="0"/>
              <a:t>Compreendemos como integrar o login com o Google, oferecendo uma experiência de autenticação simplificada e familiar aos usuários.</a:t>
            </a:r>
            <a:endParaRPr lang="pt-BR" sz="2400" dirty="0">
              <a:latin typeface="Poppins" pitchFamily="2" charset="77"/>
              <a:cs typeface="Poppins" pitchFamily="2" charset="77"/>
            </a:endParaRPr>
          </a:p>
        </p:txBody>
      </p:sp>
      <p:sp>
        <p:nvSpPr>
          <p:cNvPr id="8" name="Espaço Reservado para Texto 7">
            <a:extLst>
              <a:ext uri="{FF2B5EF4-FFF2-40B4-BE49-F238E27FC236}">
                <a16:creationId xmlns:a16="http://schemas.microsoft.com/office/drawing/2014/main" id="{FE1B0984-4E19-7545-B025-4C4C1638EDB1}"/>
              </a:ext>
            </a:extLst>
          </p:cNvPr>
          <p:cNvSpPr>
            <a:spLocks noGrp="1"/>
          </p:cNvSpPr>
          <p:nvPr>
            <p:ph type="body" idx="4"/>
          </p:nvPr>
        </p:nvSpPr>
        <p:spPr>
          <a:xfrm>
            <a:off x="7301898" y="6278747"/>
            <a:ext cx="10484657" cy="1170268"/>
          </a:xfrm>
        </p:spPr>
        <p:txBody>
          <a:bodyPr>
            <a:noAutofit/>
          </a:bodyPr>
          <a:lstStyle/>
          <a:p>
            <a:pPr marL="0" indent="0"/>
            <a:r>
              <a:rPr lang="pt-BR" sz="2400" dirty="0"/>
              <a:t>Analisamos a relevância de fornecer feedback</a:t>
            </a:r>
            <a:r>
              <a:rPr lang="pt-BR" sz="2400" i="1" dirty="0"/>
              <a:t> </a:t>
            </a:r>
            <a:r>
              <a:rPr lang="pt-BR" sz="2400" dirty="0"/>
              <a:t>visual ao usuário, como mensagens de erro e indicadores de carregamento, para melhorar a usabilidade e lidar com problemas de forma clara.</a:t>
            </a:r>
            <a:endParaRPr lang="pt-BR" sz="2400" dirty="0">
              <a:latin typeface="Poppins" pitchFamily="2" charset="77"/>
              <a:cs typeface="Poppins" pitchFamily="2" charset="77"/>
            </a:endParaRPr>
          </a:p>
        </p:txBody>
      </p:sp>
      <p:sp>
        <p:nvSpPr>
          <p:cNvPr id="3" name="Google Shape;741;p22">
            <a:extLst>
              <a:ext uri="{FF2B5EF4-FFF2-40B4-BE49-F238E27FC236}">
                <a16:creationId xmlns:a16="http://schemas.microsoft.com/office/drawing/2014/main" id="{99EAAB3A-500F-3303-113F-2DE38B40643E}"/>
              </a:ext>
            </a:extLst>
          </p:cNvPr>
          <p:cNvSpPr txBox="1">
            <a:spLocks/>
          </p:cNvSpPr>
          <p:nvPr/>
        </p:nvSpPr>
        <p:spPr>
          <a:xfrm>
            <a:off x="7015381" y="1101032"/>
            <a:ext cx="8160900" cy="842068"/>
          </a:xfrm>
          <a:prstGeom prst="rect">
            <a:avLst/>
          </a:prstGeom>
          <a:noFill/>
          <a:ln>
            <a:noFill/>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spcBef>
                <a:spcPts val="900"/>
              </a:spcBef>
              <a:buClr>
                <a:schemeClr val="dk1"/>
              </a:buClr>
              <a:buSzPts val="4500"/>
              <a:buFont typeface="Poppins"/>
              <a:buNone/>
            </a:pPr>
            <a:r>
              <a:rPr lang="pt-BR" sz="4500" b="1">
                <a:solidFill>
                  <a:srgbClr val="FF161F"/>
                </a:solidFill>
                <a:latin typeface="Poppins"/>
                <a:ea typeface="Poppins"/>
                <a:cs typeface="Poppins"/>
                <a:sym typeface="Poppins"/>
              </a:rPr>
              <a:t>Então ficamos assim...</a:t>
            </a:r>
          </a:p>
        </p:txBody>
      </p:sp>
    </p:spTree>
    <p:extLst>
      <p:ext uri="{BB962C8B-B14F-4D97-AF65-F5344CB8AC3E}">
        <p14:creationId xmlns:p14="http://schemas.microsoft.com/office/powerpoint/2010/main" val="3839611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A7DCBD77-CF03-242C-0A04-E43124DF9AFE}"/>
              </a:ext>
            </a:extLst>
          </p:cNvPr>
          <p:cNvSpPr>
            <a:spLocks noGrp="1"/>
          </p:cNvSpPr>
          <p:nvPr>
            <p:ph type="body" idx="5"/>
          </p:nvPr>
        </p:nvSpPr>
        <p:spPr>
          <a:xfrm>
            <a:off x="2057400" y="2781300"/>
            <a:ext cx="15003966" cy="5734366"/>
          </a:xfrm>
        </p:spPr>
        <p:txBody>
          <a:bodyPr>
            <a:normAutofit/>
          </a:bodyPr>
          <a:lstStyle/>
          <a:p>
            <a:pPr marL="0" indent="0">
              <a:spcBef>
                <a:spcPts val="0"/>
              </a:spcBef>
              <a:spcAft>
                <a:spcPts val="1800"/>
              </a:spcAft>
            </a:pPr>
            <a:r>
              <a:rPr lang="pt-BR" sz="2400" dirty="0">
                <a:latin typeface="Poppins" panose="00000500000000000000" pitchFamily="2" charset="0"/>
                <a:cs typeface="Poppins" panose="00000500000000000000" pitchFamily="2" charset="0"/>
              </a:rPr>
              <a:t>AUTH0. </a:t>
            </a:r>
            <a:r>
              <a:rPr lang="pt-BR" sz="2400" b="1" dirty="0">
                <a:latin typeface="Poppins" panose="00000500000000000000" pitchFamily="2" charset="0"/>
                <a:cs typeface="Poppins" panose="00000500000000000000" pitchFamily="2" charset="0"/>
              </a:rPr>
              <a:t>O que é o </a:t>
            </a:r>
            <a:r>
              <a:rPr lang="pt-BR" sz="2400" b="1" dirty="0" err="1">
                <a:latin typeface="Poppins" panose="00000500000000000000" pitchFamily="2" charset="0"/>
                <a:cs typeface="Poppins" panose="00000500000000000000" pitchFamily="2" charset="0"/>
              </a:rPr>
              <a:t>OAuth</a:t>
            </a:r>
            <a:r>
              <a:rPr lang="pt-BR" sz="2400" b="1" dirty="0">
                <a:latin typeface="Poppins" panose="00000500000000000000" pitchFamily="2" charset="0"/>
                <a:cs typeface="Poppins" panose="00000500000000000000" pitchFamily="2" charset="0"/>
              </a:rPr>
              <a:t> 2.0? </a:t>
            </a:r>
            <a:r>
              <a:rPr lang="pt-BR" sz="2400" dirty="0">
                <a:latin typeface="Poppins" panose="00000500000000000000" pitchFamily="2" charset="0"/>
                <a:cs typeface="Poppins" panose="00000500000000000000" pitchFamily="2" charset="0"/>
              </a:rPr>
              <a:t>[s.d.]. Disponível em: </a:t>
            </a:r>
            <a:r>
              <a:rPr lang="pt-BR" sz="2400" dirty="0">
                <a:latin typeface="Poppins" panose="00000500000000000000" pitchFamily="2" charset="0"/>
                <a:cs typeface="Poppins" panose="00000500000000000000" pitchFamily="2" charset="0"/>
                <a:hlinkClick r:id="rId3"/>
              </a:rPr>
              <a:t>https://auth0.com/</a:t>
            </a:r>
            <a:r>
              <a:rPr lang="pt-BR" sz="2400" dirty="0" err="1">
                <a:latin typeface="Poppins" panose="00000500000000000000" pitchFamily="2" charset="0"/>
                <a:cs typeface="Poppins" panose="00000500000000000000" pitchFamily="2" charset="0"/>
                <a:hlinkClick r:id="rId3"/>
              </a:rPr>
              <a:t>pt</a:t>
            </a:r>
            <a:r>
              <a:rPr lang="pt-BR" sz="2400" dirty="0">
                <a:latin typeface="Poppins" panose="00000500000000000000" pitchFamily="2" charset="0"/>
                <a:cs typeface="Poppins" panose="00000500000000000000" pitchFamily="2" charset="0"/>
                <a:hlinkClick r:id="rId3"/>
              </a:rPr>
              <a:t>/</a:t>
            </a:r>
            <a:r>
              <a:rPr lang="pt-BR" sz="2400" dirty="0" err="1">
                <a:latin typeface="Poppins" panose="00000500000000000000" pitchFamily="2" charset="0"/>
                <a:cs typeface="Poppins" panose="00000500000000000000" pitchFamily="2" charset="0"/>
                <a:hlinkClick r:id="rId3"/>
              </a:rPr>
              <a:t>intro-to-iam</a:t>
            </a:r>
            <a:r>
              <a:rPr lang="pt-BR" sz="2400" dirty="0">
                <a:latin typeface="Poppins" panose="00000500000000000000" pitchFamily="2" charset="0"/>
                <a:cs typeface="Poppins" panose="00000500000000000000" pitchFamily="2" charset="0"/>
                <a:hlinkClick r:id="rId3"/>
              </a:rPr>
              <a:t>/what-is-oauth-2</a:t>
            </a:r>
            <a:r>
              <a:rPr lang="pt-BR" sz="2400" dirty="0">
                <a:latin typeface="Poppins" panose="00000500000000000000" pitchFamily="2" charset="0"/>
                <a:cs typeface="Poppins" panose="00000500000000000000" pitchFamily="2" charset="0"/>
              </a:rPr>
              <a:t>. Acesso em: 11 abr. 2025. </a:t>
            </a:r>
          </a:p>
          <a:p>
            <a:pPr marL="0" indent="0">
              <a:spcBef>
                <a:spcPts val="0"/>
              </a:spcBef>
              <a:spcAft>
                <a:spcPts val="1800"/>
              </a:spcAft>
            </a:pPr>
            <a:r>
              <a:rPr lang="pt-BR" sz="2400" dirty="0">
                <a:latin typeface="Poppins" panose="00000500000000000000" pitchFamily="2" charset="0"/>
                <a:cs typeface="Poppins" panose="00000500000000000000" pitchFamily="2" charset="0"/>
              </a:rPr>
              <a:t>GOOGLE FOR DEVELOPERS. </a:t>
            </a:r>
            <a:r>
              <a:rPr lang="pt-BR" sz="2400" b="1" dirty="0" err="1">
                <a:latin typeface="Poppins" panose="00000500000000000000" pitchFamily="2" charset="0"/>
                <a:cs typeface="Poppins" panose="00000500000000000000" pitchFamily="2" charset="0"/>
              </a:rPr>
              <a:t>OAuth</a:t>
            </a:r>
            <a:r>
              <a:rPr lang="pt-BR" sz="2400" b="1" dirty="0">
                <a:latin typeface="Poppins" panose="00000500000000000000" pitchFamily="2" charset="0"/>
                <a:cs typeface="Poppins" panose="00000500000000000000" pitchFamily="2" charset="0"/>
              </a:rPr>
              <a:t> 2.0 para apps para dispositivos móveis e de computador</a:t>
            </a:r>
            <a:r>
              <a:rPr lang="pt-BR" sz="2400" dirty="0">
                <a:latin typeface="Poppins" panose="00000500000000000000" pitchFamily="2" charset="0"/>
                <a:cs typeface="Poppins" panose="00000500000000000000" pitchFamily="2" charset="0"/>
              </a:rPr>
              <a:t>. Google </a:t>
            </a:r>
            <a:r>
              <a:rPr lang="pt-BR" sz="2400" dirty="0" err="1">
                <a:latin typeface="Poppins" panose="00000500000000000000" pitchFamily="2" charset="0"/>
                <a:cs typeface="Poppins" panose="00000500000000000000" pitchFamily="2" charset="0"/>
              </a:rPr>
              <a:t>Identity</a:t>
            </a:r>
            <a:r>
              <a:rPr lang="pt-BR" sz="2400" dirty="0">
                <a:latin typeface="Poppins" panose="00000500000000000000" pitchFamily="2" charset="0"/>
                <a:cs typeface="Poppins" panose="00000500000000000000" pitchFamily="2" charset="0"/>
              </a:rPr>
              <a:t>, 12 mar. 2025.</a:t>
            </a:r>
            <a:r>
              <a:rPr lang="pt-BR" sz="2400" b="1" dirty="0">
                <a:latin typeface="Poppins" panose="00000500000000000000" pitchFamily="2" charset="0"/>
                <a:cs typeface="Poppins" panose="00000500000000000000" pitchFamily="2" charset="0"/>
              </a:rPr>
              <a:t> </a:t>
            </a:r>
            <a:r>
              <a:rPr lang="pt-BR" sz="2400" dirty="0">
                <a:latin typeface="Poppins" panose="00000500000000000000" pitchFamily="2" charset="0"/>
                <a:cs typeface="Poppins" panose="00000500000000000000" pitchFamily="2" charset="0"/>
              </a:rPr>
              <a:t>Disponível em: </a:t>
            </a:r>
            <a:r>
              <a:rPr lang="pt-BR" sz="2400" dirty="0">
                <a:latin typeface="Poppins" panose="00000500000000000000" pitchFamily="2" charset="0"/>
                <a:cs typeface="Poppins" panose="00000500000000000000" pitchFamily="2" charset="0"/>
                <a:hlinkClick r:id="rId4"/>
              </a:rPr>
              <a:t>https://developers.google.com/</a:t>
            </a:r>
            <a:r>
              <a:rPr lang="pt-BR" sz="2400" dirty="0" err="1">
                <a:latin typeface="Poppins" panose="00000500000000000000" pitchFamily="2" charset="0"/>
                <a:cs typeface="Poppins" panose="00000500000000000000" pitchFamily="2" charset="0"/>
                <a:hlinkClick r:id="rId4"/>
              </a:rPr>
              <a:t>identity</a:t>
            </a:r>
            <a:r>
              <a:rPr lang="pt-BR" sz="2400" dirty="0">
                <a:latin typeface="Poppins" panose="00000500000000000000" pitchFamily="2" charset="0"/>
                <a:cs typeface="Poppins" panose="00000500000000000000" pitchFamily="2" charset="0"/>
                <a:hlinkClick r:id="rId4"/>
              </a:rPr>
              <a:t>/</a:t>
            </a:r>
            <a:r>
              <a:rPr lang="pt-BR" sz="2400" dirty="0" err="1">
                <a:latin typeface="Poppins" panose="00000500000000000000" pitchFamily="2" charset="0"/>
                <a:cs typeface="Poppins" panose="00000500000000000000" pitchFamily="2" charset="0"/>
                <a:hlinkClick r:id="rId4"/>
              </a:rPr>
              <a:t>protocols</a:t>
            </a:r>
            <a:r>
              <a:rPr lang="pt-BR" sz="2400" dirty="0">
                <a:latin typeface="Poppins" panose="00000500000000000000" pitchFamily="2" charset="0"/>
                <a:cs typeface="Poppins" panose="00000500000000000000" pitchFamily="2" charset="0"/>
                <a:hlinkClick r:id="rId4"/>
              </a:rPr>
              <a:t>/oauth2/</a:t>
            </a:r>
            <a:r>
              <a:rPr lang="pt-BR" sz="2400" dirty="0" err="1">
                <a:latin typeface="Poppins" panose="00000500000000000000" pitchFamily="2" charset="0"/>
                <a:cs typeface="Poppins" panose="00000500000000000000" pitchFamily="2" charset="0"/>
                <a:hlinkClick r:id="rId4"/>
              </a:rPr>
              <a:t>native</a:t>
            </a:r>
            <a:r>
              <a:rPr lang="pt-BR" sz="2400" dirty="0">
                <a:latin typeface="Poppins" panose="00000500000000000000" pitchFamily="2" charset="0"/>
                <a:cs typeface="Poppins" panose="00000500000000000000" pitchFamily="2" charset="0"/>
                <a:hlinkClick r:id="rId4"/>
              </a:rPr>
              <a:t>-app</a:t>
            </a:r>
            <a:r>
              <a:rPr lang="pt-BR" sz="2400" dirty="0">
                <a:latin typeface="Poppins" panose="00000500000000000000" pitchFamily="2" charset="0"/>
                <a:cs typeface="Poppins" panose="00000500000000000000" pitchFamily="2" charset="0"/>
              </a:rPr>
              <a:t>. Acesso em: 11 abr. 2025. </a:t>
            </a:r>
          </a:p>
          <a:p>
            <a:pPr marL="0" indent="0">
              <a:spcBef>
                <a:spcPts val="0"/>
              </a:spcBef>
              <a:spcAft>
                <a:spcPts val="1800"/>
              </a:spcAft>
            </a:pPr>
            <a:r>
              <a:rPr lang="pt-BR" sz="2400" dirty="0">
                <a:latin typeface="Poppins" panose="00000500000000000000" pitchFamily="2" charset="0"/>
                <a:cs typeface="Poppins" panose="00000500000000000000" pitchFamily="2" charset="0"/>
              </a:rPr>
              <a:t>SERLOPES. </a:t>
            </a:r>
            <a:r>
              <a:rPr lang="pt-BR" sz="2400" b="1" dirty="0">
                <a:latin typeface="Poppins" panose="00000500000000000000" pitchFamily="2" charset="0"/>
                <a:cs typeface="Poppins" panose="00000500000000000000" pitchFamily="2" charset="0"/>
              </a:rPr>
              <a:t>Entendendo a diferença entre JWT, </a:t>
            </a:r>
            <a:r>
              <a:rPr lang="pt-BR" sz="2400" b="1" dirty="0" err="1">
                <a:latin typeface="Poppins" panose="00000500000000000000" pitchFamily="2" charset="0"/>
                <a:cs typeface="Poppins" panose="00000500000000000000" pitchFamily="2" charset="0"/>
              </a:rPr>
              <a:t>OAuth</a:t>
            </a:r>
            <a:r>
              <a:rPr lang="pt-BR" sz="2400" b="1" dirty="0">
                <a:latin typeface="Poppins" panose="00000500000000000000" pitchFamily="2" charset="0"/>
                <a:cs typeface="Poppins" panose="00000500000000000000" pitchFamily="2" charset="0"/>
              </a:rPr>
              <a:t> e SAML</a:t>
            </a:r>
            <a:r>
              <a:rPr lang="pt-BR" sz="2400" dirty="0">
                <a:latin typeface="Poppins" panose="00000500000000000000" pitchFamily="2" charset="0"/>
                <a:cs typeface="Poppins" panose="00000500000000000000" pitchFamily="2" charset="0"/>
              </a:rPr>
              <a:t>. </a:t>
            </a:r>
            <a:r>
              <a:rPr lang="pt-BR" sz="2400" dirty="0" err="1">
                <a:latin typeface="Poppins" panose="00000500000000000000" pitchFamily="2" charset="0"/>
                <a:cs typeface="Poppins" panose="00000500000000000000" pitchFamily="2" charset="0"/>
              </a:rPr>
              <a:t>Developer</a:t>
            </a:r>
            <a:r>
              <a:rPr lang="pt-BR" sz="2400" dirty="0">
                <a:latin typeface="Poppins" panose="00000500000000000000" pitchFamily="2" charset="0"/>
                <a:cs typeface="Poppins" panose="00000500000000000000" pitchFamily="2" charset="0"/>
              </a:rPr>
              <a:t> </a:t>
            </a:r>
            <a:r>
              <a:rPr lang="pt-BR" sz="2400" dirty="0" err="1">
                <a:latin typeface="Poppins" panose="00000500000000000000" pitchFamily="2" charset="0"/>
                <a:cs typeface="Poppins" panose="00000500000000000000" pitchFamily="2" charset="0"/>
              </a:rPr>
              <a:t>Initiative</a:t>
            </a:r>
            <a:r>
              <a:rPr lang="pt-BR" sz="2400" dirty="0">
                <a:latin typeface="Poppins" panose="00000500000000000000" pitchFamily="2" charset="0"/>
                <a:cs typeface="Poppins" panose="00000500000000000000" pitchFamily="2" charset="0"/>
              </a:rPr>
              <a:t>, 30 maio 2023. Disponível em: </a:t>
            </a:r>
            <a:r>
              <a:rPr lang="pt-BR" sz="2400" dirty="0">
                <a:latin typeface="Poppins" panose="00000500000000000000" pitchFamily="2" charset="0"/>
                <a:cs typeface="Poppins" panose="00000500000000000000" pitchFamily="2" charset="0"/>
                <a:hlinkClick r:id="rId5"/>
              </a:rPr>
              <a:t>https://deviniciative.wordpress.com/2023/05/30/entendendo-a-</a:t>
            </a:r>
            <a:r>
              <a:rPr lang="pt-BR" sz="2400" dirty="0" err="1">
                <a:latin typeface="Poppins" panose="00000500000000000000" pitchFamily="2" charset="0"/>
                <a:cs typeface="Poppins" panose="00000500000000000000" pitchFamily="2" charset="0"/>
                <a:hlinkClick r:id="rId5"/>
              </a:rPr>
              <a:t>diferenca</a:t>
            </a:r>
            <a:r>
              <a:rPr lang="pt-BR" sz="2400" dirty="0">
                <a:latin typeface="Poppins" panose="00000500000000000000" pitchFamily="2" charset="0"/>
                <a:cs typeface="Poppins" panose="00000500000000000000" pitchFamily="2" charset="0"/>
                <a:hlinkClick r:id="rId5"/>
              </a:rPr>
              <a:t>-entre-</a:t>
            </a:r>
            <a:r>
              <a:rPr lang="pt-BR" sz="2400" dirty="0" err="1">
                <a:latin typeface="Poppins" panose="00000500000000000000" pitchFamily="2" charset="0"/>
                <a:cs typeface="Poppins" panose="00000500000000000000" pitchFamily="2" charset="0"/>
                <a:hlinkClick r:id="rId5"/>
              </a:rPr>
              <a:t>jwt</a:t>
            </a:r>
            <a:r>
              <a:rPr lang="pt-BR" sz="2400" dirty="0">
                <a:latin typeface="Poppins" panose="00000500000000000000" pitchFamily="2" charset="0"/>
                <a:cs typeface="Poppins" panose="00000500000000000000" pitchFamily="2" charset="0"/>
                <a:hlinkClick r:id="rId5"/>
              </a:rPr>
              <a:t>-</a:t>
            </a:r>
            <a:r>
              <a:rPr lang="pt-BR" sz="2400" dirty="0" err="1">
                <a:latin typeface="Poppins" panose="00000500000000000000" pitchFamily="2" charset="0"/>
                <a:cs typeface="Poppins" panose="00000500000000000000" pitchFamily="2" charset="0"/>
                <a:hlinkClick r:id="rId5"/>
              </a:rPr>
              <a:t>oauth</a:t>
            </a:r>
            <a:r>
              <a:rPr lang="pt-BR" sz="2400" dirty="0">
                <a:latin typeface="Poppins" panose="00000500000000000000" pitchFamily="2" charset="0"/>
                <a:cs typeface="Poppins" panose="00000500000000000000" pitchFamily="2" charset="0"/>
                <a:hlinkClick r:id="rId5"/>
              </a:rPr>
              <a:t>-e-</a:t>
            </a:r>
            <a:r>
              <a:rPr lang="pt-BR" sz="2400" dirty="0" err="1">
                <a:latin typeface="Poppins" panose="00000500000000000000" pitchFamily="2" charset="0"/>
                <a:cs typeface="Poppins" panose="00000500000000000000" pitchFamily="2" charset="0"/>
                <a:hlinkClick r:id="rId5"/>
              </a:rPr>
              <a:t>saml</a:t>
            </a:r>
            <a:r>
              <a:rPr lang="pt-BR" sz="2400" dirty="0">
                <a:latin typeface="Poppins" panose="00000500000000000000" pitchFamily="2" charset="0"/>
                <a:cs typeface="Poppins" panose="00000500000000000000" pitchFamily="2" charset="0"/>
                <a:hlinkClick r:id="rId5"/>
              </a:rPr>
              <a:t>/</a:t>
            </a:r>
            <a:r>
              <a:rPr lang="pt-BR" sz="2400" dirty="0">
                <a:latin typeface="Poppins" panose="00000500000000000000" pitchFamily="2" charset="0"/>
                <a:cs typeface="Poppins" panose="00000500000000000000" pitchFamily="2" charset="0"/>
              </a:rPr>
              <a:t>. Acesso em: 11 abr. 2025. </a:t>
            </a:r>
          </a:p>
          <a:p>
            <a:pPr marL="0" indent="0">
              <a:spcBef>
                <a:spcPts val="0"/>
              </a:spcBef>
              <a:spcAft>
                <a:spcPts val="1800"/>
              </a:spcAft>
            </a:pPr>
            <a:r>
              <a:rPr lang="pt-BR" sz="2400" dirty="0">
                <a:latin typeface="Poppins" panose="00000500000000000000" pitchFamily="2" charset="0"/>
                <a:cs typeface="Poppins" panose="00000500000000000000" pitchFamily="2" charset="0"/>
              </a:rPr>
              <a:t>Identidade visual: imagens © </a:t>
            </a:r>
            <a:r>
              <a:rPr lang="pt-BR" sz="2400" dirty="0" err="1">
                <a:latin typeface="Poppins" panose="00000500000000000000" pitchFamily="2" charset="0"/>
                <a:cs typeface="Poppins" panose="00000500000000000000" pitchFamily="2" charset="0"/>
              </a:rPr>
              <a:t>Getty</a:t>
            </a:r>
            <a:r>
              <a:rPr lang="pt-BR" sz="2400" dirty="0">
                <a:latin typeface="Poppins" panose="00000500000000000000" pitchFamily="2" charset="0"/>
                <a:cs typeface="Poppins" panose="00000500000000000000" pitchFamily="2" charset="0"/>
              </a:rPr>
              <a:t> </a:t>
            </a:r>
            <a:r>
              <a:rPr lang="pt-BR" sz="2400" dirty="0" err="1">
                <a:latin typeface="Poppins" panose="00000500000000000000" pitchFamily="2" charset="0"/>
                <a:cs typeface="Poppins" panose="00000500000000000000" pitchFamily="2" charset="0"/>
              </a:rPr>
              <a:t>Images</a:t>
            </a:r>
            <a:r>
              <a:rPr lang="pt-BR" sz="2400" dirty="0">
                <a:latin typeface="Poppins" panose="00000500000000000000" pitchFamily="2" charset="0"/>
                <a:cs typeface="Poppins" panose="00000500000000000000" pitchFamily="2" charset="0"/>
              </a:rPr>
              <a:t>.</a:t>
            </a:r>
            <a:endParaRPr lang="en-US" sz="2400"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49013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8F7D820-59D9-B36F-70F9-9069AA799D71}"/>
            </a:ext>
          </a:extLst>
        </p:cNvPr>
        <p:cNvGrpSpPr/>
        <p:nvPr/>
      </p:nvGrpSpPr>
      <p:grpSpPr>
        <a:xfrm>
          <a:off x="0" y="0"/>
          <a:ext cx="0" cy="0"/>
          <a:chOff x="0" y="0"/>
          <a:chExt cx="0" cy="0"/>
        </a:xfrm>
      </p:grpSpPr>
      <p:sp>
        <p:nvSpPr>
          <p:cNvPr id="2" name="Google Shape;643;p43">
            <a:extLst>
              <a:ext uri="{FF2B5EF4-FFF2-40B4-BE49-F238E27FC236}">
                <a16:creationId xmlns:a16="http://schemas.microsoft.com/office/drawing/2014/main" id="{E707B44A-1813-17B4-62E8-86DF5025AF2A}"/>
              </a:ext>
            </a:extLst>
          </p:cNvPr>
          <p:cNvSpPr txBox="1">
            <a:spLocks/>
          </p:cNvSpPr>
          <p:nvPr/>
        </p:nvSpPr>
        <p:spPr>
          <a:xfrm>
            <a:off x="937698" y="3829934"/>
            <a:ext cx="10222120" cy="80314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dirty="0">
                <a:solidFill>
                  <a:srgbClr val="FF161F"/>
                </a:solidFill>
              </a:rPr>
              <a:t>Orientações ao professor</a:t>
            </a:r>
          </a:p>
        </p:txBody>
      </p:sp>
    </p:spTree>
    <p:extLst>
      <p:ext uri="{BB962C8B-B14F-4D97-AF65-F5344CB8AC3E}">
        <p14:creationId xmlns:p14="http://schemas.microsoft.com/office/powerpoint/2010/main" val="5526579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D0B2237-92FF-775B-2C17-54841091E1AB}"/>
            </a:ext>
          </a:extLst>
        </p:cNvPr>
        <p:cNvGrpSpPr/>
        <p:nvPr/>
      </p:nvGrpSpPr>
      <p:grpSpPr>
        <a:xfrm>
          <a:off x="0" y="0"/>
          <a:ext cx="0" cy="0"/>
          <a:chOff x="0" y="0"/>
          <a:chExt cx="0" cy="0"/>
        </a:xfrm>
      </p:grpSpPr>
      <p:cxnSp>
        <p:nvCxnSpPr>
          <p:cNvPr id="9" name="Conector Reto 6">
            <a:extLst>
              <a:ext uri="{FF2B5EF4-FFF2-40B4-BE49-F238E27FC236}">
                <a16:creationId xmlns:a16="http://schemas.microsoft.com/office/drawing/2014/main" id="{562B6814-798F-1B52-F1CC-1545D37A54BC}"/>
              </a:ext>
            </a:extLst>
          </p:cNvPr>
          <p:cNvCxnSpPr>
            <a:cxnSpLocks/>
          </p:cNvCxnSpPr>
          <p:nvPr/>
        </p:nvCxnSpPr>
        <p:spPr>
          <a:xfrm flipV="1">
            <a:off x="868312" y="1628436"/>
            <a:ext cx="0" cy="7488839"/>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5" name="Retângulo 4">
            <a:extLst>
              <a:ext uri="{FF2B5EF4-FFF2-40B4-BE49-F238E27FC236}">
                <a16:creationId xmlns:a16="http://schemas.microsoft.com/office/drawing/2014/main" id="{333846A6-2A62-0BA6-1B87-DBDCFA533274}"/>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69660DEF-5156-6761-1D7A-D2555D994821}"/>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6</a:t>
            </a:r>
          </a:p>
          <a:p>
            <a:pPr algn="l"/>
            <a:r>
              <a:rPr lang="pt-BR" sz="4800" b="1" dirty="0">
                <a:solidFill>
                  <a:schemeClr val="bg1"/>
                </a:solidFill>
                <a:latin typeface="Poppins" pitchFamily="2" charset="77"/>
                <a:cs typeface="Poppins" pitchFamily="2" charset="77"/>
              </a:rPr>
              <a:t> </a:t>
            </a:r>
          </a:p>
        </p:txBody>
      </p:sp>
      <p:sp>
        <p:nvSpPr>
          <p:cNvPr id="20" name="CaixaDeTexto 3">
            <a:extLst>
              <a:ext uri="{FF2B5EF4-FFF2-40B4-BE49-F238E27FC236}">
                <a16:creationId xmlns:a16="http://schemas.microsoft.com/office/drawing/2014/main" id="{DD213312-7B4D-A267-5709-FC5970752A82}"/>
              </a:ext>
            </a:extLst>
          </p:cNvPr>
          <p:cNvSpPr txBox="1"/>
          <p:nvPr/>
        </p:nvSpPr>
        <p:spPr>
          <a:xfrm>
            <a:off x="1478279" y="2070375"/>
            <a:ext cx="16093809" cy="1384995"/>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fontAlgn="base">
              <a:buNone/>
            </a:pPr>
            <a:r>
              <a:rPr lang="pt-BR" sz="1400" b="1" i="0" dirty="0">
                <a:solidFill>
                  <a:schemeClr val="tx1"/>
                </a:solidFill>
                <a:effectLst/>
                <a:latin typeface="Poppins" panose="00000500000000000000" pitchFamily="2" charset="0"/>
                <a:cs typeface="Poppins" panose="00000500000000000000" pitchFamily="2" charset="0"/>
              </a:rPr>
              <a:t>Orientações: </a:t>
            </a:r>
            <a:r>
              <a:rPr lang="pt-BR" dirty="0">
                <a:solidFill>
                  <a:schemeClr val="tx1"/>
                </a:solidFill>
                <a:latin typeface="Poppins" panose="00000500000000000000" pitchFamily="2" charset="0"/>
                <a:cs typeface="Poppins" panose="00000500000000000000" pitchFamily="2" charset="0"/>
              </a:rPr>
              <a:t>p</a:t>
            </a:r>
            <a:r>
              <a:rPr lang="pt-BR" sz="1400" b="0" i="0" dirty="0">
                <a:solidFill>
                  <a:schemeClr val="tx1"/>
                </a:solidFill>
                <a:effectLst/>
                <a:latin typeface="Poppins" panose="00000500000000000000" pitchFamily="2" charset="0"/>
                <a:cs typeface="Poppins" panose="00000500000000000000" pitchFamily="2" charset="0"/>
              </a:rPr>
              <a:t>rofessor, relembre o </a:t>
            </a:r>
            <a:r>
              <a:rPr lang="pt-BR" sz="1400" b="0" i="0" dirty="0" err="1">
                <a:solidFill>
                  <a:schemeClr val="tx1"/>
                </a:solidFill>
                <a:effectLst/>
                <a:latin typeface="Poppins" panose="00000500000000000000" pitchFamily="2" charset="0"/>
                <a:cs typeface="Poppins" panose="00000500000000000000" pitchFamily="2" charset="0"/>
              </a:rPr>
              <a:t>OAuth</a:t>
            </a:r>
            <a:r>
              <a:rPr lang="pt-BR" sz="1400" b="0" i="0" dirty="0">
                <a:solidFill>
                  <a:schemeClr val="tx1"/>
                </a:solidFill>
                <a:effectLst/>
                <a:latin typeface="Poppins" panose="00000500000000000000" pitchFamily="2" charset="0"/>
                <a:cs typeface="Poppins" panose="00000500000000000000" pitchFamily="2" charset="0"/>
              </a:rPr>
              <a:t> 2.0, que é um protocolo de autorização padrão que permite que aplicações acessem recursos protegidos de um usuário em nome dele. Nesse caso, o Google atua como um provedor de identidade, fornecendo um token que garante que o usuário está autenticado e pode ser confiado pela aplicação. A chave </a:t>
            </a:r>
            <a:r>
              <a:rPr lang="pt-BR" sz="1400" b="0" i="0" dirty="0" err="1">
                <a:solidFill>
                  <a:schemeClr val="tx1"/>
                </a:solidFill>
                <a:effectLst/>
                <a:latin typeface="Poppins" panose="00000500000000000000" pitchFamily="2" charset="0"/>
                <a:cs typeface="Poppins" panose="00000500000000000000" pitchFamily="2" charset="0"/>
              </a:rPr>
              <a:t>client_id</a:t>
            </a:r>
            <a:r>
              <a:rPr lang="pt-BR" sz="1400" b="0" i="0" dirty="0">
                <a:solidFill>
                  <a:schemeClr val="tx1"/>
                </a:solidFill>
                <a:effectLst/>
                <a:latin typeface="Poppins" panose="00000500000000000000" pitchFamily="2" charset="0"/>
                <a:cs typeface="Poppins" panose="00000500000000000000" pitchFamily="2" charset="0"/>
              </a:rPr>
              <a:t> identifica a aplicação, enquanto o </a:t>
            </a:r>
            <a:r>
              <a:rPr lang="pt-BR" sz="1400" b="0" i="0" dirty="0" err="1">
                <a:solidFill>
                  <a:schemeClr val="tx1"/>
                </a:solidFill>
                <a:effectLst/>
                <a:latin typeface="Poppins" panose="00000500000000000000" pitchFamily="2" charset="0"/>
                <a:cs typeface="Poppins" panose="00000500000000000000" pitchFamily="2" charset="0"/>
              </a:rPr>
              <a:t>redirect</a:t>
            </a:r>
            <a:r>
              <a:rPr lang="pt-BR" sz="1400" b="0" i="0" dirty="0">
                <a:solidFill>
                  <a:schemeClr val="tx1"/>
                </a:solidFill>
                <a:effectLst/>
                <a:latin typeface="Poppins" panose="00000500000000000000" pitchFamily="2" charset="0"/>
                <a:cs typeface="Poppins" panose="00000500000000000000" pitchFamily="2" charset="0"/>
              </a:rPr>
              <a:t> URI especifica o destino de retorno após a autenticação. JWT é um formato de token seguro e compacto, usado para compartilhar informações entre duas partes de forma segura. Quando o token do Google é validado no </a:t>
            </a:r>
            <a:r>
              <a:rPr lang="pt-BR" sz="1400" b="0" i="0" dirty="0" err="1">
                <a:solidFill>
                  <a:schemeClr val="tx1"/>
                </a:solidFill>
                <a:effectLst/>
                <a:latin typeface="Poppins" panose="00000500000000000000" pitchFamily="2" charset="0"/>
                <a:cs typeface="Poppins" panose="00000500000000000000" pitchFamily="2" charset="0"/>
              </a:rPr>
              <a:t>back-end</a:t>
            </a:r>
            <a:r>
              <a:rPr lang="pt-BR" sz="1400" b="0" i="0" dirty="0">
                <a:solidFill>
                  <a:schemeClr val="tx1"/>
                </a:solidFill>
                <a:effectLst/>
                <a:latin typeface="Poppins" panose="00000500000000000000" pitchFamily="2" charset="0"/>
                <a:cs typeface="Poppins" panose="00000500000000000000" pitchFamily="2" charset="0"/>
              </a:rPr>
              <a:t>, o servidor gera um JWT, que é enviado ao front-end. Esse JWT pode ser utilizado para autenticar o usuário em outras partes da aplicação, evitando a necessidade de autenticação repetida. O JWT contém três partes: cabeçalho, </a:t>
            </a:r>
            <a:r>
              <a:rPr lang="pt-BR" sz="1400" b="0" i="0" dirty="0" err="1">
                <a:solidFill>
                  <a:schemeClr val="tx1"/>
                </a:solidFill>
                <a:effectLst/>
                <a:latin typeface="Poppins" panose="00000500000000000000" pitchFamily="2" charset="0"/>
                <a:cs typeface="Poppins" panose="00000500000000000000" pitchFamily="2" charset="0"/>
              </a:rPr>
              <a:t>payload</a:t>
            </a:r>
            <a:r>
              <a:rPr lang="pt-BR" sz="1400" b="0" i="0" dirty="0">
                <a:solidFill>
                  <a:schemeClr val="tx1"/>
                </a:solidFill>
                <a:effectLst/>
                <a:latin typeface="Poppins" panose="00000500000000000000" pitchFamily="2" charset="0"/>
                <a:cs typeface="Poppins" panose="00000500000000000000" pitchFamily="2" charset="0"/>
              </a:rPr>
              <a:t> (dados do usuário) e uma assinatura, para garantir que o conteúdo não foi alterado.</a:t>
            </a:r>
          </a:p>
        </p:txBody>
      </p:sp>
      <p:sp>
        <p:nvSpPr>
          <p:cNvPr id="2" name="Oval 12">
            <a:extLst>
              <a:ext uri="{FF2B5EF4-FFF2-40B4-BE49-F238E27FC236}">
                <a16:creationId xmlns:a16="http://schemas.microsoft.com/office/drawing/2014/main" id="{4240E95D-E7E6-215E-8075-846B7CF3C43F}"/>
              </a:ext>
            </a:extLst>
          </p:cNvPr>
          <p:cNvSpPr/>
          <p:nvPr/>
        </p:nvSpPr>
        <p:spPr>
          <a:xfrm>
            <a:off x="607827" y="2074927"/>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3" name="Google Shape;2216;p100">
            <a:extLst>
              <a:ext uri="{FF2B5EF4-FFF2-40B4-BE49-F238E27FC236}">
                <a16:creationId xmlns:a16="http://schemas.microsoft.com/office/drawing/2014/main" id="{381D561D-155F-8DC6-E1C0-66CBA1D9A54E}"/>
              </a:ext>
            </a:extLst>
          </p:cNvPr>
          <p:cNvSpPr/>
          <p:nvPr/>
        </p:nvSpPr>
        <p:spPr>
          <a:xfrm>
            <a:off x="715912" y="2222760"/>
            <a:ext cx="355853" cy="301106"/>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 name="CaixaDeTexto 6">
            <a:extLst>
              <a:ext uri="{FF2B5EF4-FFF2-40B4-BE49-F238E27FC236}">
                <a16:creationId xmlns:a16="http://schemas.microsoft.com/office/drawing/2014/main" id="{D127781C-5920-A24E-0328-CFFA2BF0464E}"/>
              </a:ext>
            </a:extLst>
          </p:cNvPr>
          <p:cNvSpPr txBox="1"/>
          <p:nvPr/>
        </p:nvSpPr>
        <p:spPr>
          <a:xfrm>
            <a:off x="1478279" y="3960132"/>
            <a:ext cx="9144000" cy="313676"/>
          </a:xfrm>
          <a:prstGeom prst="rect">
            <a:avLst/>
          </a:prstGeom>
          <a:noFill/>
          <a:ln>
            <a:noFill/>
          </a:ln>
        </p:spPr>
        <p:txBody>
          <a:bodyPr wrap="square">
            <a:spAutoFit/>
          </a:bodyPr>
          <a:lstStyle/>
          <a:p>
            <a:pPr marL="230400" indent="-230400">
              <a:lnSpc>
                <a:spcPct val="107000"/>
              </a:lnSpc>
              <a:spcAft>
                <a:spcPts val="800"/>
              </a:spcAft>
            </a:pPr>
            <a:r>
              <a:rPr lang="pt-BR" sz="1400" b="1" kern="100" dirty="0">
                <a:effectLst/>
                <a:latin typeface="Poppins" panose="00000500000000000000" pitchFamily="2" charset="0"/>
                <a:ea typeface="Aptos" panose="020B0004020202020204" pitchFamily="34" charset="0"/>
                <a:cs typeface="Poppins" panose="00000500000000000000" pitchFamily="2" charset="0"/>
              </a:rPr>
              <a:t>Tempo</a:t>
            </a:r>
            <a:r>
              <a:rPr lang="pt-BR" sz="1400" kern="100" dirty="0">
                <a:effectLst/>
                <a:latin typeface="Poppins" panose="00000500000000000000" pitchFamily="2" charset="0"/>
                <a:ea typeface="Aptos" panose="020B0004020202020204" pitchFamily="34" charset="0"/>
                <a:cs typeface="Poppins" panose="00000500000000000000" pitchFamily="2" charset="0"/>
              </a:rPr>
              <a:t>: 8 minutos.  </a:t>
            </a:r>
            <a:endParaRPr lang="pt-BR" sz="1400" b="1" kern="100" dirty="0">
              <a:effectLst/>
              <a:latin typeface="Poppins" panose="00000500000000000000" pitchFamily="2" charset="0"/>
              <a:ea typeface="Aptos" panose="020B0004020202020204" pitchFamily="34" charset="0"/>
              <a:cs typeface="Poppins" panose="00000500000000000000" pitchFamily="2" charset="0"/>
            </a:endParaRPr>
          </a:p>
        </p:txBody>
      </p:sp>
      <p:sp>
        <p:nvSpPr>
          <p:cNvPr id="8" name="Oval 11">
            <a:extLst>
              <a:ext uri="{FF2B5EF4-FFF2-40B4-BE49-F238E27FC236}">
                <a16:creationId xmlns:a16="http://schemas.microsoft.com/office/drawing/2014/main" id="{FC3BF84D-755B-287D-A948-C765C68FF3E0}"/>
              </a:ext>
            </a:extLst>
          </p:cNvPr>
          <p:cNvSpPr/>
          <p:nvPr/>
        </p:nvSpPr>
        <p:spPr>
          <a:xfrm>
            <a:off x="594328" y="3791227"/>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a:p>
        </p:txBody>
      </p:sp>
      <p:pic>
        <p:nvPicPr>
          <p:cNvPr id="10" name="Imagem 9">
            <a:extLst>
              <a:ext uri="{FF2B5EF4-FFF2-40B4-BE49-F238E27FC236}">
                <a16:creationId xmlns:a16="http://schemas.microsoft.com/office/drawing/2014/main" id="{584DC299-E4EF-09B6-6767-262A13760F1F}"/>
              </a:ext>
            </a:extLst>
          </p:cNvPr>
          <p:cNvPicPr>
            <a:picLocks noChangeAspect="1"/>
          </p:cNvPicPr>
          <p:nvPr/>
        </p:nvPicPr>
        <p:blipFill>
          <a:blip r:embed="rId3"/>
          <a:srcRect/>
          <a:stretch/>
        </p:blipFill>
        <p:spPr>
          <a:xfrm>
            <a:off x="769865" y="3935406"/>
            <a:ext cx="235287" cy="282344"/>
          </a:xfrm>
          <a:prstGeom prst="rect">
            <a:avLst/>
          </a:prstGeom>
        </p:spPr>
      </p:pic>
    </p:spTree>
    <p:extLst>
      <p:ext uri="{BB962C8B-B14F-4D97-AF65-F5344CB8AC3E}">
        <p14:creationId xmlns:p14="http://schemas.microsoft.com/office/powerpoint/2010/main" val="34851604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CF87E70-0101-45B1-29EB-B4A4589CBDAE}"/>
            </a:ext>
          </a:extLst>
        </p:cNvPr>
        <p:cNvGrpSpPr/>
        <p:nvPr/>
      </p:nvGrpSpPr>
      <p:grpSpPr>
        <a:xfrm>
          <a:off x="0" y="0"/>
          <a:ext cx="0" cy="0"/>
          <a:chOff x="0" y="0"/>
          <a:chExt cx="0" cy="0"/>
        </a:xfrm>
      </p:grpSpPr>
      <p:cxnSp>
        <p:nvCxnSpPr>
          <p:cNvPr id="7" name="Conector Reto 6">
            <a:extLst>
              <a:ext uri="{FF2B5EF4-FFF2-40B4-BE49-F238E27FC236}">
                <a16:creationId xmlns:a16="http://schemas.microsoft.com/office/drawing/2014/main" id="{C9A7351C-39E8-52D9-BA79-4EF9DF97A540}"/>
              </a:ext>
            </a:extLst>
          </p:cNvPr>
          <p:cNvCxnSpPr>
            <a:cxnSpLocks/>
          </p:cNvCxnSpPr>
          <p:nvPr/>
        </p:nvCxnSpPr>
        <p:spPr>
          <a:xfrm flipV="1">
            <a:off x="868312" y="1660940"/>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5" name="Retângulo 4">
            <a:extLst>
              <a:ext uri="{FF2B5EF4-FFF2-40B4-BE49-F238E27FC236}">
                <a16:creationId xmlns:a16="http://schemas.microsoft.com/office/drawing/2014/main" id="{1BFD9390-93D0-8E33-8B3A-71232654B473}"/>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Oval 12">
            <a:extLst>
              <a:ext uri="{FF2B5EF4-FFF2-40B4-BE49-F238E27FC236}">
                <a16:creationId xmlns:a16="http://schemas.microsoft.com/office/drawing/2014/main" id="{F1A7F1DC-E15D-F86D-11A1-C18027BA80F7}"/>
              </a:ext>
            </a:extLst>
          </p:cNvPr>
          <p:cNvSpPr/>
          <p:nvPr/>
        </p:nvSpPr>
        <p:spPr>
          <a:xfrm>
            <a:off x="607827" y="2074927"/>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a:p>
        </p:txBody>
      </p:sp>
      <p:sp>
        <p:nvSpPr>
          <p:cNvPr id="14" name="Google Shape;2216;p100">
            <a:extLst>
              <a:ext uri="{FF2B5EF4-FFF2-40B4-BE49-F238E27FC236}">
                <a16:creationId xmlns:a16="http://schemas.microsoft.com/office/drawing/2014/main" id="{D4BC2CF6-892A-73B2-70B6-CB9BEDEC8E71}"/>
              </a:ext>
            </a:extLst>
          </p:cNvPr>
          <p:cNvSpPr/>
          <p:nvPr/>
        </p:nvSpPr>
        <p:spPr>
          <a:xfrm>
            <a:off x="715912" y="2222760"/>
            <a:ext cx="355853" cy="301106"/>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 name="CaixaDeTexto 3">
            <a:extLst>
              <a:ext uri="{FF2B5EF4-FFF2-40B4-BE49-F238E27FC236}">
                <a16:creationId xmlns:a16="http://schemas.microsoft.com/office/drawing/2014/main" id="{5BBB2B34-1D9F-7011-0931-902E5C609A57}"/>
              </a:ext>
            </a:extLst>
          </p:cNvPr>
          <p:cNvSpPr txBox="1"/>
          <p:nvPr/>
        </p:nvSpPr>
        <p:spPr>
          <a:xfrm>
            <a:off x="1478280" y="2146575"/>
            <a:ext cx="15377160" cy="738664"/>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Tx/>
              <a:defRPr/>
            </a:pPr>
            <a:r>
              <a:rPr lang="pt-BR" b="1" dirty="0">
                <a:latin typeface="Poppins" panose="00000500000000000000" pitchFamily="2" charset="0"/>
                <a:cs typeface="Poppins" panose="00000500000000000000" pitchFamily="2" charset="0"/>
              </a:rPr>
              <a:t>Orientações: </a:t>
            </a:r>
            <a:r>
              <a:rPr lang="pt-BR" dirty="0">
                <a:latin typeface="Poppins" panose="00000500000000000000" pitchFamily="2" charset="0"/>
                <a:cs typeface="Poppins" panose="00000500000000000000" pitchFamily="2" charset="0"/>
              </a:rPr>
              <a:t>professor, a seção </a:t>
            </a:r>
            <a:r>
              <a:rPr lang="pt-BR" b="1" dirty="0">
                <a:latin typeface="Poppins" panose="00000500000000000000" pitchFamily="2" charset="0"/>
                <a:cs typeface="Poppins" panose="00000500000000000000" pitchFamily="2" charset="0"/>
              </a:rPr>
              <a:t>Colocando em prática</a:t>
            </a:r>
            <a:r>
              <a:rPr lang="pt-BR" dirty="0">
                <a:latin typeface="Poppins" panose="00000500000000000000" pitchFamily="2" charset="0"/>
                <a:cs typeface="Poppins" panose="00000500000000000000" pitchFamily="2" charset="0"/>
              </a:rPr>
              <a:t> tem como objetivo aplicar os conhecimentos construídos durante a aula, incentivando os estudantes a pensar criticamente e de forma prática. </a:t>
            </a:r>
          </a:p>
          <a:p>
            <a:endParaRPr lang="pt-BR" dirty="0"/>
          </a:p>
        </p:txBody>
      </p:sp>
      <p:sp>
        <p:nvSpPr>
          <p:cNvPr id="3" name="CaixaDeTexto 2">
            <a:extLst>
              <a:ext uri="{FF2B5EF4-FFF2-40B4-BE49-F238E27FC236}">
                <a16:creationId xmlns:a16="http://schemas.microsoft.com/office/drawing/2014/main" id="{27B138CE-4085-9BC1-D801-E163C95566CF}"/>
              </a:ext>
            </a:extLst>
          </p:cNvPr>
          <p:cNvSpPr txBox="1"/>
          <p:nvPr/>
        </p:nvSpPr>
        <p:spPr>
          <a:xfrm>
            <a:off x="1478287" y="3158920"/>
            <a:ext cx="15377153" cy="307777"/>
          </a:xfrm>
          <a:prstGeom prst="rect">
            <a:avLst/>
          </a:prstGeom>
          <a:noFill/>
          <a:ln>
            <a:noFill/>
          </a:ln>
        </p:spPr>
        <p:txBody>
          <a:bodyPr wrap="square">
            <a:spAutoFit/>
          </a:bodyPr>
          <a:lstStyle/>
          <a:p>
            <a:r>
              <a:rPr lang="pt-BR" b="1" dirty="0">
                <a:latin typeface="Poppins" panose="00000500000000000000" pitchFamily="2" charset="0"/>
                <a:cs typeface="Poppins" panose="00000500000000000000" pitchFamily="2" charset="0"/>
              </a:rPr>
              <a:t>Tempo:</a:t>
            </a:r>
            <a:r>
              <a:rPr lang="pt-BR" b="0" dirty="0">
                <a:latin typeface="Poppins" panose="00000500000000000000" pitchFamily="2" charset="0"/>
                <a:cs typeface="Poppins" panose="00000500000000000000" pitchFamily="2" charset="0"/>
              </a:rPr>
              <a:t> 41 minutos.</a:t>
            </a:r>
            <a:endParaRPr lang="pt-BR" dirty="0"/>
          </a:p>
        </p:txBody>
      </p:sp>
      <p:sp>
        <p:nvSpPr>
          <p:cNvPr id="2" name="Oval 11">
            <a:extLst>
              <a:ext uri="{FF2B5EF4-FFF2-40B4-BE49-F238E27FC236}">
                <a16:creationId xmlns:a16="http://schemas.microsoft.com/office/drawing/2014/main" id="{970B03D1-570D-C29D-9DB8-37B093B7F8CD}"/>
              </a:ext>
            </a:extLst>
          </p:cNvPr>
          <p:cNvSpPr/>
          <p:nvPr/>
        </p:nvSpPr>
        <p:spPr>
          <a:xfrm>
            <a:off x="594328" y="3043916"/>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a:p>
        </p:txBody>
      </p:sp>
      <p:pic>
        <p:nvPicPr>
          <p:cNvPr id="4" name="Imagem 3">
            <a:extLst>
              <a:ext uri="{FF2B5EF4-FFF2-40B4-BE49-F238E27FC236}">
                <a16:creationId xmlns:a16="http://schemas.microsoft.com/office/drawing/2014/main" id="{061277C3-65E6-C3EF-D2B8-CB1B325B7368}"/>
              </a:ext>
            </a:extLst>
          </p:cNvPr>
          <p:cNvPicPr>
            <a:picLocks noChangeAspect="1"/>
          </p:cNvPicPr>
          <p:nvPr/>
        </p:nvPicPr>
        <p:blipFill>
          <a:blip r:embed="rId3"/>
          <a:srcRect/>
          <a:stretch/>
        </p:blipFill>
        <p:spPr>
          <a:xfrm>
            <a:off x="769865" y="3188095"/>
            <a:ext cx="235287" cy="282344"/>
          </a:xfrm>
          <a:prstGeom prst="rect">
            <a:avLst/>
          </a:prstGeom>
        </p:spPr>
      </p:pic>
      <p:sp>
        <p:nvSpPr>
          <p:cNvPr id="8" name="CaixaDeTexto 7">
            <a:extLst>
              <a:ext uri="{FF2B5EF4-FFF2-40B4-BE49-F238E27FC236}">
                <a16:creationId xmlns:a16="http://schemas.microsoft.com/office/drawing/2014/main" id="{CA6578C9-FFF6-CEAA-9851-A21342937BA2}"/>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7</a:t>
            </a:r>
            <a:endParaRPr lang="pt-BR" sz="4800" b="1" dirty="0">
              <a:solidFill>
                <a:schemeClr val="bg1"/>
              </a:solidFill>
              <a:latin typeface="Poppins" pitchFamily="2" charset="77"/>
              <a:cs typeface="Poppins" pitchFamily="2" charset="77"/>
            </a:endParaRPr>
          </a:p>
        </p:txBody>
      </p:sp>
      <p:sp>
        <p:nvSpPr>
          <p:cNvPr id="15" name="Oval 8">
            <a:extLst>
              <a:ext uri="{FF2B5EF4-FFF2-40B4-BE49-F238E27FC236}">
                <a16:creationId xmlns:a16="http://schemas.microsoft.com/office/drawing/2014/main" id="{653366DF-3CD8-C64E-9FF6-D2F941C04394}"/>
              </a:ext>
            </a:extLst>
          </p:cNvPr>
          <p:cNvSpPr/>
          <p:nvPr/>
        </p:nvSpPr>
        <p:spPr>
          <a:xfrm>
            <a:off x="589274" y="4950744"/>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16" name="Gráfico 15">
            <a:extLst>
              <a:ext uri="{FF2B5EF4-FFF2-40B4-BE49-F238E27FC236}">
                <a16:creationId xmlns:a16="http://schemas.microsoft.com/office/drawing/2014/main" id="{D5823981-AF93-B5BB-695B-1B35C1D15AC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5186" y="5031925"/>
            <a:ext cx="312039" cy="400050"/>
          </a:xfrm>
          <a:prstGeom prst="rect">
            <a:avLst/>
          </a:prstGeom>
        </p:spPr>
      </p:pic>
      <p:sp>
        <p:nvSpPr>
          <p:cNvPr id="21" name="Oval 10">
            <a:extLst>
              <a:ext uri="{FF2B5EF4-FFF2-40B4-BE49-F238E27FC236}">
                <a16:creationId xmlns:a16="http://schemas.microsoft.com/office/drawing/2014/main" id="{30AD6ACB-7855-9E19-DFF2-F00BB9558FBE}"/>
              </a:ext>
            </a:extLst>
          </p:cNvPr>
          <p:cNvSpPr/>
          <p:nvPr/>
        </p:nvSpPr>
        <p:spPr>
          <a:xfrm>
            <a:off x="581660" y="3943601"/>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22" name="Google Shape;2223;p100">
            <a:extLst>
              <a:ext uri="{FF2B5EF4-FFF2-40B4-BE49-F238E27FC236}">
                <a16:creationId xmlns:a16="http://schemas.microsoft.com/office/drawing/2014/main" id="{BC500FC0-A34F-324D-656B-AC1DC3F8F9C3}"/>
              </a:ext>
            </a:extLst>
          </p:cNvPr>
          <p:cNvSpPr>
            <a:spLocks/>
          </p:cNvSpPr>
          <p:nvPr/>
        </p:nvSpPr>
        <p:spPr>
          <a:xfrm>
            <a:off x="685177" y="4061246"/>
            <a:ext cx="368618" cy="340263"/>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4" name="CaixaDeTexto 23">
            <a:extLst>
              <a:ext uri="{FF2B5EF4-FFF2-40B4-BE49-F238E27FC236}">
                <a16:creationId xmlns:a16="http://schemas.microsoft.com/office/drawing/2014/main" id="{200221DB-372B-3AF8-3577-B00A17C6F354}"/>
              </a:ext>
            </a:extLst>
          </p:cNvPr>
          <p:cNvSpPr txBox="1"/>
          <p:nvPr/>
        </p:nvSpPr>
        <p:spPr>
          <a:xfrm>
            <a:off x="1478280" y="4076560"/>
            <a:ext cx="16228060" cy="5312095"/>
          </a:xfrm>
          <a:prstGeom prst="rect">
            <a:avLst/>
          </a:prstGeom>
          <a:noFill/>
          <a:ln>
            <a:noFill/>
          </a:ln>
        </p:spPr>
        <p:txBody>
          <a:bodyPr wrap="square">
            <a:spAutoFit/>
          </a:bodyPr>
          <a:lstStyle/>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Gestão de sala de aula:</a:t>
            </a:r>
            <a:r>
              <a:rPr lang="pt-BR" kern="100" dirty="0">
                <a:effectLst/>
                <a:latin typeface="Poppins" panose="00000500000000000000" pitchFamily="2" charset="0"/>
                <a:ea typeface="Aptos" panose="020B0004020202020204" pitchFamily="34" charset="0"/>
                <a:cs typeface="Poppins" panose="00000500000000000000" pitchFamily="2" charset="0"/>
              </a:rPr>
              <a:t> organize os alunos em duplas.</a:t>
            </a:r>
            <a:endParaRPr lang="pt-BR" b="1"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endParaRPr lang="pt-BR" b="1" kern="100" dirty="0">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endParaRPr lang="pt-BR" b="1"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b="1" dirty="0">
                <a:effectLst/>
                <a:latin typeface="Poppins" panose="00000500000000000000" pitchFamily="2" charset="0"/>
                <a:ea typeface="Aptos" panose="020B0004020202020204" pitchFamily="34" charset="0"/>
                <a:cs typeface="Poppins" panose="00000500000000000000" pitchFamily="2" charset="0"/>
              </a:rPr>
              <a:t>Expectativas de respostas:</a:t>
            </a:r>
          </a:p>
          <a:p>
            <a:pPr>
              <a:lnSpc>
                <a:spcPct val="107000"/>
              </a:lnSpc>
              <a:spcAft>
                <a:spcPts val="800"/>
              </a:spcAft>
            </a:pPr>
            <a:endParaRPr lang="pt-BR" b="1"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dirty="0">
                <a:latin typeface="Poppins" panose="00000500000000000000" pitchFamily="2" charset="0"/>
                <a:cs typeface="Poppins" panose="00000500000000000000" pitchFamily="2" charset="0"/>
              </a:rPr>
              <a:t>Analisando o código, o aluno deve responder às perguntas:</a:t>
            </a:r>
          </a:p>
          <a:p>
            <a:pPr>
              <a:lnSpc>
                <a:spcPct val="107000"/>
              </a:lnSpc>
              <a:spcAft>
                <a:spcPts val="800"/>
              </a:spcAft>
            </a:pPr>
            <a:endParaRPr lang="pt-BR" dirty="0">
              <a:latin typeface="Poppins" panose="00000500000000000000" pitchFamily="2" charset="0"/>
              <a:cs typeface="Poppins" panose="00000500000000000000" pitchFamily="2" charset="0"/>
            </a:endParaRPr>
          </a:p>
          <a:p>
            <a:pPr>
              <a:lnSpc>
                <a:spcPct val="107000"/>
              </a:lnSpc>
              <a:spcAft>
                <a:spcPts val="800"/>
              </a:spcAft>
            </a:pPr>
            <a:r>
              <a:rPr lang="pt-BR" b="1" dirty="0">
                <a:latin typeface="Poppins" panose="00000500000000000000" pitchFamily="2" charset="0"/>
                <a:cs typeface="Poppins" panose="00000500000000000000" pitchFamily="2" charset="0"/>
              </a:rPr>
              <a:t>1. Qual a finalidade do </a:t>
            </a:r>
            <a:r>
              <a:rPr lang="pt-BR" b="1" dirty="0" err="1">
                <a:latin typeface="Poppins" panose="00000500000000000000" pitchFamily="2" charset="0"/>
                <a:cs typeface="Poppins" panose="00000500000000000000" pitchFamily="2" charset="0"/>
              </a:rPr>
              <a:t>client_id</a:t>
            </a:r>
            <a:r>
              <a:rPr lang="pt-BR" b="1" dirty="0">
                <a:latin typeface="Poppins" panose="00000500000000000000" pitchFamily="2" charset="0"/>
                <a:cs typeface="Poppins" panose="00000500000000000000" pitchFamily="2" charset="0"/>
              </a:rPr>
              <a:t> na implementação do </a:t>
            </a:r>
            <a:r>
              <a:rPr lang="pt-BR" b="1" dirty="0" err="1">
                <a:latin typeface="Poppins" panose="00000500000000000000" pitchFamily="2" charset="0"/>
                <a:cs typeface="Poppins" panose="00000500000000000000" pitchFamily="2" charset="0"/>
              </a:rPr>
              <a:t>OAuth</a:t>
            </a:r>
            <a:r>
              <a:rPr lang="pt-BR" b="1" dirty="0">
                <a:latin typeface="Poppins" panose="00000500000000000000" pitchFamily="2" charset="0"/>
                <a:cs typeface="Poppins" panose="00000500000000000000" pitchFamily="2" charset="0"/>
              </a:rPr>
              <a:t> e onde ele é utilizado dentro do código da aplicação?</a:t>
            </a:r>
          </a:p>
          <a:p>
            <a:pPr>
              <a:lnSpc>
                <a:spcPct val="107000"/>
              </a:lnSpc>
              <a:spcAft>
                <a:spcPts val="800"/>
              </a:spcAft>
            </a:pPr>
            <a:r>
              <a:rPr lang="pt-BR" dirty="0">
                <a:latin typeface="Poppins" panose="00000500000000000000" pitchFamily="2" charset="0"/>
                <a:cs typeface="Poppins" panose="00000500000000000000" pitchFamily="2" charset="0"/>
              </a:rPr>
              <a:t>Resposta: o </a:t>
            </a:r>
            <a:r>
              <a:rPr lang="pt-BR" dirty="0" err="1">
                <a:latin typeface="Poppins" panose="00000500000000000000" pitchFamily="2" charset="0"/>
                <a:cs typeface="Poppins" panose="00000500000000000000" pitchFamily="2" charset="0"/>
              </a:rPr>
              <a:t>client_id</a:t>
            </a:r>
            <a:r>
              <a:rPr lang="pt-BR" dirty="0">
                <a:latin typeface="Poppins" panose="00000500000000000000" pitchFamily="2" charset="0"/>
                <a:cs typeface="Poppins" panose="00000500000000000000" pitchFamily="2" charset="0"/>
              </a:rPr>
              <a:t> identifica o projeto no Google e garante que somente essa aplicação específica possa solicitar autenticação de usuários. No código, ele é usado </a:t>
            </a:r>
          </a:p>
          <a:p>
            <a:pPr>
              <a:lnSpc>
                <a:spcPct val="107000"/>
              </a:lnSpc>
              <a:spcAft>
                <a:spcPts val="800"/>
              </a:spcAft>
            </a:pPr>
            <a:r>
              <a:rPr lang="pt-BR" dirty="0">
                <a:latin typeface="Poppins" panose="00000500000000000000" pitchFamily="2" charset="0"/>
                <a:cs typeface="Poppins" panose="00000500000000000000" pitchFamily="2" charset="0"/>
              </a:rPr>
              <a:t>na URL de redirecionamento para o Google </a:t>
            </a:r>
            <a:r>
              <a:rPr lang="pt-BR" dirty="0" err="1">
                <a:latin typeface="Poppins" panose="00000500000000000000" pitchFamily="2" charset="0"/>
                <a:cs typeface="Poppins" panose="00000500000000000000" pitchFamily="2" charset="0"/>
              </a:rPr>
              <a:t>OAuth</a:t>
            </a:r>
            <a:r>
              <a:rPr lang="pt-BR" dirty="0">
                <a:latin typeface="Poppins" panose="00000500000000000000" pitchFamily="2" charset="0"/>
                <a:cs typeface="Poppins" panose="00000500000000000000" pitchFamily="2" charset="0"/>
              </a:rPr>
              <a:t> e no </a:t>
            </a:r>
            <a:r>
              <a:rPr lang="pt-BR" dirty="0" err="1">
                <a:latin typeface="Poppins" panose="00000500000000000000" pitchFamily="2" charset="0"/>
                <a:cs typeface="Poppins" panose="00000500000000000000" pitchFamily="2" charset="0"/>
              </a:rPr>
              <a:t>back-end</a:t>
            </a:r>
            <a:r>
              <a:rPr lang="pt-BR" dirty="0">
                <a:latin typeface="Poppins" panose="00000500000000000000" pitchFamily="2" charset="0"/>
                <a:cs typeface="Poppins" panose="00000500000000000000" pitchFamily="2" charset="0"/>
              </a:rPr>
              <a:t> para verificar a autenticidade do token do Google.</a:t>
            </a:r>
          </a:p>
          <a:p>
            <a:pPr>
              <a:lnSpc>
                <a:spcPct val="107000"/>
              </a:lnSpc>
              <a:spcAft>
                <a:spcPts val="800"/>
              </a:spcAft>
            </a:pPr>
            <a:endParaRPr lang="pt-BR" dirty="0">
              <a:latin typeface="Poppins" panose="00000500000000000000" pitchFamily="2" charset="0"/>
              <a:cs typeface="Poppins" panose="00000500000000000000" pitchFamily="2" charset="0"/>
            </a:endParaRPr>
          </a:p>
          <a:p>
            <a:pPr>
              <a:lnSpc>
                <a:spcPct val="107000"/>
              </a:lnSpc>
              <a:spcAft>
                <a:spcPts val="800"/>
              </a:spcAft>
            </a:pPr>
            <a:r>
              <a:rPr lang="pt-BR" b="1" dirty="0">
                <a:latin typeface="Poppins" panose="00000500000000000000" pitchFamily="2" charset="0"/>
                <a:cs typeface="Poppins" panose="00000500000000000000" pitchFamily="2" charset="0"/>
              </a:rPr>
              <a:t>2. Expliquem como a função </a:t>
            </a:r>
            <a:r>
              <a:rPr lang="pt-BR" b="1" dirty="0" err="1">
                <a:latin typeface="Poppins" panose="00000500000000000000" pitchFamily="2" charset="0"/>
                <a:cs typeface="Poppins" panose="00000500000000000000" pitchFamily="2" charset="0"/>
              </a:rPr>
              <a:t>handleGoogleLogin</a:t>
            </a:r>
            <a:r>
              <a:rPr lang="pt-BR" b="1" dirty="0">
                <a:latin typeface="Poppins" panose="00000500000000000000" pitchFamily="2" charset="0"/>
                <a:cs typeface="Poppins" panose="00000500000000000000" pitchFamily="2" charset="0"/>
              </a:rPr>
              <a:t> funciona para redirecionar o usuário para o login do Google. Qual URL é gerada para a autenticação?</a:t>
            </a:r>
          </a:p>
          <a:p>
            <a:pPr>
              <a:lnSpc>
                <a:spcPct val="107000"/>
              </a:lnSpc>
              <a:spcAft>
                <a:spcPts val="800"/>
              </a:spcAft>
            </a:pPr>
            <a:r>
              <a:rPr lang="pt-BR" dirty="0">
                <a:latin typeface="Poppins" panose="00000500000000000000" pitchFamily="2" charset="0"/>
                <a:cs typeface="Poppins" panose="00000500000000000000" pitchFamily="2" charset="0"/>
              </a:rPr>
              <a:t>Resposta: a função </a:t>
            </a:r>
            <a:r>
              <a:rPr lang="pt-BR" dirty="0" err="1">
                <a:latin typeface="Poppins" panose="00000500000000000000" pitchFamily="2" charset="0"/>
                <a:cs typeface="Poppins" panose="00000500000000000000" pitchFamily="2" charset="0"/>
              </a:rPr>
              <a:t>handleGoogleLogin</a:t>
            </a:r>
            <a:r>
              <a:rPr lang="pt-BR" dirty="0">
                <a:latin typeface="Poppins" panose="00000500000000000000" pitchFamily="2" charset="0"/>
                <a:cs typeface="Poppins" panose="00000500000000000000" pitchFamily="2" charset="0"/>
              </a:rPr>
              <a:t> cria uma URL que inclui o </a:t>
            </a:r>
            <a:r>
              <a:rPr lang="pt-BR" dirty="0" err="1">
                <a:latin typeface="Poppins" panose="00000500000000000000" pitchFamily="2" charset="0"/>
                <a:cs typeface="Poppins" panose="00000500000000000000" pitchFamily="2" charset="0"/>
              </a:rPr>
              <a:t>client_id</a:t>
            </a:r>
            <a:r>
              <a:rPr lang="pt-BR" dirty="0">
                <a:latin typeface="Poppins" panose="00000500000000000000" pitchFamily="2" charset="0"/>
                <a:cs typeface="Poppins" panose="00000500000000000000" pitchFamily="2" charset="0"/>
              </a:rPr>
              <a:t>, o </a:t>
            </a:r>
            <a:r>
              <a:rPr lang="pt-BR" dirty="0" err="1">
                <a:latin typeface="Poppins" panose="00000500000000000000" pitchFamily="2" charset="0"/>
                <a:cs typeface="Poppins" panose="00000500000000000000" pitchFamily="2" charset="0"/>
              </a:rPr>
              <a:t>redirectUri</a:t>
            </a:r>
            <a:r>
              <a:rPr lang="pt-BR" dirty="0">
                <a:latin typeface="Poppins" panose="00000500000000000000" pitchFamily="2" charset="0"/>
                <a:cs typeface="Poppins" panose="00000500000000000000" pitchFamily="2" charset="0"/>
              </a:rPr>
              <a:t> e os parâmetros </a:t>
            </a:r>
            <a:r>
              <a:rPr lang="pt-BR" dirty="0" err="1">
                <a:latin typeface="Poppins" panose="00000500000000000000" pitchFamily="2" charset="0"/>
                <a:cs typeface="Poppins" panose="00000500000000000000" pitchFamily="2" charset="0"/>
              </a:rPr>
              <a:t>response_type</a:t>
            </a:r>
            <a:r>
              <a:rPr lang="pt-BR" dirty="0">
                <a:latin typeface="Poppins" panose="00000500000000000000" pitchFamily="2" charset="0"/>
                <a:cs typeface="Poppins" panose="00000500000000000000" pitchFamily="2" charset="0"/>
              </a:rPr>
              <a:t>=token e </a:t>
            </a:r>
            <a:r>
              <a:rPr lang="pt-BR" dirty="0" err="1">
                <a:latin typeface="Poppins" panose="00000500000000000000" pitchFamily="2" charset="0"/>
                <a:cs typeface="Poppins" panose="00000500000000000000" pitchFamily="2" charset="0"/>
              </a:rPr>
              <a:t>scope</a:t>
            </a:r>
            <a:r>
              <a:rPr lang="pt-BR" dirty="0">
                <a:latin typeface="Poppins" panose="00000500000000000000" pitchFamily="2" charset="0"/>
                <a:cs typeface="Poppins" panose="00000500000000000000" pitchFamily="2" charset="0"/>
              </a:rPr>
              <a:t>=profile </a:t>
            </a:r>
            <a:r>
              <a:rPr lang="pt-BR" dirty="0" err="1">
                <a:latin typeface="Poppins" panose="00000500000000000000" pitchFamily="2" charset="0"/>
                <a:cs typeface="Poppins" panose="00000500000000000000" pitchFamily="2" charset="0"/>
              </a:rPr>
              <a:t>email</a:t>
            </a:r>
            <a:r>
              <a:rPr lang="pt-BR" dirty="0">
                <a:latin typeface="Poppins" panose="00000500000000000000" pitchFamily="2" charset="0"/>
                <a:cs typeface="Poppins" panose="00000500000000000000" pitchFamily="2" charset="0"/>
              </a:rPr>
              <a:t>. Isso redireciona </a:t>
            </a:r>
          </a:p>
          <a:p>
            <a:pPr>
              <a:lnSpc>
                <a:spcPct val="107000"/>
              </a:lnSpc>
              <a:spcAft>
                <a:spcPts val="800"/>
              </a:spcAft>
            </a:pPr>
            <a:r>
              <a:rPr lang="pt-BR" dirty="0">
                <a:latin typeface="Poppins" panose="00000500000000000000" pitchFamily="2" charset="0"/>
                <a:cs typeface="Poppins" panose="00000500000000000000" pitchFamily="2" charset="0"/>
              </a:rPr>
              <a:t>o usuário para a página de login do Google, onde ele pode se autenticar. A URL é construída para solicitar acesso ao perfil e e-mail do usuário.</a:t>
            </a:r>
          </a:p>
          <a:p>
            <a:pPr>
              <a:lnSpc>
                <a:spcPct val="107000"/>
              </a:lnSpc>
              <a:spcAft>
                <a:spcPts val="800"/>
              </a:spcAft>
            </a:pPr>
            <a:endParaRPr lang="pt-BR" b="1" dirty="0">
              <a:latin typeface="Poppins" panose="00000500000000000000" pitchFamily="2" charset="0"/>
              <a:cs typeface="Poppins" panose="00000500000000000000" pitchFamily="2" charset="0"/>
            </a:endParaRPr>
          </a:p>
          <a:p>
            <a:pPr>
              <a:lnSpc>
                <a:spcPct val="107000"/>
              </a:lnSpc>
              <a:spcAft>
                <a:spcPts val="800"/>
              </a:spcAft>
            </a:pPr>
            <a:endParaRPr lang="pt-BR" dirty="0">
              <a:latin typeface="Poppins" panose="00000500000000000000" pitchFamily="2" charset="0"/>
              <a:cs typeface="Poppins" panose="00000500000000000000" pitchFamily="2" charset="0"/>
            </a:endParaRPr>
          </a:p>
        </p:txBody>
      </p:sp>
      <p:pic>
        <p:nvPicPr>
          <p:cNvPr id="6" name="Imagem 5">
            <a:extLst>
              <a:ext uri="{FF2B5EF4-FFF2-40B4-BE49-F238E27FC236}">
                <a16:creationId xmlns:a16="http://schemas.microsoft.com/office/drawing/2014/main" id="{CFB4E8BE-BD55-3009-F8B5-A2AEF0F340EE}"/>
              </a:ext>
            </a:extLst>
          </p:cNvPr>
          <p:cNvPicPr>
            <a:picLocks noChangeAspect="1"/>
          </p:cNvPicPr>
          <p:nvPr/>
        </p:nvPicPr>
        <p:blipFill>
          <a:blip r:embed="rId5"/>
          <a:stretch>
            <a:fillRect/>
          </a:stretch>
        </p:blipFill>
        <p:spPr>
          <a:xfrm>
            <a:off x="11555820" y="9332570"/>
            <a:ext cx="2616200" cy="609600"/>
          </a:xfrm>
          <a:prstGeom prst="rect">
            <a:avLst/>
          </a:prstGeom>
        </p:spPr>
      </p:pic>
      <p:grpSp>
        <p:nvGrpSpPr>
          <p:cNvPr id="9" name="Gráfico 85">
            <a:extLst>
              <a:ext uri="{FF2B5EF4-FFF2-40B4-BE49-F238E27FC236}">
                <a16:creationId xmlns:a16="http://schemas.microsoft.com/office/drawing/2014/main" id="{240B36CE-47CC-C02E-2003-0A1F51798769}"/>
              </a:ext>
            </a:extLst>
          </p:cNvPr>
          <p:cNvGrpSpPr/>
          <p:nvPr/>
        </p:nvGrpSpPr>
        <p:grpSpPr>
          <a:xfrm>
            <a:off x="11906258" y="9458940"/>
            <a:ext cx="1758662" cy="298605"/>
            <a:chOff x="2316209" y="1866988"/>
            <a:chExt cx="1758662" cy="298605"/>
          </a:xfrm>
          <a:solidFill>
            <a:srgbClr val="FFFFFF"/>
          </a:solidFill>
        </p:grpSpPr>
        <p:sp>
          <p:nvSpPr>
            <p:cNvPr id="10" name="Forma Livre 150">
              <a:extLst>
                <a:ext uri="{FF2B5EF4-FFF2-40B4-BE49-F238E27FC236}">
                  <a16:creationId xmlns:a16="http://schemas.microsoft.com/office/drawing/2014/main" id="{AB3390B0-A6FF-D47D-F697-995608B21893}"/>
                </a:ext>
              </a:extLst>
            </p:cNvPr>
            <p:cNvSpPr/>
            <p:nvPr/>
          </p:nvSpPr>
          <p:spPr>
            <a:xfrm>
              <a:off x="2316209" y="1900613"/>
              <a:ext cx="256393" cy="263805"/>
            </a:xfrm>
            <a:custGeom>
              <a:avLst/>
              <a:gdLst>
                <a:gd name="connsiteX0" fmla="*/ 16815 w 256393"/>
                <a:gd name="connsiteY0" fmla="*/ 63645 h 263805"/>
                <a:gd name="connsiteX1" fmla="*/ 63695 w 256393"/>
                <a:gd name="connsiteY1" fmla="*/ 16771 h 263805"/>
                <a:gd name="connsiteX2" fmla="*/ 131891 w 256393"/>
                <a:gd name="connsiteY2" fmla="*/ 0 h 263805"/>
                <a:gd name="connsiteX3" fmla="*/ 211892 w 256393"/>
                <a:gd name="connsiteY3" fmla="*/ 24318 h 263805"/>
                <a:gd name="connsiteX4" fmla="*/ 256394 w 256393"/>
                <a:gd name="connsiteY4" fmla="*/ 90730 h 263805"/>
                <a:gd name="connsiteX5" fmla="*/ 186159 w 256393"/>
                <a:gd name="connsiteY5" fmla="*/ 90730 h 263805"/>
                <a:gd name="connsiteX6" fmla="*/ 163909 w 256393"/>
                <a:gd name="connsiteY6" fmla="*/ 65993 h 263805"/>
                <a:gd name="connsiteX7" fmla="*/ 131212 w 256393"/>
                <a:gd name="connsiteY7" fmla="*/ 57524 h 263805"/>
                <a:gd name="connsiteX8" fmla="*/ 83398 w 256393"/>
                <a:gd name="connsiteY8" fmla="*/ 77817 h 263805"/>
                <a:gd name="connsiteX9" fmla="*/ 65054 w 256393"/>
                <a:gd name="connsiteY9" fmla="*/ 132071 h 263805"/>
                <a:gd name="connsiteX10" fmla="*/ 83398 w 256393"/>
                <a:gd name="connsiteY10" fmla="*/ 186324 h 263805"/>
                <a:gd name="connsiteX11" fmla="*/ 131212 w 256393"/>
                <a:gd name="connsiteY11" fmla="*/ 206617 h 263805"/>
                <a:gd name="connsiteX12" fmla="*/ 163909 w 256393"/>
                <a:gd name="connsiteY12" fmla="*/ 198148 h 263805"/>
                <a:gd name="connsiteX13" fmla="*/ 186159 w 256393"/>
                <a:gd name="connsiteY13" fmla="*/ 173411 h 263805"/>
                <a:gd name="connsiteX14" fmla="*/ 256394 w 256393"/>
                <a:gd name="connsiteY14" fmla="*/ 173411 h 263805"/>
                <a:gd name="connsiteX15" fmla="*/ 211892 w 256393"/>
                <a:gd name="connsiteY15" fmla="*/ 239656 h 263805"/>
                <a:gd name="connsiteX16" fmla="*/ 131891 w 256393"/>
                <a:gd name="connsiteY16" fmla="*/ 263806 h 263805"/>
                <a:gd name="connsiteX17" fmla="*/ 63695 w 256393"/>
                <a:gd name="connsiteY17" fmla="*/ 247035 h 263805"/>
                <a:gd name="connsiteX18" fmla="*/ 16815 w 256393"/>
                <a:gd name="connsiteY18" fmla="*/ 200328 h 263805"/>
                <a:gd name="connsiteX19" fmla="*/ 0 w 256393"/>
                <a:gd name="connsiteY19" fmla="*/ 132071 h 263805"/>
                <a:gd name="connsiteX20" fmla="*/ 16815 w 256393"/>
                <a:gd name="connsiteY20" fmla="*/ 63645 h 263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6393" h="263805">
                  <a:moveTo>
                    <a:pt x="16815" y="63645"/>
                  </a:moveTo>
                  <a:cubicBezTo>
                    <a:pt x="28026" y="43604"/>
                    <a:pt x="43652" y="28007"/>
                    <a:pt x="63695" y="16771"/>
                  </a:cubicBezTo>
                  <a:cubicBezTo>
                    <a:pt x="83738" y="5618"/>
                    <a:pt x="106498" y="0"/>
                    <a:pt x="131891" y="0"/>
                  </a:cubicBezTo>
                  <a:cubicBezTo>
                    <a:pt x="163059" y="0"/>
                    <a:pt x="189726" y="8134"/>
                    <a:pt x="211892" y="24318"/>
                  </a:cubicBezTo>
                  <a:cubicBezTo>
                    <a:pt x="234058" y="40586"/>
                    <a:pt x="248920" y="62723"/>
                    <a:pt x="256394" y="90730"/>
                  </a:cubicBezTo>
                  <a:lnTo>
                    <a:pt x="186159" y="90730"/>
                  </a:lnTo>
                  <a:cubicBezTo>
                    <a:pt x="180894" y="79913"/>
                    <a:pt x="173505" y="71696"/>
                    <a:pt x="163909" y="65993"/>
                  </a:cubicBezTo>
                  <a:cubicBezTo>
                    <a:pt x="154312" y="60375"/>
                    <a:pt x="143441" y="57524"/>
                    <a:pt x="131212" y="57524"/>
                  </a:cubicBezTo>
                  <a:cubicBezTo>
                    <a:pt x="111509" y="57524"/>
                    <a:pt x="95543" y="64316"/>
                    <a:pt x="83398" y="77817"/>
                  </a:cubicBezTo>
                  <a:cubicBezTo>
                    <a:pt x="71169" y="91317"/>
                    <a:pt x="65054" y="109430"/>
                    <a:pt x="65054" y="132071"/>
                  </a:cubicBezTo>
                  <a:cubicBezTo>
                    <a:pt x="65054" y="154711"/>
                    <a:pt x="71169" y="172824"/>
                    <a:pt x="83398" y="186324"/>
                  </a:cubicBezTo>
                  <a:cubicBezTo>
                    <a:pt x="95627" y="199825"/>
                    <a:pt x="111509" y="206617"/>
                    <a:pt x="131212" y="206617"/>
                  </a:cubicBezTo>
                  <a:cubicBezTo>
                    <a:pt x="143441" y="206617"/>
                    <a:pt x="154312" y="203766"/>
                    <a:pt x="163909" y="198148"/>
                  </a:cubicBezTo>
                  <a:cubicBezTo>
                    <a:pt x="173505" y="192530"/>
                    <a:pt x="180894" y="184228"/>
                    <a:pt x="186159" y="173411"/>
                  </a:cubicBezTo>
                  <a:lnTo>
                    <a:pt x="256394" y="173411"/>
                  </a:lnTo>
                  <a:cubicBezTo>
                    <a:pt x="248920" y="201418"/>
                    <a:pt x="234058" y="223556"/>
                    <a:pt x="211892" y="239656"/>
                  </a:cubicBezTo>
                  <a:cubicBezTo>
                    <a:pt x="189726" y="255756"/>
                    <a:pt x="163059" y="263806"/>
                    <a:pt x="131891" y="263806"/>
                  </a:cubicBezTo>
                  <a:cubicBezTo>
                    <a:pt x="106498" y="263806"/>
                    <a:pt x="83738" y="258188"/>
                    <a:pt x="63695" y="247035"/>
                  </a:cubicBezTo>
                  <a:cubicBezTo>
                    <a:pt x="43652" y="235882"/>
                    <a:pt x="28026" y="220285"/>
                    <a:pt x="16815" y="200328"/>
                  </a:cubicBezTo>
                  <a:cubicBezTo>
                    <a:pt x="5605" y="180371"/>
                    <a:pt x="0" y="157646"/>
                    <a:pt x="0" y="132071"/>
                  </a:cubicBezTo>
                  <a:cubicBezTo>
                    <a:pt x="0" y="106495"/>
                    <a:pt x="5605" y="83687"/>
                    <a:pt x="16815" y="63645"/>
                  </a:cubicBezTo>
                  <a:close/>
                </a:path>
              </a:pathLst>
            </a:custGeom>
            <a:solidFill>
              <a:srgbClr val="FFFFFF"/>
            </a:solidFill>
            <a:ln w="0" cap="flat">
              <a:noFill/>
              <a:prstDash val="solid"/>
              <a:miter/>
            </a:ln>
          </p:spPr>
          <p:txBody>
            <a:bodyPr rtlCol="0" anchor="ctr"/>
            <a:lstStyle/>
            <a:p>
              <a:endParaRPr lang="pt-BR"/>
            </a:p>
          </p:txBody>
        </p:sp>
        <p:sp>
          <p:nvSpPr>
            <p:cNvPr id="11" name="Forma Livre 151">
              <a:extLst>
                <a:ext uri="{FF2B5EF4-FFF2-40B4-BE49-F238E27FC236}">
                  <a16:creationId xmlns:a16="http://schemas.microsoft.com/office/drawing/2014/main" id="{EDA15442-0664-2230-2144-16B9E787264C}"/>
                </a:ext>
              </a:extLst>
            </p:cNvPr>
            <p:cNvSpPr/>
            <p:nvPr/>
          </p:nvSpPr>
          <p:spPr>
            <a:xfrm>
              <a:off x="2599100" y="1953777"/>
              <a:ext cx="216733" cy="211816"/>
            </a:xfrm>
            <a:custGeom>
              <a:avLst/>
              <a:gdLst>
                <a:gd name="connsiteX0" fmla="*/ 52485 w 216733"/>
                <a:gd name="connsiteY0" fmla="*/ 198903 h 211816"/>
                <a:gd name="connsiteX1" fmla="*/ 14013 w 216733"/>
                <a:gd name="connsiteY1" fmla="*/ 162007 h 211816"/>
                <a:gd name="connsiteX2" fmla="*/ 0 w 216733"/>
                <a:gd name="connsiteY2" fmla="*/ 105908 h 211816"/>
                <a:gd name="connsiteX3" fmla="*/ 14183 w 216733"/>
                <a:gd name="connsiteY3" fmla="*/ 49977 h 211816"/>
                <a:gd name="connsiteX4" fmla="*/ 53079 w 216733"/>
                <a:gd name="connsiteY4" fmla="*/ 12914 h 211816"/>
                <a:gd name="connsiteX5" fmla="*/ 108367 w 216733"/>
                <a:gd name="connsiteY5" fmla="*/ 0 h 211816"/>
                <a:gd name="connsiteX6" fmla="*/ 163654 w 216733"/>
                <a:gd name="connsiteY6" fmla="*/ 12914 h 211816"/>
                <a:gd name="connsiteX7" fmla="*/ 202550 w 216733"/>
                <a:gd name="connsiteY7" fmla="*/ 49977 h 211816"/>
                <a:gd name="connsiteX8" fmla="*/ 216733 w 216733"/>
                <a:gd name="connsiteY8" fmla="*/ 105908 h 211816"/>
                <a:gd name="connsiteX9" fmla="*/ 202380 w 216733"/>
                <a:gd name="connsiteY9" fmla="*/ 161839 h 211816"/>
                <a:gd name="connsiteX10" fmla="*/ 163144 w 216733"/>
                <a:gd name="connsiteY10" fmla="*/ 198903 h 211816"/>
                <a:gd name="connsiteX11" fmla="*/ 107687 w 216733"/>
                <a:gd name="connsiteY11" fmla="*/ 211816 h 211816"/>
                <a:gd name="connsiteX12" fmla="*/ 52570 w 216733"/>
                <a:gd name="connsiteY12" fmla="*/ 198903 h 211816"/>
                <a:gd name="connsiteX13" fmla="*/ 138855 w 216733"/>
                <a:gd name="connsiteY13" fmla="*/ 143894 h 211816"/>
                <a:gd name="connsiteX14" fmla="*/ 151764 w 216733"/>
                <a:gd name="connsiteY14" fmla="*/ 105908 h 211816"/>
                <a:gd name="connsiteX15" fmla="*/ 139280 w 216733"/>
                <a:gd name="connsiteY15" fmla="*/ 67922 h 211816"/>
                <a:gd name="connsiteX16" fmla="*/ 108451 w 216733"/>
                <a:gd name="connsiteY16" fmla="*/ 54673 h 211816"/>
                <a:gd name="connsiteX17" fmla="*/ 77453 w 216733"/>
                <a:gd name="connsiteY17" fmla="*/ 67754 h 211816"/>
                <a:gd name="connsiteX18" fmla="*/ 65139 w 216733"/>
                <a:gd name="connsiteY18" fmla="*/ 105908 h 211816"/>
                <a:gd name="connsiteX19" fmla="*/ 77283 w 216733"/>
                <a:gd name="connsiteY19" fmla="*/ 143894 h 211816"/>
                <a:gd name="connsiteX20" fmla="*/ 107772 w 216733"/>
                <a:gd name="connsiteY20" fmla="*/ 157143 h 211816"/>
                <a:gd name="connsiteX21" fmla="*/ 138940 w 216733"/>
                <a:gd name="connsiteY21" fmla="*/ 143894 h 211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6733" h="211816">
                  <a:moveTo>
                    <a:pt x="52485" y="198903"/>
                  </a:moveTo>
                  <a:cubicBezTo>
                    <a:pt x="36179" y="190266"/>
                    <a:pt x="23355" y="178023"/>
                    <a:pt x="14013" y="162007"/>
                  </a:cubicBezTo>
                  <a:cubicBezTo>
                    <a:pt x="4671" y="145991"/>
                    <a:pt x="0" y="127291"/>
                    <a:pt x="0" y="105908"/>
                  </a:cubicBezTo>
                  <a:cubicBezTo>
                    <a:pt x="0" y="84525"/>
                    <a:pt x="4756" y="66077"/>
                    <a:pt x="14183" y="49977"/>
                  </a:cubicBezTo>
                  <a:cubicBezTo>
                    <a:pt x="23610" y="33877"/>
                    <a:pt x="36603" y="21467"/>
                    <a:pt x="53079" y="12914"/>
                  </a:cubicBezTo>
                  <a:cubicBezTo>
                    <a:pt x="69555" y="4277"/>
                    <a:pt x="87984" y="0"/>
                    <a:pt x="108367" y="0"/>
                  </a:cubicBezTo>
                  <a:cubicBezTo>
                    <a:pt x="128749" y="0"/>
                    <a:pt x="147263" y="4277"/>
                    <a:pt x="163654" y="12914"/>
                  </a:cubicBezTo>
                  <a:cubicBezTo>
                    <a:pt x="180130" y="21551"/>
                    <a:pt x="193038" y="33877"/>
                    <a:pt x="202550" y="49977"/>
                  </a:cubicBezTo>
                  <a:cubicBezTo>
                    <a:pt x="211977" y="66077"/>
                    <a:pt x="216733" y="84693"/>
                    <a:pt x="216733" y="105908"/>
                  </a:cubicBezTo>
                  <a:cubicBezTo>
                    <a:pt x="216733" y="127123"/>
                    <a:pt x="211892" y="145739"/>
                    <a:pt x="202380" y="161839"/>
                  </a:cubicBezTo>
                  <a:cubicBezTo>
                    <a:pt x="192784" y="177939"/>
                    <a:pt x="179705" y="190349"/>
                    <a:pt x="163144" y="198903"/>
                  </a:cubicBezTo>
                  <a:cubicBezTo>
                    <a:pt x="146584" y="207540"/>
                    <a:pt x="128069" y="211816"/>
                    <a:pt x="107687" y="211816"/>
                  </a:cubicBezTo>
                  <a:cubicBezTo>
                    <a:pt x="87305" y="211816"/>
                    <a:pt x="68876" y="207540"/>
                    <a:pt x="52570" y="198903"/>
                  </a:cubicBezTo>
                  <a:close/>
                  <a:moveTo>
                    <a:pt x="138855" y="143894"/>
                  </a:moveTo>
                  <a:cubicBezTo>
                    <a:pt x="147433" y="135006"/>
                    <a:pt x="151764" y="122344"/>
                    <a:pt x="151764" y="105908"/>
                  </a:cubicBezTo>
                  <a:cubicBezTo>
                    <a:pt x="151764" y="89473"/>
                    <a:pt x="147603" y="76727"/>
                    <a:pt x="139280" y="67922"/>
                  </a:cubicBezTo>
                  <a:cubicBezTo>
                    <a:pt x="130957" y="59033"/>
                    <a:pt x="120681" y="54673"/>
                    <a:pt x="108451" y="54673"/>
                  </a:cubicBezTo>
                  <a:cubicBezTo>
                    <a:pt x="96222" y="54673"/>
                    <a:pt x="85691" y="59033"/>
                    <a:pt x="77453" y="67754"/>
                  </a:cubicBezTo>
                  <a:cubicBezTo>
                    <a:pt x="69215" y="76475"/>
                    <a:pt x="65139" y="89221"/>
                    <a:pt x="65139" y="105908"/>
                  </a:cubicBezTo>
                  <a:cubicBezTo>
                    <a:pt x="65139" y="122595"/>
                    <a:pt x="69215" y="135089"/>
                    <a:pt x="77283" y="143894"/>
                  </a:cubicBezTo>
                  <a:cubicBezTo>
                    <a:pt x="85351" y="152783"/>
                    <a:pt x="95543" y="157143"/>
                    <a:pt x="107772" y="157143"/>
                  </a:cubicBezTo>
                  <a:cubicBezTo>
                    <a:pt x="120001" y="157143"/>
                    <a:pt x="130362" y="152699"/>
                    <a:pt x="138940" y="143894"/>
                  </a:cubicBezTo>
                  <a:close/>
                </a:path>
              </a:pathLst>
            </a:custGeom>
            <a:solidFill>
              <a:srgbClr val="FFFFFF"/>
            </a:solidFill>
            <a:ln w="0" cap="flat">
              <a:noFill/>
              <a:prstDash val="solid"/>
              <a:miter/>
            </a:ln>
          </p:spPr>
          <p:txBody>
            <a:bodyPr rtlCol="0" anchor="ctr"/>
            <a:lstStyle/>
            <a:p>
              <a:endParaRPr lang="pt-BR"/>
            </a:p>
          </p:txBody>
        </p:sp>
        <p:sp>
          <p:nvSpPr>
            <p:cNvPr id="12" name="Forma Livre 152">
              <a:extLst>
                <a:ext uri="{FF2B5EF4-FFF2-40B4-BE49-F238E27FC236}">
                  <a16:creationId xmlns:a16="http://schemas.microsoft.com/office/drawing/2014/main" id="{66167351-1F47-BEBF-FA87-DB4A33CC087C}"/>
                </a:ext>
              </a:extLst>
            </p:cNvPr>
            <p:cNvSpPr/>
            <p:nvPr/>
          </p:nvSpPr>
          <p:spPr>
            <a:xfrm>
              <a:off x="2849888"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7"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a:p>
          </p:txBody>
        </p:sp>
        <p:sp>
          <p:nvSpPr>
            <p:cNvPr id="17" name="Forma Livre 153">
              <a:extLst>
                <a:ext uri="{FF2B5EF4-FFF2-40B4-BE49-F238E27FC236}">
                  <a16:creationId xmlns:a16="http://schemas.microsoft.com/office/drawing/2014/main" id="{4C682CBE-12DF-A181-FFA0-512417AFEC8B}"/>
                </a:ext>
              </a:extLst>
            </p:cNvPr>
            <p:cNvSpPr/>
            <p:nvPr/>
          </p:nvSpPr>
          <p:spPr>
            <a:xfrm>
              <a:off x="3086409" y="1906483"/>
              <a:ext cx="131551" cy="256175"/>
            </a:xfrm>
            <a:custGeom>
              <a:avLst/>
              <a:gdLst>
                <a:gd name="connsiteX0" fmla="*/ 131551 w 131551"/>
                <a:gd name="connsiteY0" fmla="*/ 202676 h 256175"/>
                <a:gd name="connsiteX1" fmla="*/ 131551 w 131551"/>
                <a:gd name="connsiteY1" fmla="*/ 256175 h 256175"/>
                <a:gd name="connsiteX2" fmla="*/ 99024 w 131551"/>
                <a:gd name="connsiteY2" fmla="*/ 256175 h 256175"/>
                <a:gd name="connsiteX3" fmla="*/ 44841 w 131551"/>
                <a:gd name="connsiteY3" fmla="*/ 239404 h 256175"/>
                <a:gd name="connsiteX4" fmla="*/ 25393 w 131551"/>
                <a:gd name="connsiteY4" fmla="*/ 184564 h 256175"/>
                <a:gd name="connsiteX5" fmla="*/ 25393 w 131551"/>
                <a:gd name="connsiteY5" fmla="*/ 102638 h 256175"/>
                <a:gd name="connsiteX6" fmla="*/ 0 w 131551"/>
                <a:gd name="connsiteY6" fmla="*/ 102638 h 256175"/>
                <a:gd name="connsiteX7" fmla="*/ 0 w 131551"/>
                <a:gd name="connsiteY7" fmla="*/ 50229 h 256175"/>
                <a:gd name="connsiteX8" fmla="*/ 25393 w 131551"/>
                <a:gd name="connsiteY8" fmla="*/ 50229 h 256175"/>
                <a:gd name="connsiteX9" fmla="*/ 25393 w 131551"/>
                <a:gd name="connsiteY9" fmla="*/ 0 h 256175"/>
                <a:gd name="connsiteX10" fmla="*/ 89343 w 131551"/>
                <a:gd name="connsiteY10" fmla="*/ 0 h 256175"/>
                <a:gd name="connsiteX11" fmla="*/ 89343 w 131551"/>
                <a:gd name="connsiteY11" fmla="*/ 50229 h 256175"/>
                <a:gd name="connsiteX12" fmla="*/ 131212 w 131551"/>
                <a:gd name="connsiteY12" fmla="*/ 50229 h 256175"/>
                <a:gd name="connsiteX13" fmla="*/ 131212 w 131551"/>
                <a:gd name="connsiteY13" fmla="*/ 102638 h 256175"/>
                <a:gd name="connsiteX14" fmla="*/ 89343 w 131551"/>
                <a:gd name="connsiteY14" fmla="*/ 102638 h 256175"/>
                <a:gd name="connsiteX15" fmla="*/ 89343 w 131551"/>
                <a:gd name="connsiteY15" fmla="*/ 185318 h 256175"/>
                <a:gd name="connsiteX16" fmla="*/ 93844 w 131551"/>
                <a:gd name="connsiteY16" fmla="*/ 198567 h 256175"/>
                <a:gd name="connsiteX17" fmla="*/ 108791 w 131551"/>
                <a:gd name="connsiteY17" fmla="*/ 202592 h 256175"/>
                <a:gd name="connsiteX18" fmla="*/ 131551 w 131551"/>
                <a:gd name="connsiteY18" fmla="*/ 202592 h 25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551" h="256175">
                  <a:moveTo>
                    <a:pt x="131551" y="202676"/>
                  </a:moveTo>
                  <a:lnTo>
                    <a:pt x="131551" y="256175"/>
                  </a:lnTo>
                  <a:lnTo>
                    <a:pt x="99024" y="256175"/>
                  </a:lnTo>
                  <a:cubicBezTo>
                    <a:pt x="75839" y="256175"/>
                    <a:pt x="57750" y="250557"/>
                    <a:pt x="44841" y="239404"/>
                  </a:cubicBezTo>
                  <a:cubicBezTo>
                    <a:pt x="31932" y="228252"/>
                    <a:pt x="25393" y="209971"/>
                    <a:pt x="25393" y="184564"/>
                  </a:cubicBezTo>
                  <a:lnTo>
                    <a:pt x="25393" y="102638"/>
                  </a:lnTo>
                  <a:lnTo>
                    <a:pt x="0" y="102638"/>
                  </a:lnTo>
                  <a:lnTo>
                    <a:pt x="0" y="50229"/>
                  </a:lnTo>
                  <a:lnTo>
                    <a:pt x="25393" y="50229"/>
                  </a:lnTo>
                  <a:lnTo>
                    <a:pt x="25393" y="0"/>
                  </a:lnTo>
                  <a:lnTo>
                    <a:pt x="89343" y="0"/>
                  </a:lnTo>
                  <a:lnTo>
                    <a:pt x="89343" y="50229"/>
                  </a:lnTo>
                  <a:lnTo>
                    <a:pt x="131212" y="50229"/>
                  </a:lnTo>
                  <a:lnTo>
                    <a:pt x="131212" y="102638"/>
                  </a:lnTo>
                  <a:lnTo>
                    <a:pt x="89343" y="102638"/>
                  </a:lnTo>
                  <a:lnTo>
                    <a:pt x="89343" y="185318"/>
                  </a:lnTo>
                  <a:cubicBezTo>
                    <a:pt x="89343" y="191440"/>
                    <a:pt x="90872" y="195884"/>
                    <a:pt x="93844" y="198567"/>
                  </a:cubicBezTo>
                  <a:cubicBezTo>
                    <a:pt x="96816" y="201251"/>
                    <a:pt x="101827" y="202592"/>
                    <a:pt x="108791" y="202592"/>
                  </a:cubicBezTo>
                  <a:lnTo>
                    <a:pt x="131551" y="202592"/>
                  </a:lnTo>
                  <a:close/>
                </a:path>
              </a:pathLst>
            </a:custGeom>
            <a:solidFill>
              <a:srgbClr val="FFFFFF"/>
            </a:solidFill>
            <a:ln w="0" cap="flat">
              <a:noFill/>
              <a:prstDash val="solid"/>
              <a:miter/>
            </a:ln>
          </p:spPr>
          <p:txBody>
            <a:bodyPr rtlCol="0" anchor="ctr"/>
            <a:lstStyle/>
            <a:p>
              <a:endParaRPr lang="pt-BR"/>
            </a:p>
          </p:txBody>
        </p:sp>
        <p:sp>
          <p:nvSpPr>
            <p:cNvPr id="18" name="Forma Livre 154">
              <a:extLst>
                <a:ext uri="{FF2B5EF4-FFF2-40B4-BE49-F238E27FC236}">
                  <a16:creationId xmlns:a16="http://schemas.microsoft.com/office/drawing/2014/main" id="{DF030BD7-390E-A31D-D7FF-56134E0F51A6}"/>
                </a:ext>
              </a:extLst>
            </p:cNvPr>
            <p:cNvSpPr/>
            <p:nvPr/>
          </p:nvSpPr>
          <p:spPr>
            <a:xfrm>
              <a:off x="3247515" y="1866988"/>
              <a:ext cx="75754" cy="295586"/>
            </a:xfrm>
            <a:custGeom>
              <a:avLst/>
              <a:gdLst>
                <a:gd name="connsiteX0" fmla="*/ 10616 w 75754"/>
                <a:gd name="connsiteY0" fmla="*/ 58530 h 295586"/>
                <a:gd name="connsiteX1" fmla="*/ 0 w 75754"/>
                <a:gd name="connsiteY1" fmla="*/ 34380 h 295586"/>
                <a:gd name="connsiteX2" fmla="*/ 10616 w 75754"/>
                <a:gd name="connsiteY2" fmla="*/ 9811 h 295586"/>
                <a:gd name="connsiteX3" fmla="*/ 38047 w 75754"/>
                <a:gd name="connsiteY3" fmla="*/ 0 h 295586"/>
                <a:gd name="connsiteX4" fmla="*/ 65139 w 75754"/>
                <a:gd name="connsiteY4" fmla="*/ 9811 h 295586"/>
                <a:gd name="connsiteX5" fmla="*/ 75755 w 75754"/>
                <a:gd name="connsiteY5" fmla="*/ 34380 h 295586"/>
                <a:gd name="connsiteX6" fmla="*/ 65139 w 75754"/>
                <a:gd name="connsiteY6" fmla="*/ 58530 h 295586"/>
                <a:gd name="connsiteX7" fmla="*/ 38047 w 75754"/>
                <a:gd name="connsiteY7" fmla="*/ 68341 h 295586"/>
                <a:gd name="connsiteX8" fmla="*/ 10616 w 75754"/>
                <a:gd name="connsiteY8" fmla="*/ 58530 h 295586"/>
                <a:gd name="connsiteX9" fmla="*/ 69895 w 75754"/>
                <a:gd name="connsiteY9" fmla="*/ 89724 h 295586"/>
                <a:gd name="connsiteX10" fmla="*/ 69895 w 75754"/>
                <a:gd name="connsiteY10" fmla="*/ 295587 h 295586"/>
                <a:gd name="connsiteX11" fmla="*/ 5945 w 75754"/>
                <a:gd name="connsiteY11" fmla="*/ 295587 h 295586"/>
                <a:gd name="connsiteX12" fmla="*/ 5945 w 75754"/>
                <a:gd name="connsiteY12" fmla="*/ 89724 h 295586"/>
                <a:gd name="connsiteX13" fmla="*/ 69895 w 75754"/>
                <a:gd name="connsiteY13" fmla="*/ 89724 h 295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754" h="295586">
                  <a:moveTo>
                    <a:pt x="10616" y="58530"/>
                  </a:moveTo>
                  <a:cubicBezTo>
                    <a:pt x="3482" y="51990"/>
                    <a:pt x="0" y="43940"/>
                    <a:pt x="0" y="34380"/>
                  </a:cubicBezTo>
                  <a:cubicBezTo>
                    <a:pt x="0" y="24821"/>
                    <a:pt x="3567" y="16352"/>
                    <a:pt x="10616" y="9811"/>
                  </a:cubicBezTo>
                  <a:cubicBezTo>
                    <a:pt x="17665" y="3270"/>
                    <a:pt x="26837" y="0"/>
                    <a:pt x="38047" y="0"/>
                  </a:cubicBezTo>
                  <a:cubicBezTo>
                    <a:pt x="49257" y="0"/>
                    <a:pt x="58005" y="3270"/>
                    <a:pt x="65139" y="9811"/>
                  </a:cubicBezTo>
                  <a:cubicBezTo>
                    <a:pt x="72273" y="16352"/>
                    <a:pt x="75755" y="24485"/>
                    <a:pt x="75755" y="34380"/>
                  </a:cubicBezTo>
                  <a:cubicBezTo>
                    <a:pt x="75755" y="44275"/>
                    <a:pt x="72188" y="52074"/>
                    <a:pt x="65139" y="58530"/>
                  </a:cubicBezTo>
                  <a:cubicBezTo>
                    <a:pt x="58090" y="64987"/>
                    <a:pt x="49003" y="68341"/>
                    <a:pt x="38047" y="68341"/>
                  </a:cubicBezTo>
                  <a:cubicBezTo>
                    <a:pt x="27092" y="68341"/>
                    <a:pt x="17665" y="65071"/>
                    <a:pt x="10616" y="58530"/>
                  </a:cubicBezTo>
                  <a:close/>
                  <a:moveTo>
                    <a:pt x="69895" y="89724"/>
                  </a:moveTo>
                  <a:lnTo>
                    <a:pt x="69895" y="295587"/>
                  </a:lnTo>
                  <a:lnTo>
                    <a:pt x="5945" y="295587"/>
                  </a:lnTo>
                  <a:lnTo>
                    <a:pt x="5945" y="89724"/>
                  </a:lnTo>
                  <a:lnTo>
                    <a:pt x="69895" y="89724"/>
                  </a:lnTo>
                  <a:close/>
                </a:path>
              </a:pathLst>
            </a:custGeom>
            <a:solidFill>
              <a:srgbClr val="FFFFFF"/>
            </a:solidFill>
            <a:ln w="0" cap="flat">
              <a:noFill/>
              <a:prstDash val="solid"/>
              <a:miter/>
            </a:ln>
          </p:spPr>
          <p:txBody>
            <a:bodyPr rtlCol="0" anchor="ctr"/>
            <a:lstStyle/>
            <a:p>
              <a:endParaRPr lang="pt-BR"/>
            </a:p>
          </p:txBody>
        </p:sp>
        <p:sp>
          <p:nvSpPr>
            <p:cNvPr id="19" name="Forma Livre 155">
              <a:extLst>
                <a:ext uri="{FF2B5EF4-FFF2-40B4-BE49-F238E27FC236}">
                  <a16:creationId xmlns:a16="http://schemas.microsoft.com/office/drawing/2014/main" id="{6DDEC0A8-D4D3-FF10-A0C3-08080ED1718C}"/>
                </a:ext>
              </a:extLst>
            </p:cNvPr>
            <p:cNvSpPr/>
            <p:nvPr/>
          </p:nvSpPr>
          <p:spPr>
            <a:xfrm>
              <a:off x="3363695"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6"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a:p>
          </p:txBody>
        </p:sp>
        <p:sp>
          <p:nvSpPr>
            <p:cNvPr id="23" name="Forma Livre 156">
              <a:extLst>
                <a:ext uri="{FF2B5EF4-FFF2-40B4-BE49-F238E27FC236}">
                  <a16:creationId xmlns:a16="http://schemas.microsoft.com/office/drawing/2014/main" id="{A43808DB-35E8-47B7-70AC-2C61689B4328}"/>
                </a:ext>
              </a:extLst>
            </p:cNvPr>
            <p:cNvSpPr/>
            <p:nvPr/>
          </p:nvSpPr>
          <p:spPr>
            <a:xfrm>
              <a:off x="3613804" y="1956712"/>
              <a:ext cx="207900" cy="208126"/>
            </a:xfrm>
            <a:custGeom>
              <a:avLst/>
              <a:gdLst>
                <a:gd name="connsiteX0" fmla="*/ 207731 w 207900"/>
                <a:gd name="connsiteY0" fmla="*/ 0 h 208126"/>
                <a:gd name="connsiteX1" fmla="*/ 207731 w 207900"/>
                <a:gd name="connsiteY1" fmla="*/ 205863 h 208126"/>
                <a:gd name="connsiteX2" fmla="*/ 143781 w 207900"/>
                <a:gd name="connsiteY2" fmla="*/ 205863 h 208126"/>
                <a:gd name="connsiteX3" fmla="*/ 143781 w 207900"/>
                <a:gd name="connsiteY3" fmla="*/ 177855 h 208126"/>
                <a:gd name="connsiteX4" fmla="*/ 117454 w 207900"/>
                <a:gd name="connsiteY4" fmla="*/ 199825 h 208126"/>
                <a:gd name="connsiteX5" fmla="*/ 80680 w 207900"/>
                <a:gd name="connsiteY5" fmla="*/ 208127 h 208126"/>
                <a:gd name="connsiteX6" fmla="*/ 38472 w 207900"/>
                <a:gd name="connsiteY6" fmla="*/ 197645 h 208126"/>
                <a:gd name="connsiteX7" fmla="*/ 10106 w 207900"/>
                <a:gd name="connsiteY7" fmla="*/ 167206 h 208126"/>
                <a:gd name="connsiteX8" fmla="*/ 0 w 207900"/>
                <a:gd name="connsiteY8" fmla="*/ 120331 h 208126"/>
                <a:gd name="connsiteX9" fmla="*/ 0 w 207900"/>
                <a:gd name="connsiteY9" fmla="*/ 0 h 208126"/>
                <a:gd name="connsiteX10" fmla="*/ 63525 w 207900"/>
                <a:gd name="connsiteY10" fmla="*/ 0 h 208126"/>
                <a:gd name="connsiteX11" fmla="*/ 63525 w 207900"/>
                <a:gd name="connsiteY11" fmla="*/ 111778 h 208126"/>
                <a:gd name="connsiteX12" fmla="*/ 74396 w 207900"/>
                <a:gd name="connsiteY12" fmla="*/ 143894 h 208126"/>
                <a:gd name="connsiteX13" fmla="*/ 103526 w 207900"/>
                <a:gd name="connsiteY13" fmla="*/ 155298 h 208126"/>
                <a:gd name="connsiteX14" fmla="*/ 133080 w 207900"/>
                <a:gd name="connsiteY14" fmla="*/ 143894 h 208126"/>
                <a:gd name="connsiteX15" fmla="*/ 143951 w 207900"/>
                <a:gd name="connsiteY15" fmla="*/ 111778 h 208126"/>
                <a:gd name="connsiteX16" fmla="*/ 143951 w 207900"/>
                <a:gd name="connsiteY16" fmla="*/ 0 h 208126"/>
                <a:gd name="connsiteX17" fmla="*/ 207901 w 207900"/>
                <a:gd name="connsiteY17" fmla="*/ 0 h 208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7900" h="208126">
                  <a:moveTo>
                    <a:pt x="207731" y="0"/>
                  </a:moveTo>
                  <a:lnTo>
                    <a:pt x="207731" y="205863"/>
                  </a:lnTo>
                  <a:lnTo>
                    <a:pt x="143781" y="205863"/>
                  </a:lnTo>
                  <a:lnTo>
                    <a:pt x="143781" y="177855"/>
                  </a:lnTo>
                  <a:cubicBezTo>
                    <a:pt x="137326" y="186995"/>
                    <a:pt x="128494" y="194291"/>
                    <a:pt x="117454" y="199825"/>
                  </a:cubicBezTo>
                  <a:cubicBezTo>
                    <a:pt x="106328" y="205359"/>
                    <a:pt x="94099" y="208127"/>
                    <a:pt x="80680" y="208127"/>
                  </a:cubicBezTo>
                  <a:cubicBezTo>
                    <a:pt x="64714" y="208127"/>
                    <a:pt x="50616" y="204605"/>
                    <a:pt x="38472" y="197645"/>
                  </a:cubicBezTo>
                  <a:cubicBezTo>
                    <a:pt x="26242" y="190601"/>
                    <a:pt x="16816" y="180455"/>
                    <a:pt x="10106" y="167206"/>
                  </a:cubicBezTo>
                  <a:cubicBezTo>
                    <a:pt x="3397" y="153957"/>
                    <a:pt x="0" y="138276"/>
                    <a:pt x="0" y="120331"/>
                  </a:cubicBezTo>
                  <a:lnTo>
                    <a:pt x="0" y="0"/>
                  </a:lnTo>
                  <a:lnTo>
                    <a:pt x="63525" y="0"/>
                  </a:lnTo>
                  <a:lnTo>
                    <a:pt x="63525" y="111778"/>
                  </a:lnTo>
                  <a:cubicBezTo>
                    <a:pt x="63525" y="125530"/>
                    <a:pt x="67092" y="136263"/>
                    <a:pt x="74396" y="143894"/>
                  </a:cubicBezTo>
                  <a:cubicBezTo>
                    <a:pt x="81615" y="151525"/>
                    <a:pt x="91381" y="155298"/>
                    <a:pt x="103526" y="155298"/>
                  </a:cubicBezTo>
                  <a:cubicBezTo>
                    <a:pt x="115670" y="155298"/>
                    <a:pt x="125776" y="151441"/>
                    <a:pt x="133080" y="143894"/>
                  </a:cubicBezTo>
                  <a:cubicBezTo>
                    <a:pt x="140299" y="136263"/>
                    <a:pt x="143951" y="125530"/>
                    <a:pt x="143951" y="111778"/>
                  </a:cubicBezTo>
                  <a:lnTo>
                    <a:pt x="143951" y="0"/>
                  </a:lnTo>
                  <a:lnTo>
                    <a:pt x="207901" y="0"/>
                  </a:lnTo>
                  <a:close/>
                </a:path>
              </a:pathLst>
            </a:custGeom>
            <a:solidFill>
              <a:srgbClr val="FFFFFF"/>
            </a:solidFill>
            <a:ln w="0" cap="flat">
              <a:noFill/>
              <a:prstDash val="solid"/>
              <a:miter/>
            </a:ln>
          </p:spPr>
          <p:txBody>
            <a:bodyPr rtlCol="0" anchor="ctr"/>
            <a:lstStyle/>
            <a:p>
              <a:endParaRPr lang="pt-BR"/>
            </a:p>
          </p:txBody>
        </p:sp>
        <p:sp>
          <p:nvSpPr>
            <p:cNvPr id="25" name="Forma Livre 157">
              <a:extLst>
                <a:ext uri="{FF2B5EF4-FFF2-40B4-BE49-F238E27FC236}">
                  <a16:creationId xmlns:a16="http://schemas.microsoft.com/office/drawing/2014/main" id="{B711F20A-0892-40D1-F3B9-F8539B4B2BF4}"/>
                </a:ext>
              </a:extLst>
            </p:cNvPr>
            <p:cNvSpPr/>
            <p:nvPr/>
          </p:nvSpPr>
          <p:spPr>
            <a:xfrm>
              <a:off x="3854826" y="1953777"/>
              <a:ext cx="220045" cy="211732"/>
            </a:xfrm>
            <a:custGeom>
              <a:avLst/>
              <a:gdLst>
                <a:gd name="connsiteX0" fmla="*/ 12144 w 220045"/>
                <a:gd name="connsiteY0" fmla="*/ 49810 h 211732"/>
                <a:gd name="connsiteX1" fmla="*/ 45181 w 220045"/>
                <a:gd name="connsiteY1" fmla="*/ 12914 h 211732"/>
                <a:gd name="connsiteX2" fmla="*/ 91891 w 220045"/>
                <a:gd name="connsiteY2" fmla="*/ 0 h 211732"/>
                <a:gd name="connsiteX3" fmla="*/ 130532 w 220045"/>
                <a:gd name="connsiteY3" fmla="*/ 8889 h 211732"/>
                <a:gd name="connsiteX4" fmla="*/ 156180 w 220045"/>
                <a:gd name="connsiteY4" fmla="*/ 32116 h 211732"/>
                <a:gd name="connsiteX5" fmla="*/ 156180 w 220045"/>
                <a:gd name="connsiteY5" fmla="*/ 2935 h 211732"/>
                <a:gd name="connsiteX6" fmla="*/ 220045 w 220045"/>
                <a:gd name="connsiteY6" fmla="*/ 2935 h 211732"/>
                <a:gd name="connsiteX7" fmla="*/ 220045 w 220045"/>
                <a:gd name="connsiteY7" fmla="*/ 208797 h 211732"/>
                <a:gd name="connsiteX8" fmla="*/ 156180 w 220045"/>
                <a:gd name="connsiteY8" fmla="*/ 208797 h 211732"/>
                <a:gd name="connsiteX9" fmla="*/ 156180 w 220045"/>
                <a:gd name="connsiteY9" fmla="*/ 179616 h 211732"/>
                <a:gd name="connsiteX10" fmla="*/ 130193 w 220045"/>
                <a:gd name="connsiteY10" fmla="*/ 202844 h 211732"/>
                <a:gd name="connsiteX11" fmla="*/ 91551 w 220045"/>
                <a:gd name="connsiteY11" fmla="*/ 211732 h 211732"/>
                <a:gd name="connsiteX12" fmla="*/ 45181 w 220045"/>
                <a:gd name="connsiteY12" fmla="*/ 198651 h 211732"/>
                <a:gd name="connsiteX13" fmla="*/ 12144 w 220045"/>
                <a:gd name="connsiteY13" fmla="*/ 161420 h 211732"/>
                <a:gd name="connsiteX14" fmla="*/ 0 w 220045"/>
                <a:gd name="connsiteY14" fmla="*/ 105489 h 211732"/>
                <a:gd name="connsiteX15" fmla="*/ 12144 w 220045"/>
                <a:gd name="connsiteY15" fmla="*/ 49726 h 211732"/>
                <a:gd name="connsiteX16" fmla="*/ 142932 w 220045"/>
                <a:gd name="connsiteY16" fmla="*/ 68593 h 211732"/>
                <a:gd name="connsiteX17" fmla="*/ 110575 w 220045"/>
                <a:gd name="connsiteY17" fmla="*/ 54925 h 211732"/>
                <a:gd name="connsiteX18" fmla="*/ 78218 w 220045"/>
                <a:gd name="connsiteY18" fmla="*/ 68425 h 211732"/>
                <a:gd name="connsiteX19" fmla="*/ 64969 w 220045"/>
                <a:gd name="connsiteY19" fmla="*/ 105489 h 211732"/>
                <a:gd name="connsiteX20" fmla="*/ 78218 w 220045"/>
                <a:gd name="connsiteY20" fmla="*/ 142972 h 211732"/>
                <a:gd name="connsiteX21" fmla="*/ 110575 w 220045"/>
                <a:gd name="connsiteY21" fmla="*/ 156808 h 211732"/>
                <a:gd name="connsiteX22" fmla="*/ 142932 w 220045"/>
                <a:gd name="connsiteY22" fmla="*/ 143139 h 211732"/>
                <a:gd name="connsiteX23" fmla="*/ 156180 w 220045"/>
                <a:gd name="connsiteY23" fmla="*/ 105908 h 211732"/>
                <a:gd name="connsiteX24" fmla="*/ 142932 w 220045"/>
                <a:gd name="connsiteY24" fmla="*/ 68677 h 211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0045" h="211732">
                  <a:moveTo>
                    <a:pt x="12144" y="49810"/>
                  </a:moveTo>
                  <a:cubicBezTo>
                    <a:pt x="20213" y="33793"/>
                    <a:pt x="31253" y="21551"/>
                    <a:pt x="45181" y="12914"/>
                  </a:cubicBezTo>
                  <a:cubicBezTo>
                    <a:pt x="59109" y="4277"/>
                    <a:pt x="74736" y="0"/>
                    <a:pt x="91891" y="0"/>
                  </a:cubicBezTo>
                  <a:cubicBezTo>
                    <a:pt x="106583" y="0"/>
                    <a:pt x="119492" y="2935"/>
                    <a:pt x="130532" y="8889"/>
                  </a:cubicBezTo>
                  <a:cubicBezTo>
                    <a:pt x="141658" y="14758"/>
                    <a:pt x="150150" y="22557"/>
                    <a:pt x="156180" y="32116"/>
                  </a:cubicBezTo>
                  <a:lnTo>
                    <a:pt x="156180" y="2935"/>
                  </a:lnTo>
                  <a:lnTo>
                    <a:pt x="220045" y="2935"/>
                  </a:lnTo>
                  <a:lnTo>
                    <a:pt x="220045" y="208797"/>
                  </a:lnTo>
                  <a:lnTo>
                    <a:pt x="156180" y="208797"/>
                  </a:lnTo>
                  <a:lnTo>
                    <a:pt x="156180" y="179616"/>
                  </a:lnTo>
                  <a:cubicBezTo>
                    <a:pt x="149981" y="189175"/>
                    <a:pt x="141318" y="196974"/>
                    <a:pt x="130193" y="202844"/>
                  </a:cubicBezTo>
                  <a:cubicBezTo>
                    <a:pt x="119067" y="208714"/>
                    <a:pt x="106243" y="211732"/>
                    <a:pt x="91551" y="211732"/>
                  </a:cubicBezTo>
                  <a:cubicBezTo>
                    <a:pt x="74566" y="211732"/>
                    <a:pt x="59194" y="207372"/>
                    <a:pt x="45181" y="198651"/>
                  </a:cubicBezTo>
                  <a:cubicBezTo>
                    <a:pt x="31168" y="189930"/>
                    <a:pt x="20213" y="177520"/>
                    <a:pt x="12144" y="161420"/>
                  </a:cubicBezTo>
                  <a:cubicBezTo>
                    <a:pt x="4076" y="145320"/>
                    <a:pt x="0" y="126704"/>
                    <a:pt x="0" y="105489"/>
                  </a:cubicBezTo>
                  <a:cubicBezTo>
                    <a:pt x="0" y="84274"/>
                    <a:pt x="4076" y="65742"/>
                    <a:pt x="12144" y="49726"/>
                  </a:cubicBezTo>
                  <a:close/>
                  <a:moveTo>
                    <a:pt x="142932" y="68593"/>
                  </a:moveTo>
                  <a:cubicBezTo>
                    <a:pt x="134099" y="59537"/>
                    <a:pt x="123314" y="54925"/>
                    <a:pt x="110575" y="54925"/>
                  </a:cubicBezTo>
                  <a:cubicBezTo>
                    <a:pt x="97836" y="54925"/>
                    <a:pt x="87050" y="59453"/>
                    <a:pt x="78218" y="68425"/>
                  </a:cubicBezTo>
                  <a:cubicBezTo>
                    <a:pt x="69385" y="77398"/>
                    <a:pt x="64969" y="89808"/>
                    <a:pt x="64969" y="105489"/>
                  </a:cubicBezTo>
                  <a:cubicBezTo>
                    <a:pt x="64969" y="121170"/>
                    <a:pt x="69385" y="133748"/>
                    <a:pt x="78218" y="142972"/>
                  </a:cubicBezTo>
                  <a:cubicBezTo>
                    <a:pt x="87050" y="152196"/>
                    <a:pt x="97836" y="156808"/>
                    <a:pt x="110575" y="156808"/>
                  </a:cubicBezTo>
                  <a:cubicBezTo>
                    <a:pt x="123314" y="156808"/>
                    <a:pt x="134014" y="152280"/>
                    <a:pt x="142932" y="143139"/>
                  </a:cubicBezTo>
                  <a:cubicBezTo>
                    <a:pt x="151764" y="134083"/>
                    <a:pt x="156180" y="121589"/>
                    <a:pt x="156180" y="105908"/>
                  </a:cubicBezTo>
                  <a:cubicBezTo>
                    <a:pt x="156180" y="90227"/>
                    <a:pt x="151764" y="77733"/>
                    <a:pt x="142932" y="68677"/>
                  </a:cubicBezTo>
                  <a:close/>
                </a:path>
              </a:pathLst>
            </a:custGeom>
            <a:solidFill>
              <a:srgbClr val="FFFFFF"/>
            </a:solidFill>
            <a:ln w="0" cap="flat">
              <a:noFill/>
              <a:prstDash val="solid"/>
              <a:miter/>
            </a:ln>
          </p:spPr>
          <p:txBody>
            <a:bodyPr rtlCol="0" anchor="ctr"/>
            <a:lstStyle/>
            <a:p>
              <a:endParaRPr lang="pt-BR"/>
            </a:p>
          </p:txBody>
        </p:sp>
      </p:grpSp>
    </p:spTree>
    <p:extLst>
      <p:ext uri="{BB962C8B-B14F-4D97-AF65-F5344CB8AC3E}">
        <p14:creationId xmlns:p14="http://schemas.microsoft.com/office/powerpoint/2010/main" val="100091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68D663B-44E4-ED2C-8C37-891D7A64D48A}"/>
            </a:ext>
          </a:extLst>
        </p:cNvPr>
        <p:cNvGrpSpPr/>
        <p:nvPr/>
      </p:nvGrpSpPr>
      <p:grpSpPr>
        <a:xfrm>
          <a:off x="0" y="0"/>
          <a:ext cx="0" cy="0"/>
          <a:chOff x="0" y="0"/>
          <a:chExt cx="0" cy="0"/>
        </a:xfrm>
      </p:grpSpPr>
      <p:cxnSp>
        <p:nvCxnSpPr>
          <p:cNvPr id="7" name="Conector Reto 6">
            <a:extLst>
              <a:ext uri="{FF2B5EF4-FFF2-40B4-BE49-F238E27FC236}">
                <a16:creationId xmlns:a16="http://schemas.microsoft.com/office/drawing/2014/main" id="{AB02D4A9-99CE-5F28-44D0-BD80BA821278}"/>
              </a:ext>
            </a:extLst>
          </p:cNvPr>
          <p:cNvCxnSpPr>
            <a:cxnSpLocks/>
          </p:cNvCxnSpPr>
          <p:nvPr/>
        </p:nvCxnSpPr>
        <p:spPr>
          <a:xfrm flipV="1">
            <a:off x="868312" y="1660940"/>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5" name="Retângulo 4">
            <a:extLst>
              <a:ext uri="{FF2B5EF4-FFF2-40B4-BE49-F238E27FC236}">
                <a16:creationId xmlns:a16="http://schemas.microsoft.com/office/drawing/2014/main" id="{51CE3A51-A0F0-4D00-61BE-12ED0EC81848}"/>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CaixaDeTexto 3">
            <a:extLst>
              <a:ext uri="{FF2B5EF4-FFF2-40B4-BE49-F238E27FC236}">
                <a16:creationId xmlns:a16="http://schemas.microsoft.com/office/drawing/2014/main" id="{472D1FBF-DCD6-C98F-B40D-25E6CA91506D}"/>
              </a:ext>
            </a:extLst>
          </p:cNvPr>
          <p:cNvSpPr txBox="1"/>
          <p:nvPr/>
        </p:nvSpPr>
        <p:spPr>
          <a:xfrm>
            <a:off x="1478280" y="2146575"/>
            <a:ext cx="15377160" cy="3970318"/>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Tx/>
              <a:defRPr/>
            </a:pPr>
            <a:r>
              <a:rPr lang="pt-BR" b="1" dirty="0">
                <a:latin typeface="Poppins" panose="00000500000000000000" pitchFamily="2" charset="0"/>
                <a:cs typeface="Poppins" panose="00000500000000000000" pitchFamily="2" charset="0"/>
              </a:rPr>
              <a:t>3. Descrevam o que ocorre na função </a:t>
            </a:r>
            <a:r>
              <a:rPr lang="pt-BR" b="1" dirty="0" err="1">
                <a:latin typeface="Poppins" panose="00000500000000000000" pitchFamily="2" charset="0"/>
                <a:cs typeface="Poppins" panose="00000500000000000000" pitchFamily="2" charset="0"/>
              </a:rPr>
              <a:t>handleTokenExchange</a:t>
            </a:r>
            <a:r>
              <a:rPr lang="pt-BR" b="1" dirty="0">
                <a:latin typeface="Poppins" panose="00000500000000000000" pitchFamily="2" charset="0"/>
                <a:cs typeface="Poppins" panose="00000500000000000000" pitchFamily="2" charset="0"/>
              </a:rPr>
              <a:t>. Como o token do Google é enviado para o </a:t>
            </a:r>
            <a:r>
              <a:rPr lang="pt-BR" b="1" dirty="0" err="1">
                <a:latin typeface="Poppins" panose="00000500000000000000" pitchFamily="2" charset="0"/>
                <a:cs typeface="Poppins" panose="00000500000000000000" pitchFamily="2" charset="0"/>
              </a:rPr>
              <a:t>back-end</a:t>
            </a:r>
            <a:r>
              <a:rPr lang="pt-BR" b="1" dirty="0">
                <a:latin typeface="Poppins" panose="00000500000000000000" pitchFamily="2" charset="0"/>
                <a:cs typeface="Poppins" panose="00000500000000000000" pitchFamily="2" charset="0"/>
              </a:rPr>
              <a:t>, e o que o </a:t>
            </a:r>
            <a:r>
              <a:rPr lang="pt-BR" b="1" dirty="0" err="1">
                <a:latin typeface="Poppins" panose="00000500000000000000" pitchFamily="2" charset="0"/>
                <a:cs typeface="Poppins" panose="00000500000000000000" pitchFamily="2" charset="0"/>
              </a:rPr>
              <a:t>back-end</a:t>
            </a:r>
            <a:r>
              <a:rPr lang="pt-BR" b="1" dirty="0">
                <a:latin typeface="Poppins" panose="00000500000000000000" pitchFamily="2" charset="0"/>
                <a:cs typeface="Poppins" panose="00000500000000000000" pitchFamily="2" charset="0"/>
              </a:rPr>
              <a:t> retorna?</a:t>
            </a:r>
          </a:p>
          <a:p>
            <a:pPr>
              <a:buClrTx/>
              <a:defRPr/>
            </a:pPr>
            <a:endParaRPr lang="pt-BR" b="1" dirty="0">
              <a:latin typeface="Poppins" panose="00000500000000000000" pitchFamily="2" charset="0"/>
              <a:cs typeface="Poppins" panose="00000500000000000000" pitchFamily="2" charset="0"/>
            </a:endParaRPr>
          </a:p>
          <a:p>
            <a:pPr>
              <a:buClrTx/>
              <a:defRPr/>
            </a:pPr>
            <a:r>
              <a:rPr lang="pt-BR" dirty="0">
                <a:latin typeface="Poppins" panose="00000500000000000000" pitchFamily="2" charset="0"/>
                <a:cs typeface="Poppins" panose="00000500000000000000" pitchFamily="2" charset="0"/>
              </a:rPr>
              <a:t>Resposta: em </a:t>
            </a:r>
            <a:r>
              <a:rPr lang="pt-BR" dirty="0" err="1">
                <a:latin typeface="Poppins" panose="00000500000000000000" pitchFamily="2" charset="0"/>
                <a:cs typeface="Poppins" panose="00000500000000000000" pitchFamily="2" charset="0"/>
              </a:rPr>
              <a:t>handleTokenExchange</a:t>
            </a:r>
            <a:r>
              <a:rPr lang="pt-BR" dirty="0">
                <a:latin typeface="Poppins" panose="00000500000000000000" pitchFamily="2" charset="0"/>
                <a:cs typeface="Poppins" panose="00000500000000000000" pitchFamily="2" charset="0"/>
              </a:rPr>
              <a:t>, o token gerado pelo Google é enviado ao </a:t>
            </a:r>
            <a:r>
              <a:rPr lang="pt-BR" dirty="0" err="1">
                <a:latin typeface="Poppins" panose="00000500000000000000" pitchFamily="2" charset="0"/>
                <a:cs typeface="Poppins" panose="00000500000000000000" pitchFamily="2" charset="0"/>
              </a:rPr>
              <a:t>back-end</a:t>
            </a:r>
            <a:r>
              <a:rPr lang="pt-BR" dirty="0">
                <a:latin typeface="Poppins" panose="00000500000000000000" pitchFamily="2" charset="0"/>
                <a:cs typeface="Poppins" panose="00000500000000000000" pitchFamily="2" charset="0"/>
              </a:rPr>
              <a:t> via uma requisição POST. O </a:t>
            </a:r>
            <a:r>
              <a:rPr lang="pt-BR" dirty="0" err="1">
                <a:latin typeface="Poppins" panose="00000500000000000000" pitchFamily="2" charset="0"/>
                <a:cs typeface="Poppins" panose="00000500000000000000" pitchFamily="2" charset="0"/>
              </a:rPr>
              <a:t>back-end</a:t>
            </a:r>
            <a:r>
              <a:rPr lang="pt-BR" dirty="0">
                <a:latin typeface="Poppins" panose="00000500000000000000" pitchFamily="2" charset="0"/>
                <a:cs typeface="Poppins" panose="00000500000000000000" pitchFamily="2" charset="0"/>
              </a:rPr>
              <a:t> verifica a validade do token com o </a:t>
            </a:r>
          </a:p>
          <a:p>
            <a:pPr>
              <a:buClrTx/>
              <a:defRPr/>
            </a:pPr>
            <a:r>
              <a:rPr lang="pt-BR" dirty="0">
                <a:latin typeface="Poppins" panose="00000500000000000000" pitchFamily="2" charset="0"/>
                <a:cs typeface="Poppins" panose="00000500000000000000" pitchFamily="2" charset="0"/>
              </a:rPr>
              <a:t>Google, e, se válido, gera um JWT personalizado, que é enviado de volta ao front-end.</a:t>
            </a:r>
          </a:p>
          <a:p>
            <a:pPr>
              <a:buClrTx/>
              <a:defRPr/>
            </a:pPr>
            <a:endParaRPr lang="pt-BR" dirty="0">
              <a:latin typeface="Poppins" panose="00000500000000000000" pitchFamily="2" charset="0"/>
              <a:cs typeface="Poppins" panose="00000500000000000000" pitchFamily="2" charset="0"/>
            </a:endParaRPr>
          </a:p>
          <a:p>
            <a:pPr>
              <a:buClrTx/>
              <a:defRPr/>
            </a:pPr>
            <a:r>
              <a:rPr lang="pt-BR" b="1" dirty="0">
                <a:latin typeface="Poppins" panose="00000500000000000000" pitchFamily="2" charset="0"/>
                <a:cs typeface="Poppins" panose="00000500000000000000" pitchFamily="2" charset="0"/>
              </a:rPr>
              <a:t>4. Qual é o propósito do JWT gerado pelo </a:t>
            </a:r>
            <a:r>
              <a:rPr lang="pt-BR" b="1" dirty="0" err="1">
                <a:latin typeface="Poppins" panose="00000500000000000000" pitchFamily="2" charset="0"/>
                <a:cs typeface="Poppins" panose="00000500000000000000" pitchFamily="2" charset="0"/>
              </a:rPr>
              <a:t>back-end</a:t>
            </a:r>
            <a:r>
              <a:rPr lang="pt-BR" b="1" dirty="0">
                <a:latin typeface="Poppins" panose="00000500000000000000" pitchFamily="2" charset="0"/>
                <a:cs typeface="Poppins" panose="00000500000000000000" pitchFamily="2" charset="0"/>
              </a:rPr>
              <a:t> após a validação do token do Google? Como ele é armazenado e utilizado no front-</a:t>
            </a:r>
            <a:r>
              <a:rPr lang="pt-BR" b="1" dirty="0" err="1">
                <a:latin typeface="Poppins" panose="00000500000000000000" pitchFamily="2" charset="0"/>
                <a:cs typeface="Poppins" panose="00000500000000000000" pitchFamily="2" charset="0"/>
              </a:rPr>
              <a:t>end</a:t>
            </a:r>
            <a:r>
              <a:rPr lang="pt-BR" b="1" dirty="0">
                <a:latin typeface="Poppins" panose="00000500000000000000" pitchFamily="2" charset="0"/>
                <a:cs typeface="Poppins" panose="00000500000000000000" pitchFamily="2" charset="0"/>
              </a:rPr>
              <a:t>?</a:t>
            </a:r>
          </a:p>
          <a:p>
            <a:pPr>
              <a:buClrTx/>
              <a:defRPr/>
            </a:pPr>
            <a:endParaRPr lang="pt-BR" b="1" dirty="0">
              <a:latin typeface="Poppins" panose="00000500000000000000" pitchFamily="2" charset="0"/>
              <a:cs typeface="Poppins" panose="00000500000000000000" pitchFamily="2" charset="0"/>
            </a:endParaRPr>
          </a:p>
          <a:p>
            <a:pPr>
              <a:buClrTx/>
              <a:defRPr/>
            </a:pPr>
            <a:r>
              <a:rPr lang="pt-BR" dirty="0">
                <a:latin typeface="Poppins" panose="00000500000000000000" pitchFamily="2" charset="0"/>
                <a:cs typeface="Poppins" panose="00000500000000000000" pitchFamily="2" charset="0"/>
              </a:rPr>
              <a:t>Resposta: o JWT gerado pelo </a:t>
            </a:r>
            <a:r>
              <a:rPr lang="pt-BR" dirty="0" err="1">
                <a:latin typeface="Poppins" panose="00000500000000000000" pitchFamily="2" charset="0"/>
                <a:cs typeface="Poppins" panose="00000500000000000000" pitchFamily="2" charset="0"/>
              </a:rPr>
              <a:t>back-end</a:t>
            </a:r>
            <a:r>
              <a:rPr lang="pt-BR" dirty="0">
                <a:latin typeface="Poppins" panose="00000500000000000000" pitchFamily="2" charset="0"/>
                <a:cs typeface="Poppins" panose="00000500000000000000" pitchFamily="2" charset="0"/>
              </a:rPr>
              <a:t> representa a identidade autenticada do usuário. Ele é armazenado no </a:t>
            </a:r>
            <a:r>
              <a:rPr lang="pt-BR" dirty="0" err="1">
                <a:latin typeface="Poppins" panose="00000500000000000000" pitchFamily="2" charset="0"/>
                <a:cs typeface="Poppins" panose="00000500000000000000" pitchFamily="2" charset="0"/>
              </a:rPr>
              <a:t>localStorage</a:t>
            </a:r>
            <a:r>
              <a:rPr lang="pt-BR" dirty="0">
                <a:latin typeface="Poppins" panose="00000500000000000000" pitchFamily="2" charset="0"/>
                <a:cs typeface="Poppins" panose="00000500000000000000" pitchFamily="2" charset="0"/>
              </a:rPr>
              <a:t> e usado para manter a sessão do usuário na aplicação, permitindo verificar a autenticidade do usuário sem a necessidade de múltiplas autenticações.</a:t>
            </a:r>
          </a:p>
          <a:p>
            <a:pPr>
              <a:buClrTx/>
              <a:defRPr/>
            </a:pPr>
            <a:endParaRPr lang="pt-BR" dirty="0">
              <a:latin typeface="Poppins" panose="00000500000000000000" pitchFamily="2" charset="0"/>
              <a:cs typeface="Poppins" panose="00000500000000000000" pitchFamily="2" charset="0"/>
            </a:endParaRPr>
          </a:p>
          <a:p>
            <a:pPr>
              <a:buClrTx/>
              <a:defRPr/>
            </a:pPr>
            <a:r>
              <a:rPr lang="pt-BR" b="1" dirty="0">
                <a:latin typeface="Poppins" panose="00000500000000000000" pitchFamily="2" charset="0"/>
                <a:cs typeface="Poppins" panose="00000500000000000000" pitchFamily="2" charset="0"/>
              </a:rPr>
              <a:t>Proposta de melhoria:</a:t>
            </a:r>
          </a:p>
          <a:p>
            <a:pPr>
              <a:buClrTx/>
              <a:defRPr/>
            </a:pPr>
            <a:endParaRPr lang="pt-BR" dirty="0">
              <a:latin typeface="Poppins" panose="00000500000000000000" pitchFamily="2" charset="0"/>
              <a:cs typeface="Poppins" panose="00000500000000000000" pitchFamily="2" charset="0"/>
            </a:endParaRPr>
          </a:p>
          <a:p>
            <a:pPr>
              <a:buClrTx/>
              <a:defRPr/>
            </a:pPr>
            <a:r>
              <a:rPr lang="pt-BR" dirty="0">
                <a:latin typeface="Poppins" panose="00000500000000000000" pitchFamily="2" charset="0"/>
                <a:cs typeface="Poppins" panose="00000500000000000000" pitchFamily="2" charset="0"/>
              </a:rPr>
              <a:t>Adicionar mensagens de erro e feedback:</a:t>
            </a:r>
          </a:p>
          <a:p>
            <a:pPr>
              <a:buClrTx/>
              <a:defRPr/>
            </a:pPr>
            <a:endParaRPr lang="pt-BR" dirty="0">
              <a:latin typeface="Poppins" panose="00000500000000000000" pitchFamily="2" charset="0"/>
              <a:cs typeface="Poppins" panose="00000500000000000000" pitchFamily="2" charset="0"/>
            </a:endParaRPr>
          </a:p>
          <a:p>
            <a:pPr>
              <a:buClrTx/>
              <a:defRPr/>
            </a:pPr>
            <a:r>
              <a:rPr lang="pt-BR" dirty="0">
                <a:latin typeface="Poppins" panose="00000500000000000000" pitchFamily="2" charset="0"/>
                <a:cs typeface="Poppins" panose="00000500000000000000" pitchFamily="2" charset="0"/>
              </a:rPr>
              <a:t>1.1 Usem um estado (</a:t>
            </a:r>
            <a:r>
              <a:rPr lang="pt-BR" dirty="0" err="1">
                <a:latin typeface="Poppins" panose="00000500000000000000" pitchFamily="2" charset="0"/>
                <a:cs typeface="Poppins" panose="00000500000000000000" pitchFamily="2" charset="0"/>
              </a:rPr>
              <a:t>error</a:t>
            </a:r>
            <a:r>
              <a:rPr lang="pt-BR" dirty="0">
                <a:latin typeface="Poppins" panose="00000500000000000000" pitchFamily="2" charset="0"/>
                <a:cs typeface="Poppins" panose="00000500000000000000" pitchFamily="2" charset="0"/>
              </a:rPr>
              <a:t>) para armazenar mensagens de erro.</a:t>
            </a:r>
          </a:p>
          <a:p>
            <a:pPr>
              <a:buClrTx/>
              <a:defRPr/>
            </a:pPr>
            <a:endParaRPr lang="pt-BR" dirty="0">
              <a:latin typeface="Poppins" panose="00000500000000000000" pitchFamily="2" charset="0"/>
              <a:cs typeface="Poppins" panose="00000500000000000000" pitchFamily="2" charset="0"/>
            </a:endParaRPr>
          </a:p>
          <a:p>
            <a:pPr>
              <a:buClrTx/>
              <a:defRPr/>
            </a:pPr>
            <a:r>
              <a:rPr lang="pt-BR" dirty="0">
                <a:latin typeface="Poppins" panose="00000500000000000000" pitchFamily="2" charset="0"/>
                <a:cs typeface="Poppins" panose="00000500000000000000" pitchFamily="2" charset="0"/>
              </a:rPr>
              <a:t>1.2 Modifiquem o componente para exibir uma mensagem de erro no caso de falha de autenticação (por exemplo, “Erro na autenticação. Tente novamente.”).</a:t>
            </a:r>
          </a:p>
          <a:p>
            <a:pPr>
              <a:buClrTx/>
              <a:defRPr/>
            </a:pPr>
            <a:endParaRPr lang="pt-BR" dirty="0">
              <a:latin typeface="Poppins" panose="00000500000000000000" pitchFamily="2" charset="0"/>
              <a:cs typeface="Poppins" panose="00000500000000000000" pitchFamily="2" charset="0"/>
            </a:endParaRPr>
          </a:p>
        </p:txBody>
      </p:sp>
      <p:sp>
        <p:nvSpPr>
          <p:cNvPr id="8" name="CaixaDeTexto 7">
            <a:extLst>
              <a:ext uri="{FF2B5EF4-FFF2-40B4-BE49-F238E27FC236}">
                <a16:creationId xmlns:a16="http://schemas.microsoft.com/office/drawing/2014/main" id="{F27BA929-0513-12D6-7500-633A011A99B3}"/>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7</a:t>
            </a:r>
            <a:endParaRPr lang="pt-BR" sz="4800" b="1" dirty="0">
              <a:solidFill>
                <a:schemeClr val="bg1"/>
              </a:solidFill>
              <a:latin typeface="Poppins" pitchFamily="2" charset="77"/>
              <a:cs typeface="Poppins" pitchFamily="2" charset="77"/>
            </a:endParaRPr>
          </a:p>
        </p:txBody>
      </p:sp>
      <p:sp>
        <p:nvSpPr>
          <p:cNvPr id="10" name="Oval 8">
            <a:extLst>
              <a:ext uri="{FF2B5EF4-FFF2-40B4-BE49-F238E27FC236}">
                <a16:creationId xmlns:a16="http://schemas.microsoft.com/office/drawing/2014/main" id="{2511373B-1D81-F986-88B1-04C1A4A6A7C7}"/>
              </a:ext>
            </a:extLst>
          </p:cNvPr>
          <p:cNvSpPr/>
          <p:nvPr/>
        </p:nvSpPr>
        <p:spPr>
          <a:xfrm>
            <a:off x="614957" y="2054905"/>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11" name="Gráfico 10">
            <a:extLst>
              <a:ext uri="{FF2B5EF4-FFF2-40B4-BE49-F238E27FC236}">
                <a16:creationId xmlns:a16="http://schemas.microsoft.com/office/drawing/2014/main" id="{4054DB84-82B8-68A8-3C84-DDF129C8ED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0869" y="2136086"/>
            <a:ext cx="312039" cy="400050"/>
          </a:xfrm>
          <a:prstGeom prst="rect">
            <a:avLst/>
          </a:prstGeom>
        </p:spPr>
      </p:pic>
      <p:pic>
        <p:nvPicPr>
          <p:cNvPr id="2" name="Imagem 1">
            <a:extLst>
              <a:ext uri="{FF2B5EF4-FFF2-40B4-BE49-F238E27FC236}">
                <a16:creationId xmlns:a16="http://schemas.microsoft.com/office/drawing/2014/main" id="{93EE49B0-7BF0-4F15-7969-1378003CEDE7}"/>
              </a:ext>
            </a:extLst>
          </p:cNvPr>
          <p:cNvPicPr>
            <a:picLocks noChangeAspect="1"/>
          </p:cNvPicPr>
          <p:nvPr/>
        </p:nvPicPr>
        <p:blipFill>
          <a:blip r:embed="rId4"/>
          <a:stretch>
            <a:fillRect/>
          </a:stretch>
        </p:blipFill>
        <p:spPr>
          <a:xfrm>
            <a:off x="11555820" y="9332570"/>
            <a:ext cx="2616200" cy="609600"/>
          </a:xfrm>
          <a:prstGeom prst="rect">
            <a:avLst/>
          </a:prstGeom>
        </p:spPr>
      </p:pic>
      <p:grpSp>
        <p:nvGrpSpPr>
          <p:cNvPr id="3" name="Gráfico 85">
            <a:extLst>
              <a:ext uri="{FF2B5EF4-FFF2-40B4-BE49-F238E27FC236}">
                <a16:creationId xmlns:a16="http://schemas.microsoft.com/office/drawing/2014/main" id="{D029F05E-A307-BCE5-AD2D-E3D436A81928}"/>
              </a:ext>
            </a:extLst>
          </p:cNvPr>
          <p:cNvGrpSpPr/>
          <p:nvPr/>
        </p:nvGrpSpPr>
        <p:grpSpPr>
          <a:xfrm>
            <a:off x="11906258" y="9458940"/>
            <a:ext cx="1758662" cy="298605"/>
            <a:chOff x="2316209" y="1866988"/>
            <a:chExt cx="1758662" cy="298605"/>
          </a:xfrm>
          <a:solidFill>
            <a:srgbClr val="FFFFFF"/>
          </a:solidFill>
        </p:grpSpPr>
        <p:sp>
          <p:nvSpPr>
            <p:cNvPr id="4" name="Forma Livre 150">
              <a:extLst>
                <a:ext uri="{FF2B5EF4-FFF2-40B4-BE49-F238E27FC236}">
                  <a16:creationId xmlns:a16="http://schemas.microsoft.com/office/drawing/2014/main" id="{C0A0AAB1-03ED-0FF2-F6BE-5DAE61634364}"/>
                </a:ext>
              </a:extLst>
            </p:cNvPr>
            <p:cNvSpPr/>
            <p:nvPr/>
          </p:nvSpPr>
          <p:spPr>
            <a:xfrm>
              <a:off x="2316209" y="1900613"/>
              <a:ext cx="256393" cy="263805"/>
            </a:xfrm>
            <a:custGeom>
              <a:avLst/>
              <a:gdLst>
                <a:gd name="connsiteX0" fmla="*/ 16815 w 256393"/>
                <a:gd name="connsiteY0" fmla="*/ 63645 h 263805"/>
                <a:gd name="connsiteX1" fmla="*/ 63695 w 256393"/>
                <a:gd name="connsiteY1" fmla="*/ 16771 h 263805"/>
                <a:gd name="connsiteX2" fmla="*/ 131891 w 256393"/>
                <a:gd name="connsiteY2" fmla="*/ 0 h 263805"/>
                <a:gd name="connsiteX3" fmla="*/ 211892 w 256393"/>
                <a:gd name="connsiteY3" fmla="*/ 24318 h 263805"/>
                <a:gd name="connsiteX4" fmla="*/ 256394 w 256393"/>
                <a:gd name="connsiteY4" fmla="*/ 90730 h 263805"/>
                <a:gd name="connsiteX5" fmla="*/ 186159 w 256393"/>
                <a:gd name="connsiteY5" fmla="*/ 90730 h 263805"/>
                <a:gd name="connsiteX6" fmla="*/ 163909 w 256393"/>
                <a:gd name="connsiteY6" fmla="*/ 65993 h 263805"/>
                <a:gd name="connsiteX7" fmla="*/ 131212 w 256393"/>
                <a:gd name="connsiteY7" fmla="*/ 57524 h 263805"/>
                <a:gd name="connsiteX8" fmla="*/ 83398 w 256393"/>
                <a:gd name="connsiteY8" fmla="*/ 77817 h 263805"/>
                <a:gd name="connsiteX9" fmla="*/ 65054 w 256393"/>
                <a:gd name="connsiteY9" fmla="*/ 132071 h 263805"/>
                <a:gd name="connsiteX10" fmla="*/ 83398 w 256393"/>
                <a:gd name="connsiteY10" fmla="*/ 186324 h 263805"/>
                <a:gd name="connsiteX11" fmla="*/ 131212 w 256393"/>
                <a:gd name="connsiteY11" fmla="*/ 206617 h 263805"/>
                <a:gd name="connsiteX12" fmla="*/ 163909 w 256393"/>
                <a:gd name="connsiteY12" fmla="*/ 198148 h 263805"/>
                <a:gd name="connsiteX13" fmla="*/ 186159 w 256393"/>
                <a:gd name="connsiteY13" fmla="*/ 173411 h 263805"/>
                <a:gd name="connsiteX14" fmla="*/ 256394 w 256393"/>
                <a:gd name="connsiteY14" fmla="*/ 173411 h 263805"/>
                <a:gd name="connsiteX15" fmla="*/ 211892 w 256393"/>
                <a:gd name="connsiteY15" fmla="*/ 239656 h 263805"/>
                <a:gd name="connsiteX16" fmla="*/ 131891 w 256393"/>
                <a:gd name="connsiteY16" fmla="*/ 263806 h 263805"/>
                <a:gd name="connsiteX17" fmla="*/ 63695 w 256393"/>
                <a:gd name="connsiteY17" fmla="*/ 247035 h 263805"/>
                <a:gd name="connsiteX18" fmla="*/ 16815 w 256393"/>
                <a:gd name="connsiteY18" fmla="*/ 200328 h 263805"/>
                <a:gd name="connsiteX19" fmla="*/ 0 w 256393"/>
                <a:gd name="connsiteY19" fmla="*/ 132071 h 263805"/>
                <a:gd name="connsiteX20" fmla="*/ 16815 w 256393"/>
                <a:gd name="connsiteY20" fmla="*/ 63645 h 263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6393" h="263805">
                  <a:moveTo>
                    <a:pt x="16815" y="63645"/>
                  </a:moveTo>
                  <a:cubicBezTo>
                    <a:pt x="28026" y="43604"/>
                    <a:pt x="43652" y="28007"/>
                    <a:pt x="63695" y="16771"/>
                  </a:cubicBezTo>
                  <a:cubicBezTo>
                    <a:pt x="83738" y="5618"/>
                    <a:pt x="106498" y="0"/>
                    <a:pt x="131891" y="0"/>
                  </a:cubicBezTo>
                  <a:cubicBezTo>
                    <a:pt x="163059" y="0"/>
                    <a:pt x="189726" y="8134"/>
                    <a:pt x="211892" y="24318"/>
                  </a:cubicBezTo>
                  <a:cubicBezTo>
                    <a:pt x="234058" y="40586"/>
                    <a:pt x="248920" y="62723"/>
                    <a:pt x="256394" y="90730"/>
                  </a:cubicBezTo>
                  <a:lnTo>
                    <a:pt x="186159" y="90730"/>
                  </a:lnTo>
                  <a:cubicBezTo>
                    <a:pt x="180894" y="79913"/>
                    <a:pt x="173505" y="71696"/>
                    <a:pt x="163909" y="65993"/>
                  </a:cubicBezTo>
                  <a:cubicBezTo>
                    <a:pt x="154312" y="60375"/>
                    <a:pt x="143441" y="57524"/>
                    <a:pt x="131212" y="57524"/>
                  </a:cubicBezTo>
                  <a:cubicBezTo>
                    <a:pt x="111509" y="57524"/>
                    <a:pt x="95543" y="64316"/>
                    <a:pt x="83398" y="77817"/>
                  </a:cubicBezTo>
                  <a:cubicBezTo>
                    <a:pt x="71169" y="91317"/>
                    <a:pt x="65054" y="109430"/>
                    <a:pt x="65054" y="132071"/>
                  </a:cubicBezTo>
                  <a:cubicBezTo>
                    <a:pt x="65054" y="154711"/>
                    <a:pt x="71169" y="172824"/>
                    <a:pt x="83398" y="186324"/>
                  </a:cubicBezTo>
                  <a:cubicBezTo>
                    <a:pt x="95627" y="199825"/>
                    <a:pt x="111509" y="206617"/>
                    <a:pt x="131212" y="206617"/>
                  </a:cubicBezTo>
                  <a:cubicBezTo>
                    <a:pt x="143441" y="206617"/>
                    <a:pt x="154312" y="203766"/>
                    <a:pt x="163909" y="198148"/>
                  </a:cubicBezTo>
                  <a:cubicBezTo>
                    <a:pt x="173505" y="192530"/>
                    <a:pt x="180894" y="184228"/>
                    <a:pt x="186159" y="173411"/>
                  </a:cubicBezTo>
                  <a:lnTo>
                    <a:pt x="256394" y="173411"/>
                  </a:lnTo>
                  <a:cubicBezTo>
                    <a:pt x="248920" y="201418"/>
                    <a:pt x="234058" y="223556"/>
                    <a:pt x="211892" y="239656"/>
                  </a:cubicBezTo>
                  <a:cubicBezTo>
                    <a:pt x="189726" y="255756"/>
                    <a:pt x="163059" y="263806"/>
                    <a:pt x="131891" y="263806"/>
                  </a:cubicBezTo>
                  <a:cubicBezTo>
                    <a:pt x="106498" y="263806"/>
                    <a:pt x="83738" y="258188"/>
                    <a:pt x="63695" y="247035"/>
                  </a:cubicBezTo>
                  <a:cubicBezTo>
                    <a:pt x="43652" y="235882"/>
                    <a:pt x="28026" y="220285"/>
                    <a:pt x="16815" y="200328"/>
                  </a:cubicBezTo>
                  <a:cubicBezTo>
                    <a:pt x="5605" y="180371"/>
                    <a:pt x="0" y="157646"/>
                    <a:pt x="0" y="132071"/>
                  </a:cubicBezTo>
                  <a:cubicBezTo>
                    <a:pt x="0" y="106495"/>
                    <a:pt x="5605" y="83687"/>
                    <a:pt x="16815" y="63645"/>
                  </a:cubicBezTo>
                  <a:close/>
                </a:path>
              </a:pathLst>
            </a:custGeom>
            <a:solidFill>
              <a:srgbClr val="FFFFFF"/>
            </a:solidFill>
            <a:ln w="0" cap="flat">
              <a:noFill/>
              <a:prstDash val="solid"/>
              <a:miter/>
            </a:ln>
          </p:spPr>
          <p:txBody>
            <a:bodyPr rtlCol="0" anchor="ctr"/>
            <a:lstStyle/>
            <a:p>
              <a:endParaRPr lang="pt-BR"/>
            </a:p>
          </p:txBody>
        </p:sp>
        <p:sp>
          <p:nvSpPr>
            <p:cNvPr id="6" name="Forma Livre 151">
              <a:extLst>
                <a:ext uri="{FF2B5EF4-FFF2-40B4-BE49-F238E27FC236}">
                  <a16:creationId xmlns:a16="http://schemas.microsoft.com/office/drawing/2014/main" id="{5FAB8E8A-AB0A-FB75-D2B9-741E80B7ACD7}"/>
                </a:ext>
              </a:extLst>
            </p:cNvPr>
            <p:cNvSpPr/>
            <p:nvPr/>
          </p:nvSpPr>
          <p:spPr>
            <a:xfrm>
              <a:off x="2599100" y="1953777"/>
              <a:ext cx="216733" cy="211816"/>
            </a:xfrm>
            <a:custGeom>
              <a:avLst/>
              <a:gdLst>
                <a:gd name="connsiteX0" fmla="*/ 52485 w 216733"/>
                <a:gd name="connsiteY0" fmla="*/ 198903 h 211816"/>
                <a:gd name="connsiteX1" fmla="*/ 14013 w 216733"/>
                <a:gd name="connsiteY1" fmla="*/ 162007 h 211816"/>
                <a:gd name="connsiteX2" fmla="*/ 0 w 216733"/>
                <a:gd name="connsiteY2" fmla="*/ 105908 h 211816"/>
                <a:gd name="connsiteX3" fmla="*/ 14183 w 216733"/>
                <a:gd name="connsiteY3" fmla="*/ 49977 h 211816"/>
                <a:gd name="connsiteX4" fmla="*/ 53079 w 216733"/>
                <a:gd name="connsiteY4" fmla="*/ 12914 h 211816"/>
                <a:gd name="connsiteX5" fmla="*/ 108367 w 216733"/>
                <a:gd name="connsiteY5" fmla="*/ 0 h 211816"/>
                <a:gd name="connsiteX6" fmla="*/ 163654 w 216733"/>
                <a:gd name="connsiteY6" fmla="*/ 12914 h 211816"/>
                <a:gd name="connsiteX7" fmla="*/ 202550 w 216733"/>
                <a:gd name="connsiteY7" fmla="*/ 49977 h 211816"/>
                <a:gd name="connsiteX8" fmla="*/ 216733 w 216733"/>
                <a:gd name="connsiteY8" fmla="*/ 105908 h 211816"/>
                <a:gd name="connsiteX9" fmla="*/ 202380 w 216733"/>
                <a:gd name="connsiteY9" fmla="*/ 161839 h 211816"/>
                <a:gd name="connsiteX10" fmla="*/ 163144 w 216733"/>
                <a:gd name="connsiteY10" fmla="*/ 198903 h 211816"/>
                <a:gd name="connsiteX11" fmla="*/ 107687 w 216733"/>
                <a:gd name="connsiteY11" fmla="*/ 211816 h 211816"/>
                <a:gd name="connsiteX12" fmla="*/ 52570 w 216733"/>
                <a:gd name="connsiteY12" fmla="*/ 198903 h 211816"/>
                <a:gd name="connsiteX13" fmla="*/ 138855 w 216733"/>
                <a:gd name="connsiteY13" fmla="*/ 143894 h 211816"/>
                <a:gd name="connsiteX14" fmla="*/ 151764 w 216733"/>
                <a:gd name="connsiteY14" fmla="*/ 105908 h 211816"/>
                <a:gd name="connsiteX15" fmla="*/ 139280 w 216733"/>
                <a:gd name="connsiteY15" fmla="*/ 67922 h 211816"/>
                <a:gd name="connsiteX16" fmla="*/ 108451 w 216733"/>
                <a:gd name="connsiteY16" fmla="*/ 54673 h 211816"/>
                <a:gd name="connsiteX17" fmla="*/ 77453 w 216733"/>
                <a:gd name="connsiteY17" fmla="*/ 67754 h 211816"/>
                <a:gd name="connsiteX18" fmla="*/ 65139 w 216733"/>
                <a:gd name="connsiteY18" fmla="*/ 105908 h 211816"/>
                <a:gd name="connsiteX19" fmla="*/ 77283 w 216733"/>
                <a:gd name="connsiteY19" fmla="*/ 143894 h 211816"/>
                <a:gd name="connsiteX20" fmla="*/ 107772 w 216733"/>
                <a:gd name="connsiteY20" fmla="*/ 157143 h 211816"/>
                <a:gd name="connsiteX21" fmla="*/ 138940 w 216733"/>
                <a:gd name="connsiteY21" fmla="*/ 143894 h 211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6733" h="211816">
                  <a:moveTo>
                    <a:pt x="52485" y="198903"/>
                  </a:moveTo>
                  <a:cubicBezTo>
                    <a:pt x="36179" y="190266"/>
                    <a:pt x="23355" y="178023"/>
                    <a:pt x="14013" y="162007"/>
                  </a:cubicBezTo>
                  <a:cubicBezTo>
                    <a:pt x="4671" y="145991"/>
                    <a:pt x="0" y="127291"/>
                    <a:pt x="0" y="105908"/>
                  </a:cubicBezTo>
                  <a:cubicBezTo>
                    <a:pt x="0" y="84525"/>
                    <a:pt x="4756" y="66077"/>
                    <a:pt x="14183" y="49977"/>
                  </a:cubicBezTo>
                  <a:cubicBezTo>
                    <a:pt x="23610" y="33877"/>
                    <a:pt x="36603" y="21467"/>
                    <a:pt x="53079" y="12914"/>
                  </a:cubicBezTo>
                  <a:cubicBezTo>
                    <a:pt x="69555" y="4277"/>
                    <a:pt x="87984" y="0"/>
                    <a:pt x="108367" y="0"/>
                  </a:cubicBezTo>
                  <a:cubicBezTo>
                    <a:pt x="128749" y="0"/>
                    <a:pt x="147263" y="4277"/>
                    <a:pt x="163654" y="12914"/>
                  </a:cubicBezTo>
                  <a:cubicBezTo>
                    <a:pt x="180130" y="21551"/>
                    <a:pt x="193038" y="33877"/>
                    <a:pt x="202550" y="49977"/>
                  </a:cubicBezTo>
                  <a:cubicBezTo>
                    <a:pt x="211977" y="66077"/>
                    <a:pt x="216733" y="84693"/>
                    <a:pt x="216733" y="105908"/>
                  </a:cubicBezTo>
                  <a:cubicBezTo>
                    <a:pt x="216733" y="127123"/>
                    <a:pt x="211892" y="145739"/>
                    <a:pt x="202380" y="161839"/>
                  </a:cubicBezTo>
                  <a:cubicBezTo>
                    <a:pt x="192784" y="177939"/>
                    <a:pt x="179705" y="190349"/>
                    <a:pt x="163144" y="198903"/>
                  </a:cubicBezTo>
                  <a:cubicBezTo>
                    <a:pt x="146584" y="207540"/>
                    <a:pt x="128069" y="211816"/>
                    <a:pt x="107687" y="211816"/>
                  </a:cubicBezTo>
                  <a:cubicBezTo>
                    <a:pt x="87305" y="211816"/>
                    <a:pt x="68876" y="207540"/>
                    <a:pt x="52570" y="198903"/>
                  </a:cubicBezTo>
                  <a:close/>
                  <a:moveTo>
                    <a:pt x="138855" y="143894"/>
                  </a:moveTo>
                  <a:cubicBezTo>
                    <a:pt x="147433" y="135006"/>
                    <a:pt x="151764" y="122344"/>
                    <a:pt x="151764" y="105908"/>
                  </a:cubicBezTo>
                  <a:cubicBezTo>
                    <a:pt x="151764" y="89473"/>
                    <a:pt x="147603" y="76727"/>
                    <a:pt x="139280" y="67922"/>
                  </a:cubicBezTo>
                  <a:cubicBezTo>
                    <a:pt x="130957" y="59033"/>
                    <a:pt x="120681" y="54673"/>
                    <a:pt x="108451" y="54673"/>
                  </a:cubicBezTo>
                  <a:cubicBezTo>
                    <a:pt x="96222" y="54673"/>
                    <a:pt x="85691" y="59033"/>
                    <a:pt x="77453" y="67754"/>
                  </a:cubicBezTo>
                  <a:cubicBezTo>
                    <a:pt x="69215" y="76475"/>
                    <a:pt x="65139" y="89221"/>
                    <a:pt x="65139" y="105908"/>
                  </a:cubicBezTo>
                  <a:cubicBezTo>
                    <a:pt x="65139" y="122595"/>
                    <a:pt x="69215" y="135089"/>
                    <a:pt x="77283" y="143894"/>
                  </a:cubicBezTo>
                  <a:cubicBezTo>
                    <a:pt x="85351" y="152783"/>
                    <a:pt x="95543" y="157143"/>
                    <a:pt x="107772" y="157143"/>
                  </a:cubicBezTo>
                  <a:cubicBezTo>
                    <a:pt x="120001" y="157143"/>
                    <a:pt x="130362" y="152699"/>
                    <a:pt x="138940" y="143894"/>
                  </a:cubicBezTo>
                  <a:close/>
                </a:path>
              </a:pathLst>
            </a:custGeom>
            <a:solidFill>
              <a:srgbClr val="FFFFFF"/>
            </a:solidFill>
            <a:ln w="0" cap="flat">
              <a:noFill/>
              <a:prstDash val="solid"/>
              <a:miter/>
            </a:ln>
          </p:spPr>
          <p:txBody>
            <a:bodyPr rtlCol="0" anchor="ctr"/>
            <a:lstStyle/>
            <a:p>
              <a:endParaRPr lang="pt-BR"/>
            </a:p>
          </p:txBody>
        </p:sp>
        <p:sp>
          <p:nvSpPr>
            <p:cNvPr id="9" name="Forma Livre 152">
              <a:extLst>
                <a:ext uri="{FF2B5EF4-FFF2-40B4-BE49-F238E27FC236}">
                  <a16:creationId xmlns:a16="http://schemas.microsoft.com/office/drawing/2014/main" id="{A34A5668-68DB-A8E8-0373-290EFA750801}"/>
                </a:ext>
              </a:extLst>
            </p:cNvPr>
            <p:cNvSpPr/>
            <p:nvPr/>
          </p:nvSpPr>
          <p:spPr>
            <a:xfrm>
              <a:off x="2849888"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7"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a:p>
          </p:txBody>
        </p:sp>
        <p:sp>
          <p:nvSpPr>
            <p:cNvPr id="12" name="Forma Livre 153">
              <a:extLst>
                <a:ext uri="{FF2B5EF4-FFF2-40B4-BE49-F238E27FC236}">
                  <a16:creationId xmlns:a16="http://schemas.microsoft.com/office/drawing/2014/main" id="{88CD0019-6C73-9DFB-B811-FB6467D673D2}"/>
                </a:ext>
              </a:extLst>
            </p:cNvPr>
            <p:cNvSpPr/>
            <p:nvPr/>
          </p:nvSpPr>
          <p:spPr>
            <a:xfrm>
              <a:off x="3086409" y="1906483"/>
              <a:ext cx="131551" cy="256175"/>
            </a:xfrm>
            <a:custGeom>
              <a:avLst/>
              <a:gdLst>
                <a:gd name="connsiteX0" fmla="*/ 131551 w 131551"/>
                <a:gd name="connsiteY0" fmla="*/ 202676 h 256175"/>
                <a:gd name="connsiteX1" fmla="*/ 131551 w 131551"/>
                <a:gd name="connsiteY1" fmla="*/ 256175 h 256175"/>
                <a:gd name="connsiteX2" fmla="*/ 99024 w 131551"/>
                <a:gd name="connsiteY2" fmla="*/ 256175 h 256175"/>
                <a:gd name="connsiteX3" fmla="*/ 44841 w 131551"/>
                <a:gd name="connsiteY3" fmla="*/ 239404 h 256175"/>
                <a:gd name="connsiteX4" fmla="*/ 25393 w 131551"/>
                <a:gd name="connsiteY4" fmla="*/ 184564 h 256175"/>
                <a:gd name="connsiteX5" fmla="*/ 25393 w 131551"/>
                <a:gd name="connsiteY5" fmla="*/ 102638 h 256175"/>
                <a:gd name="connsiteX6" fmla="*/ 0 w 131551"/>
                <a:gd name="connsiteY6" fmla="*/ 102638 h 256175"/>
                <a:gd name="connsiteX7" fmla="*/ 0 w 131551"/>
                <a:gd name="connsiteY7" fmla="*/ 50229 h 256175"/>
                <a:gd name="connsiteX8" fmla="*/ 25393 w 131551"/>
                <a:gd name="connsiteY8" fmla="*/ 50229 h 256175"/>
                <a:gd name="connsiteX9" fmla="*/ 25393 w 131551"/>
                <a:gd name="connsiteY9" fmla="*/ 0 h 256175"/>
                <a:gd name="connsiteX10" fmla="*/ 89343 w 131551"/>
                <a:gd name="connsiteY10" fmla="*/ 0 h 256175"/>
                <a:gd name="connsiteX11" fmla="*/ 89343 w 131551"/>
                <a:gd name="connsiteY11" fmla="*/ 50229 h 256175"/>
                <a:gd name="connsiteX12" fmla="*/ 131212 w 131551"/>
                <a:gd name="connsiteY12" fmla="*/ 50229 h 256175"/>
                <a:gd name="connsiteX13" fmla="*/ 131212 w 131551"/>
                <a:gd name="connsiteY13" fmla="*/ 102638 h 256175"/>
                <a:gd name="connsiteX14" fmla="*/ 89343 w 131551"/>
                <a:gd name="connsiteY14" fmla="*/ 102638 h 256175"/>
                <a:gd name="connsiteX15" fmla="*/ 89343 w 131551"/>
                <a:gd name="connsiteY15" fmla="*/ 185318 h 256175"/>
                <a:gd name="connsiteX16" fmla="*/ 93844 w 131551"/>
                <a:gd name="connsiteY16" fmla="*/ 198567 h 256175"/>
                <a:gd name="connsiteX17" fmla="*/ 108791 w 131551"/>
                <a:gd name="connsiteY17" fmla="*/ 202592 h 256175"/>
                <a:gd name="connsiteX18" fmla="*/ 131551 w 131551"/>
                <a:gd name="connsiteY18" fmla="*/ 202592 h 25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551" h="256175">
                  <a:moveTo>
                    <a:pt x="131551" y="202676"/>
                  </a:moveTo>
                  <a:lnTo>
                    <a:pt x="131551" y="256175"/>
                  </a:lnTo>
                  <a:lnTo>
                    <a:pt x="99024" y="256175"/>
                  </a:lnTo>
                  <a:cubicBezTo>
                    <a:pt x="75839" y="256175"/>
                    <a:pt x="57750" y="250557"/>
                    <a:pt x="44841" y="239404"/>
                  </a:cubicBezTo>
                  <a:cubicBezTo>
                    <a:pt x="31932" y="228252"/>
                    <a:pt x="25393" y="209971"/>
                    <a:pt x="25393" y="184564"/>
                  </a:cubicBezTo>
                  <a:lnTo>
                    <a:pt x="25393" y="102638"/>
                  </a:lnTo>
                  <a:lnTo>
                    <a:pt x="0" y="102638"/>
                  </a:lnTo>
                  <a:lnTo>
                    <a:pt x="0" y="50229"/>
                  </a:lnTo>
                  <a:lnTo>
                    <a:pt x="25393" y="50229"/>
                  </a:lnTo>
                  <a:lnTo>
                    <a:pt x="25393" y="0"/>
                  </a:lnTo>
                  <a:lnTo>
                    <a:pt x="89343" y="0"/>
                  </a:lnTo>
                  <a:lnTo>
                    <a:pt x="89343" y="50229"/>
                  </a:lnTo>
                  <a:lnTo>
                    <a:pt x="131212" y="50229"/>
                  </a:lnTo>
                  <a:lnTo>
                    <a:pt x="131212" y="102638"/>
                  </a:lnTo>
                  <a:lnTo>
                    <a:pt x="89343" y="102638"/>
                  </a:lnTo>
                  <a:lnTo>
                    <a:pt x="89343" y="185318"/>
                  </a:lnTo>
                  <a:cubicBezTo>
                    <a:pt x="89343" y="191440"/>
                    <a:pt x="90872" y="195884"/>
                    <a:pt x="93844" y="198567"/>
                  </a:cubicBezTo>
                  <a:cubicBezTo>
                    <a:pt x="96816" y="201251"/>
                    <a:pt x="101827" y="202592"/>
                    <a:pt x="108791" y="202592"/>
                  </a:cubicBezTo>
                  <a:lnTo>
                    <a:pt x="131551" y="202592"/>
                  </a:lnTo>
                  <a:close/>
                </a:path>
              </a:pathLst>
            </a:custGeom>
            <a:solidFill>
              <a:srgbClr val="FFFFFF"/>
            </a:solidFill>
            <a:ln w="0" cap="flat">
              <a:noFill/>
              <a:prstDash val="solid"/>
              <a:miter/>
            </a:ln>
          </p:spPr>
          <p:txBody>
            <a:bodyPr rtlCol="0" anchor="ctr"/>
            <a:lstStyle/>
            <a:p>
              <a:endParaRPr lang="pt-BR"/>
            </a:p>
          </p:txBody>
        </p:sp>
        <p:sp>
          <p:nvSpPr>
            <p:cNvPr id="13" name="Forma Livre 154">
              <a:extLst>
                <a:ext uri="{FF2B5EF4-FFF2-40B4-BE49-F238E27FC236}">
                  <a16:creationId xmlns:a16="http://schemas.microsoft.com/office/drawing/2014/main" id="{1BDBEF06-05D0-B231-BB28-C10299C03A45}"/>
                </a:ext>
              </a:extLst>
            </p:cNvPr>
            <p:cNvSpPr/>
            <p:nvPr/>
          </p:nvSpPr>
          <p:spPr>
            <a:xfrm>
              <a:off x="3247515" y="1866988"/>
              <a:ext cx="75754" cy="295586"/>
            </a:xfrm>
            <a:custGeom>
              <a:avLst/>
              <a:gdLst>
                <a:gd name="connsiteX0" fmla="*/ 10616 w 75754"/>
                <a:gd name="connsiteY0" fmla="*/ 58530 h 295586"/>
                <a:gd name="connsiteX1" fmla="*/ 0 w 75754"/>
                <a:gd name="connsiteY1" fmla="*/ 34380 h 295586"/>
                <a:gd name="connsiteX2" fmla="*/ 10616 w 75754"/>
                <a:gd name="connsiteY2" fmla="*/ 9811 h 295586"/>
                <a:gd name="connsiteX3" fmla="*/ 38047 w 75754"/>
                <a:gd name="connsiteY3" fmla="*/ 0 h 295586"/>
                <a:gd name="connsiteX4" fmla="*/ 65139 w 75754"/>
                <a:gd name="connsiteY4" fmla="*/ 9811 h 295586"/>
                <a:gd name="connsiteX5" fmla="*/ 75755 w 75754"/>
                <a:gd name="connsiteY5" fmla="*/ 34380 h 295586"/>
                <a:gd name="connsiteX6" fmla="*/ 65139 w 75754"/>
                <a:gd name="connsiteY6" fmla="*/ 58530 h 295586"/>
                <a:gd name="connsiteX7" fmla="*/ 38047 w 75754"/>
                <a:gd name="connsiteY7" fmla="*/ 68341 h 295586"/>
                <a:gd name="connsiteX8" fmla="*/ 10616 w 75754"/>
                <a:gd name="connsiteY8" fmla="*/ 58530 h 295586"/>
                <a:gd name="connsiteX9" fmla="*/ 69895 w 75754"/>
                <a:gd name="connsiteY9" fmla="*/ 89724 h 295586"/>
                <a:gd name="connsiteX10" fmla="*/ 69895 w 75754"/>
                <a:gd name="connsiteY10" fmla="*/ 295587 h 295586"/>
                <a:gd name="connsiteX11" fmla="*/ 5945 w 75754"/>
                <a:gd name="connsiteY11" fmla="*/ 295587 h 295586"/>
                <a:gd name="connsiteX12" fmla="*/ 5945 w 75754"/>
                <a:gd name="connsiteY12" fmla="*/ 89724 h 295586"/>
                <a:gd name="connsiteX13" fmla="*/ 69895 w 75754"/>
                <a:gd name="connsiteY13" fmla="*/ 89724 h 295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754" h="295586">
                  <a:moveTo>
                    <a:pt x="10616" y="58530"/>
                  </a:moveTo>
                  <a:cubicBezTo>
                    <a:pt x="3482" y="51990"/>
                    <a:pt x="0" y="43940"/>
                    <a:pt x="0" y="34380"/>
                  </a:cubicBezTo>
                  <a:cubicBezTo>
                    <a:pt x="0" y="24821"/>
                    <a:pt x="3567" y="16352"/>
                    <a:pt x="10616" y="9811"/>
                  </a:cubicBezTo>
                  <a:cubicBezTo>
                    <a:pt x="17665" y="3270"/>
                    <a:pt x="26837" y="0"/>
                    <a:pt x="38047" y="0"/>
                  </a:cubicBezTo>
                  <a:cubicBezTo>
                    <a:pt x="49257" y="0"/>
                    <a:pt x="58005" y="3270"/>
                    <a:pt x="65139" y="9811"/>
                  </a:cubicBezTo>
                  <a:cubicBezTo>
                    <a:pt x="72273" y="16352"/>
                    <a:pt x="75755" y="24485"/>
                    <a:pt x="75755" y="34380"/>
                  </a:cubicBezTo>
                  <a:cubicBezTo>
                    <a:pt x="75755" y="44275"/>
                    <a:pt x="72188" y="52074"/>
                    <a:pt x="65139" y="58530"/>
                  </a:cubicBezTo>
                  <a:cubicBezTo>
                    <a:pt x="58090" y="64987"/>
                    <a:pt x="49003" y="68341"/>
                    <a:pt x="38047" y="68341"/>
                  </a:cubicBezTo>
                  <a:cubicBezTo>
                    <a:pt x="27092" y="68341"/>
                    <a:pt x="17665" y="65071"/>
                    <a:pt x="10616" y="58530"/>
                  </a:cubicBezTo>
                  <a:close/>
                  <a:moveTo>
                    <a:pt x="69895" y="89724"/>
                  </a:moveTo>
                  <a:lnTo>
                    <a:pt x="69895" y="295587"/>
                  </a:lnTo>
                  <a:lnTo>
                    <a:pt x="5945" y="295587"/>
                  </a:lnTo>
                  <a:lnTo>
                    <a:pt x="5945" y="89724"/>
                  </a:lnTo>
                  <a:lnTo>
                    <a:pt x="69895" y="89724"/>
                  </a:lnTo>
                  <a:close/>
                </a:path>
              </a:pathLst>
            </a:custGeom>
            <a:solidFill>
              <a:srgbClr val="FFFFFF"/>
            </a:solidFill>
            <a:ln w="0" cap="flat">
              <a:noFill/>
              <a:prstDash val="solid"/>
              <a:miter/>
            </a:ln>
          </p:spPr>
          <p:txBody>
            <a:bodyPr rtlCol="0" anchor="ctr"/>
            <a:lstStyle/>
            <a:p>
              <a:endParaRPr lang="pt-BR"/>
            </a:p>
          </p:txBody>
        </p:sp>
        <p:sp>
          <p:nvSpPr>
            <p:cNvPr id="14" name="Forma Livre 155">
              <a:extLst>
                <a:ext uri="{FF2B5EF4-FFF2-40B4-BE49-F238E27FC236}">
                  <a16:creationId xmlns:a16="http://schemas.microsoft.com/office/drawing/2014/main" id="{B7600AD0-5140-0D47-AB50-4AF9C8FA1A66}"/>
                </a:ext>
              </a:extLst>
            </p:cNvPr>
            <p:cNvSpPr/>
            <p:nvPr/>
          </p:nvSpPr>
          <p:spPr>
            <a:xfrm>
              <a:off x="3363695"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6"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a:p>
          </p:txBody>
        </p:sp>
        <p:sp>
          <p:nvSpPr>
            <p:cNvPr id="15" name="Forma Livre 156">
              <a:extLst>
                <a:ext uri="{FF2B5EF4-FFF2-40B4-BE49-F238E27FC236}">
                  <a16:creationId xmlns:a16="http://schemas.microsoft.com/office/drawing/2014/main" id="{22C8E72E-F8A3-BB8A-45BC-D078A35F8F09}"/>
                </a:ext>
              </a:extLst>
            </p:cNvPr>
            <p:cNvSpPr/>
            <p:nvPr/>
          </p:nvSpPr>
          <p:spPr>
            <a:xfrm>
              <a:off x="3613804" y="1956712"/>
              <a:ext cx="207900" cy="208126"/>
            </a:xfrm>
            <a:custGeom>
              <a:avLst/>
              <a:gdLst>
                <a:gd name="connsiteX0" fmla="*/ 207731 w 207900"/>
                <a:gd name="connsiteY0" fmla="*/ 0 h 208126"/>
                <a:gd name="connsiteX1" fmla="*/ 207731 w 207900"/>
                <a:gd name="connsiteY1" fmla="*/ 205863 h 208126"/>
                <a:gd name="connsiteX2" fmla="*/ 143781 w 207900"/>
                <a:gd name="connsiteY2" fmla="*/ 205863 h 208126"/>
                <a:gd name="connsiteX3" fmla="*/ 143781 w 207900"/>
                <a:gd name="connsiteY3" fmla="*/ 177855 h 208126"/>
                <a:gd name="connsiteX4" fmla="*/ 117454 w 207900"/>
                <a:gd name="connsiteY4" fmla="*/ 199825 h 208126"/>
                <a:gd name="connsiteX5" fmla="*/ 80680 w 207900"/>
                <a:gd name="connsiteY5" fmla="*/ 208127 h 208126"/>
                <a:gd name="connsiteX6" fmla="*/ 38472 w 207900"/>
                <a:gd name="connsiteY6" fmla="*/ 197645 h 208126"/>
                <a:gd name="connsiteX7" fmla="*/ 10106 w 207900"/>
                <a:gd name="connsiteY7" fmla="*/ 167206 h 208126"/>
                <a:gd name="connsiteX8" fmla="*/ 0 w 207900"/>
                <a:gd name="connsiteY8" fmla="*/ 120331 h 208126"/>
                <a:gd name="connsiteX9" fmla="*/ 0 w 207900"/>
                <a:gd name="connsiteY9" fmla="*/ 0 h 208126"/>
                <a:gd name="connsiteX10" fmla="*/ 63525 w 207900"/>
                <a:gd name="connsiteY10" fmla="*/ 0 h 208126"/>
                <a:gd name="connsiteX11" fmla="*/ 63525 w 207900"/>
                <a:gd name="connsiteY11" fmla="*/ 111778 h 208126"/>
                <a:gd name="connsiteX12" fmla="*/ 74396 w 207900"/>
                <a:gd name="connsiteY12" fmla="*/ 143894 h 208126"/>
                <a:gd name="connsiteX13" fmla="*/ 103526 w 207900"/>
                <a:gd name="connsiteY13" fmla="*/ 155298 h 208126"/>
                <a:gd name="connsiteX14" fmla="*/ 133080 w 207900"/>
                <a:gd name="connsiteY14" fmla="*/ 143894 h 208126"/>
                <a:gd name="connsiteX15" fmla="*/ 143951 w 207900"/>
                <a:gd name="connsiteY15" fmla="*/ 111778 h 208126"/>
                <a:gd name="connsiteX16" fmla="*/ 143951 w 207900"/>
                <a:gd name="connsiteY16" fmla="*/ 0 h 208126"/>
                <a:gd name="connsiteX17" fmla="*/ 207901 w 207900"/>
                <a:gd name="connsiteY17" fmla="*/ 0 h 208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7900" h="208126">
                  <a:moveTo>
                    <a:pt x="207731" y="0"/>
                  </a:moveTo>
                  <a:lnTo>
                    <a:pt x="207731" y="205863"/>
                  </a:lnTo>
                  <a:lnTo>
                    <a:pt x="143781" y="205863"/>
                  </a:lnTo>
                  <a:lnTo>
                    <a:pt x="143781" y="177855"/>
                  </a:lnTo>
                  <a:cubicBezTo>
                    <a:pt x="137326" y="186995"/>
                    <a:pt x="128494" y="194291"/>
                    <a:pt x="117454" y="199825"/>
                  </a:cubicBezTo>
                  <a:cubicBezTo>
                    <a:pt x="106328" y="205359"/>
                    <a:pt x="94099" y="208127"/>
                    <a:pt x="80680" y="208127"/>
                  </a:cubicBezTo>
                  <a:cubicBezTo>
                    <a:pt x="64714" y="208127"/>
                    <a:pt x="50616" y="204605"/>
                    <a:pt x="38472" y="197645"/>
                  </a:cubicBezTo>
                  <a:cubicBezTo>
                    <a:pt x="26242" y="190601"/>
                    <a:pt x="16816" y="180455"/>
                    <a:pt x="10106" y="167206"/>
                  </a:cubicBezTo>
                  <a:cubicBezTo>
                    <a:pt x="3397" y="153957"/>
                    <a:pt x="0" y="138276"/>
                    <a:pt x="0" y="120331"/>
                  </a:cubicBezTo>
                  <a:lnTo>
                    <a:pt x="0" y="0"/>
                  </a:lnTo>
                  <a:lnTo>
                    <a:pt x="63525" y="0"/>
                  </a:lnTo>
                  <a:lnTo>
                    <a:pt x="63525" y="111778"/>
                  </a:lnTo>
                  <a:cubicBezTo>
                    <a:pt x="63525" y="125530"/>
                    <a:pt x="67092" y="136263"/>
                    <a:pt x="74396" y="143894"/>
                  </a:cubicBezTo>
                  <a:cubicBezTo>
                    <a:pt x="81615" y="151525"/>
                    <a:pt x="91381" y="155298"/>
                    <a:pt x="103526" y="155298"/>
                  </a:cubicBezTo>
                  <a:cubicBezTo>
                    <a:pt x="115670" y="155298"/>
                    <a:pt x="125776" y="151441"/>
                    <a:pt x="133080" y="143894"/>
                  </a:cubicBezTo>
                  <a:cubicBezTo>
                    <a:pt x="140299" y="136263"/>
                    <a:pt x="143951" y="125530"/>
                    <a:pt x="143951" y="111778"/>
                  </a:cubicBezTo>
                  <a:lnTo>
                    <a:pt x="143951" y="0"/>
                  </a:lnTo>
                  <a:lnTo>
                    <a:pt x="207901" y="0"/>
                  </a:lnTo>
                  <a:close/>
                </a:path>
              </a:pathLst>
            </a:custGeom>
            <a:solidFill>
              <a:srgbClr val="FFFFFF"/>
            </a:solidFill>
            <a:ln w="0" cap="flat">
              <a:noFill/>
              <a:prstDash val="solid"/>
              <a:miter/>
            </a:ln>
          </p:spPr>
          <p:txBody>
            <a:bodyPr rtlCol="0" anchor="ctr"/>
            <a:lstStyle/>
            <a:p>
              <a:endParaRPr lang="pt-BR"/>
            </a:p>
          </p:txBody>
        </p:sp>
        <p:sp>
          <p:nvSpPr>
            <p:cNvPr id="16" name="Forma Livre 157">
              <a:extLst>
                <a:ext uri="{FF2B5EF4-FFF2-40B4-BE49-F238E27FC236}">
                  <a16:creationId xmlns:a16="http://schemas.microsoft.com/office/drawing/2014/main" id="{36F4AE92-CDB8-D7C6-F164-2C82E945E79C}"/>
                </a:ext>
              </a:extLst>
            </p:cNvPr>
            <p:cNvSpPr/>
            <p:nvPr/>
          </p:nvSpPr>
          <p:spPr>
            <a:xfrm>
              <a:off x="3854826" y="1953777"/>
              <a:ext cx="220045" cy="211732"/>
            </a:xfrm>
            <a:custGeom>
              <a:avLst/>
              <a:gdLst>
                <a:gd name="connsiteX0" fmla="*/ 12144 w 220045"/>
                <a:gd name="connsiteY0" fmla="*/ 49810 h 211732"/>
                <a:gd name="connsiteX1" fmla="*/ 45181 w 220045"/>
                <a:gd name="connsiteY1" fmla="*/ 12914 h 211732"/>
                <a:gd name="connsiteX2" fmla="*/ 91891 w 220045"/>
                <a:gd name="connsiteY2" fmla="*/ 0 h 211732"/>
                <a:gd name="connsiteX3" fmla="*/ 130532 w 220045"/>
                <a:gd name="connsiteY3" fmla="*/ 8889 h 211732"/>
                <a:gd name="connsiteX4" fmla="*/ 156180 w 220045"/>
                <a:gd name="connsiteY4" fmla="*/ 32116 h 211732"/>
                <a:gd name="connsiteX5" fmla="*/ 156180 w 220045"/>
                <a:gd name="connsiteY5" fmla="*/ 2935 h 211732"/>
                <a:gd name="connsiteX6" fmla="*/ 220045 w 220045"/>
                <a:gd name="connsiteY6" fmla="*/ 2935 h 211732"/>
                <a:gd name="connsiteX7" fmla="*/ 220045 w 220045"/>
                <a:gd name="connsiteY7" fmla="*/ 208797 h 211732"/>
                <a:gd name="connsiteX8" fmla="*/ 156180 w 220045"/>
                <a:gd name="connsiteY8" fmla="*/ 208797 h 211732"/>
                <a:gd name="connsiteX9" fmla="*/ 156180 w 220045"/>
                <a:gd name="connsiteY9" fmla="*/ 179616 h 211732"/>
                <a:gd name="connsiteX10" fmla="*/ 130193 w 220045"/>
                <a:gd name="connsiteY10" fmla="*/ 202844 h 211732"/>
                <a:gd name="connsiteX11" fmla="*/ 91551 w 220045"/>
                <a:gd name="connsiteY11" fmla="*/ 211732 h 211732"/>
                <a:gd name="connsiteX12" fmla="*/ 45181 w 220045"/>
                <a:gd name="connsiteY12" fmla="*/ 198651 h 211732"/>
                <a:gd name="connsiteX13" fmla="*/ 12144 w 220045"/>
                <a:gd name="connsiteY13" fmla="*/ 161420 h 211732"/>
                <a:gd name="connsiteX14" fmla="*/ 0 w 220045"/>
                <a:gd name="connsiteY14" fmla="*/ 105489 h 211732"/>
                <a:gd name="connsiteX15" fmla="*/ 12144 w 220045"/>
                <a:gd name="connsiteY15" fmla="*/ 49726 h 211732"/>
                <a:gd name="connsiteX16" fmla="*/ 142932 w 220045"/>
                <a:gd name="connsiteY16" fmla="*/ 68593 h 211732"/>
                <a:gd name="connsiteX17" fmla="*/ 110575 w 220045"/>
                <a:gd name="connsiteY17" fmla="*/ 54925 h 211732"/>
                <a:gd name="connsiteX18" fmla="*/ 78218 w 220045"/>
                <a:gd name="connsiteY18" fmla="*/ 68425 h 211732"/>
                <a:gd name="connsiteX19" fmla="*/ 64969 w 220045"/>
                <a:gd name="connsiteY19" fmla="*/ 105489 h 211732"/>
                <a:gd name="connsiteX20" fmla="*/ 78218 w 220045"/>
                <a:gd name="connsiteY20" fmla="*/ 142972 h 211732"/>
                <a:gd name="connsiteX21" fmla="*/ 110575 w 220045"/>
                <a:gd name="connsiteY21" fmla="*/ 156808 h 211732"/>
                <a:gd name="connsiteX22" fmla="*/ 142932 w 220045"/>
                <a:gd name="connsiteY22" fmla="*/ 143139 h 211732"/>
                <a:gd name="connsiteX23" fmla="*/ 156180 w 220045"/>
                <a:gd name="connsiteY23" fmla="*/ 105908 h 211732"/>
                <a:gd name="connsiteX24" fmla="*/ 142932 w 220045"/>
                <a:gd name="connsiteY24" fmla="*/ 68677 h 211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0045" h="211732">
                  <a:moveTo>
                    <a:pt x="12144" y="49810"/>
                  </a:moveTo>
                  <a:cubicBezTo>
                    <a:pt x="20213" y="33793"/>
                    <a:pt x="31253" y="21551"/>
                    <a:pt x="45181" y="12914"/>
                  </a:cubicBezTo>
                  <a:cubicBezTo>
                    <a:pt x="59109" y="4277"/>
                    <a:pt x="74736" y="0"/>
                    <a:pt x="91891" y="0"/>
                  </a:cubicBezTo>
                  <a:cubicBezTo>
                    <a:pt x="106583" y="0"/>
                    <a:pt x="119492" y="2935"/>
                    <a:pt x="130532" y="8889"/>
                  </a:cubicBezTo>
                  <a:cubicBezTo>
                    <a:pt x="141658" y="14758"/>
                    <a:pt x="150150" y="22557"/>
                    <a:pt x="156180" y="32116"/>
                  </a:cubicBezTo>
                  <a:lnTo>
                    <a:pt x="156180" y="2935"/>
                  </a:lnTo>
                  <a:lnTo>
                    <a:pt x="220045" y="2935"/>
                  </a:lnTo>
                  <a:lnTo>
                    <a:pt x="220045" y="208797"/>
                  </a:lnTo>
                  <a:lnTo>
                    <a:pt x="156180" y="208797"/>
                  </a:lnTo>
                  <a:lnTo>
                    <a:pt x="156180" y="179616"/>
                  </a:lnTo>
                  <a:cubicBezTo>
                    <a:pt x="149981" y="189175"/>
                    <a:pt x="141318" y="196974"/>
                    <a:pt x="130193" y="202844"/>
                  </a:cubicBezTo>
                  <a:cubicBezTo>
                    <a:pt x="119067" y="208714"/>
                    <a:pt x="106243" y="211732"/>
                    <a:pt x="91551" y="211732"/>
                  </a:cubicBezTo>
                  <a:cubicBezTo>
                    <a:pt x="74566" y="211732"/>
                    <a:pt x="59194" y="207372"/>
                    <a:pt x="45181" y="198651"/>
                  </a:cubicBezTo>
                  <a:cubicBezTo>
                    <a:pt x="31168" y="189930"/>
                    <a:pt x="20213" y="177520"/>
                    <a:pt x="12144" y="161420"/>
                  </a:cubicBezTo>
                  <a:cubicBezTo>
                    <a:pt x="4076" y="145320"/>
                    <a:pt x="0" y="126704"/>
                    <a:pt x="0" y="105489"/>
                  </a:cubicBezTo>
                  <a:cubicBezTo>
                    <a:pt x="0" y="84274"/>
                    <a:pt x="4076" y="65742"/>
                    <a:pt x="12144" y="49726"/>
                  </a:cubicBezTo>
                  <a:close/>
                  <a:moveTo>
                    <a:pt x="142932" y="68593"/>
                  </a:moveTo>
                  <a:cubicBezTo>
                    <a:pt x="134099" y="59537"/>
                    <a:pt x="123314" y="54925"/>
                    <a:pt x="110575" y="54925"/>
                  </a:cubicBezTo>
                  <a:cubicBezTo>
                    <a:pt x="97836" y="54925"/>
                    <a:pt x="87050" y="59453"/>
                    <a:pt x="78218" y="68425"/>
                  </a:cubicBezTo>
                  <a:cubicBezTo>
                    <a:pt x="69385" y="77398"/>
                    <a:pt x="64969" y="89808"/>
                    <a:pt x="64969" y="105489"/>
                  </a:cubicBezTo>
                  <a:cubicBezTo>
                    <a:pt x="64969" y="121170"/>
                    <a:pt x="69385" y="133748"/>
                    <a:pt x="78218" y="142972"/>
                  </a:cubicBezTo>
                  <a:cubicBezTo>
                    <a:pt x="87050" y="152196"/>
                    <a:pt x="97836" y="156808"/>
                    <a:pt x="110575" y="156808"/>
                  </a:cubicBezTo>
                  <a:cubicBezTo>
                    <a:pt x="123314" y="156808"/>
                    <a:pt x="134014" y="152280"/>
                    <a:pt x="142932" y="143139"/>
                  </a:cubicBezTo>
                  <a:cubicBezTo>
                    <a:pt x="151764" y="134083"/>
                    <a:pt x="156180" y="121589"/>
                    <a:pt x="156180" y="105908"/>
                  </a:cubicBezTo>
                  <a:cubicBezTo>
                    <a:pt x="156180" y="90227"/>
                    <a:pt x="151764" y="77733"/>
                    <a:pt x="142932" y="68677"/>
                  </a:cubicBezTo>
                  <a:close/>
                </a:path>
              </a:pathLst>
            </a:custGeom>
            <a:solidFill>
              <a:srgbClr val="FFFFFF"/>
            </a:solidFill>
            <a:ln w="0" cap="flat">
              <a:noFill/>
              <a:prstDash val="solid"/>
              <a:miter/>
            </a:ln>
          </p:spPr>
          <p:txBody>
            <a:bodyPr rtlCol="0" anchor="ctr"/>
            <a:lstStyle/>
            <a:p>
              <a:endParaRPr lang="pt-BR"/>
            </a:p>
          </p:txBody>
        </p:sp>
      </p:grpSp>
    </p:spTree>
    <p:extLst>
      <p:ext uri="{BB962C8B-B14F-4D97-AF65-F5344CB8AC3E}">
        <p14:creationId xmlns:p14="http://schemas.microsoft.com/office/powerpoint/2010/main" val="26579569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BBEC646-CA46-274C-942F-866CE7330D27}"/>
            </a:ext>
          </a:extLst>
        </p:cNvPr>
        <p:cNvGrpSpPr/>
        <p:nvPr/>
      </p:nvGrpSpPr>
      <p:grpSpPr>
        <a:xfrm>
          <a:off x="0" y="0"/>
          <a:ext cx="0" cy="0"/>
          <a:chOff x="0" y="0"/>
          <a:chExt cx="0" cy="0"/>
        </a:xfrm>
      </p:grpSpPr>
      <p:cxnSp>
        <p:nvCxnSpPr>
          <p:cNvPr id="7" name="Conector Reto 6">
            <a:extLst>
              <a:ext uri="{FF2B5EF4-FFF2-40B4-BE49-F238E27FC236}">
                <a16:creationId xmlns:a16="http://schemas.microsoft.com/office/drawing/2014/main" id="{A2AE88CF-72A8-7FEC-848D-8F8CF598D96A}"/>
              </a:ext>
            </a:extLst>
          </p:cNvPr>
          <p:cNvCxnSpPr>
            <a:cxnSpLocks/>
          </p:cNvCxnSpPr>
          <p:nvPr/>
        </p:nvCxnSpPr>
        <p:spPr>
          <a:xfrm flipV="1">
            <a:off x="868312" y="1772452"/>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5" name="Retângulo 4">
            <a:extLst>
              <a:ext uri="{FF2B5EF4-FFF2-40B4-BE49-F238E27FC236}">
                <a16:creationId xmlns:a16="http://schemas.microsoft.com/office/drawing/2014/main" id="{BA148BD3-F4D5-6E2E-B14E-690B4FAFC540}"/>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CaixaDeTexto 3">
            <a:extLst>
              <a:ext uri="{FF2B5EF4-FFF2-40B4-BE49-F238E27FC236}">
                <a16:creationId xmlns:a16="http://schemas.microsoft.com/office/drawing/2014/main" id="{486F82D5-7FE3-D04B-974B-B5E0AE89BC31}"/>
              </a:ext>
            </a:extLst>
          </p:cNvPr>
          <p:cNvSpPr txBox="1"/>
          <p:nvPr/>
        </p:nvSpPr>
        <p:spPr>
          <a:xfrm>
            <a:off x="1478280" y="2146575"/>
            <a:ext cx="15377160" cy="6124754"/>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Tx/>
              <a:defRPr/>
            </a:pPr>
            <a:r>
              <a:rPr lang="pt-BR" dirty="0">
                <a:latin typeface="Poppins" panose="00000500000000000000" pitchFamily="2" charset="0"/>
                <a:cs typeface="Poppins" panose="00000500000000000000" pitchFamily="2" charset="0"/>
              </a:rPr>
              <a:t>1.3 Mostrem um indicador de carregamento (como um </a:t>
            </a:r>
            <a:r>
              <a:rPr lang="pt-BR" dirty="0" err="1">
                <a:latin typeface="Poppins" panose="00000500000000000000" pitchFamily="2" charset="0"/>
                <a:cs typeface="Poppins" panose="00000500000000000000" pitchFamily="2" charset="0"/>
              </a:rPr>
              <a:t>spinner</a:t>
            </a:r>
            <a:r>
              <a:rPr lang="pt-BR" dirty="0">
                <a:latin typeface="Poppins" panose="00000500000000000000" pitchFamily="2" charset="0"/>
                <a:cs typeface="Poppins" panose="00000500000000000000" pitchFamily="2" charset="0"/>
              </a:rPr>
              <a:t>) enquanto o usuário aguarda a resposta do Google ou do servidor.</a:t>
            </a:r>
          </a:p>
          <a:p>
            <a:pPr>
              <a:buClrTx/>
              <a:defRPr/>
            </a:pPr>
            <a:r>
              <a:rPr lang="pt-BR" dirty="0">
                <a:latin typeface="Poppins" panose="00000500000000000000" pitchFamily="2" charset="0"/>
                <a:cs typeface="Poppins" panose="00000500000000000000" pitchFamily="2" charset="0"/>
              </a:rPr>
              <a:t>           exemplo de implementação simplificada:</a:t>
            </a:r>
          </a:p>
          <a:p>
            <a:pPr>
              <a:buClrTx/>
              <a:defRPr/>
            </a:pPr>
            <a:endParaRPr lang="pt-BR" dirty="0">
              <a:latin typeface="Poppins" panose="00000500000000000000" pitchFamily="2" charset="0"/>
              <a:cs typeface="Poppins" panose="00000500000000000000" pitchFamily="2" charset="0"/>
            </a:endParaRPr>
          </a:p>
          <a:p>
            <a:pPr>
              <a:buClrTx/>
              <a:defRPr/>
            </a:pPr>
            <a:r>
              <a:rPr lang="pt-BR" dirty="0" err="1">
                <a:latin typeface="Poppins" panose="00000500000000000000" pitchFamily="2" charset="0"/>
                <a:cs typeface="Poppins" panose="00000500000000000000" pitchFamily="2" charset="0"/>
              </a:rPr>
              <a:t>const</a:t>
            </a:r>
            <a:r>
              <a:rPr lang="pt-BR" dirty="0">
                <a:latin typeface="Poppins" panose="00000500000000000000" pitchFamily="2" charset="0"/>
                <a:cs typeface="Poppins" panose="00000500000000000000" pitchFamily="2" charset="0"/>
              </a:rPr>
              <a:t> [</a:t>
            </a:r>
            <a:r>
              <a:rPr lang="pt-BR" dirty="0" err="1">
                <a:latin typeface="Poppins" panose="00000500000000000000" pitchFamily="2" charset="0"/>
                <a:cs typeface="Poppins" panose="00000500000000000000" pitchFamily="2" charset="0"/>
              </a:rPr>
              <a:t>error</a:t>
            </a:r>
            <a:r>
              <a:rPr lang="pt-BR" dirty="0">
                <a:latin typeface="Poppins" panose="00000500000000000000" pitchFamily="2" charset="0"/>
                <a:cs typeface="Poppins" panose="00000500000000000000" pitchFamily="2" charset="0"/>
              </a:rPr>
              <a:t>, </a:t>
            </a:r>
            <a:r>
              <a:rPr lang="pt-BR" dirty="0" err="1">
                <a:latin typeface="Poppins" panose="00000500000000000000" pitchFamily="2" charset="0"/>
                <a:cs typeface="Poppins" panose="00000500000000000000" pitchFamily="2" charset="0"/>
              </a:rPr>
              <a:t>setError</a:t>
            </a:r>
            <a:r>
              <a:rPr lang="pt-BR" dirty="0">
                <a:latin typeface="Poppins" panose="00000500000000000000" pitchFamily="2" charset="0"/>
                <a:cs typeface="Poppins" panose="00000500000000000000" pitchFamily="2" charset="0"/>
              </a:rPr>
              <a:t>] = </a:t>
            </a:r>
            <a:r>
              <a:rPr lang="pt-BR" dirty="0" err="1">
                <a:latin typeface="Poppins" panose="00000500000000000000" pitchFamily="2" charset="0"/>
                <a:cs typeface="Poppins" panose="00000500000000000000" pitchFamily="2" charset="0"/>
              </a:rPr>
              <a:t>useState</a:t>
            </a:r>
            <a:r>
              <a:rPr lang="pt-BR" dirty="0">
                <a:latin typeface="Poppins" panose="00000500000000000000" pitchFamily="2" charset="0"/>
                <a:cs typeface="Poppins" panose="00000500000000000000" pitchFamily="2" charset="0"/>
              </a:rPr>
              <a:t>(""); // Estado para mensagens de erro</a:t>
            </a:r>
          </a:p>
          <a:p>
            <a:pPr>
              <a:buClrTx/>
              <a:defRPr/>
            </a:pPr>
            <a:r>
              <a:rPr lang="pt-BR" dirty="0" err="1">
                <a:latin typeface="Poppins" panose="00000500000000000000" pitchFamily="2" charset="0"/>
                <a:cs typeface="Poppins" panose="00000500000000000000" pitchFamily="2" charset="0"/>
              </a:rPr>
              <a:t>const</a:t>
            </a:r>
            <a:r>
              <a:rPr lang="pt-BR" dirty="0">
                <a:latin typeface="Poppins" panose="00000500000000000000" pitchFamily="2" charset="0"/>
                <a:cs typeface="Poppins" panose="00000500000000000000" pitchFamily="2" charset="0"/>
              </a:rPr>
              <a:t> [</a:t>
            </a:r>
            <a:r>
              <a:rPr lang="pt-BR" dirty="0" err="1">
                <a:latin typeface="Poppins" panose="00000500000000000000" pitchFamily="2" charset="0"/>
                <a:cs typeface="Poppins" panose="00000500000000000000" pitchFamily="2" charset="0"/>
              </a:rPr>
              <a:t>loading</a:t>
            </a:r>
            <a:r>
              <a:rPr lang="pt-BR" dirty="0">
                <a:latin typeface="Poppins" panose="00000500000000000000" pitchFamily="2" charset="0"/>
                <a:cs typeface="Poppins" panose="00000500000000000000" pitchFamily="2" charset="0"/>
              </a:rPr>
              <a:t>, </a:t>
            </a:r>
            <a:r>
              <a:rPr lang="pt-BR" dirty="0" err="1">
                <a:latin typeface="Poppins" panose="00000500000000000000" pitchFamily="2" charset="0"/>
                <a:cs typeface="Poppins" panose="00000500000000000000" pitchFamily="2" charset="0"/>
              </a:rPr>
              <a:t>setLoading</a:t>
            </a:r>
            <a:r>
              <a:rPr lang="pt-BR" dirty="0">
                <a:latin typeface="Poppins" panose="00000500000000000000" pitchFamily="2" charset="0"/>
                <a:cs typeface="Poppins" panose="00000500000000000000" pitchFamily="2" charset="0"/>
              </a:rPr>
              <a:t>] = </a:t>
            </a:r>
            <a:r>
              <a:rPr lang="pt-BR" dirty="0" err="1">
                <a:latin typeface="Poppins" panose="00000500000000000000" pitchFamily="2" charset="0"/>
                <a:cs typeface="Poppins" panose="00000500000000000000" pitchFamily="2" charset="0"/>
              </a:rPr>
              <a:t>useState</a:t>
            </a:r>
            <a:r>
              <a:rPr lang="pt-BR" dirty="0">
                <a:latin typeface="Poppins" panose="00000500000000000000" pitchFamily="2" charset="0"/>
                <a:cs typeface="Poppins" panose="00000500000000000000" pitchFamily="2" charset="0"/>
              </a:rPr>
              <a:t>(false); // Estado para carregamento</a:t>
            </a:r>
          </a:p>
          <a:p>
            <a:pPr>
              <a:buClrTx/>
              <a:defRPr/>
            </a:pPr>
            <a:endParaRPr lang="pt-BR" dirty="0">
              <a:latin typeface="Poppins" panose="00000500000000000000" pitchFamily="2" charset="0"/>
              <a:cs typeface="Poppins" panose="00000500000000000000" pitchFamily="2" charset="0"/>
            </a:endParaRPr>
          </a:p>
          <a:p>
            <a:pPr>
              <a:buClrTx/>
              <a:defRPr/>
            </a:pPr>
            <a:r>
              <a:rPr lang="pt-BR" dirty="0" err="1">
                <a:latin typeface="Poppins" panose="00000500000000000000" pitchFamily="2" charset="0"/>
                <a:cs typeface="Poppins" panose="00000500000000000000" pitchFamily="2" charset="0"/>
              </a:rPr>
              <a:t>const</a:t>
            </a:r>
            <a:r>
              <a:rPr lang="pt-BR" dirty="0">
                <a:latin typeface="Poppins" panose="00000500000000000000" pitchFamily="2" charset="0"/>
                <a:cs typeface="Poppins" panose="00000500000000000000" pitchFamily="2" charset="0"/>
              </a:rPr>
              <a:t> </a:t>
            </a:r>
            <a:r>
              <a:rPr lang="pt-BR" dirty="0" err="1">
                <a:latin typeface="Poppins" panose="00000500000000000000" pitchFamily="2" charset="0"/>
                <a:cs typeface="Poppins" panose="00000500000000000000" pitchFamily="2" charset="0"/>
              </a:rPr>
              <a:t>handleGoogleLogin</a:t>
            </a:r>
            <a:r>
              <a:rPr lang="pt-BR" dirty="0">
                <a:latin typeface="Poppins" panose="00000500000000000000" pitchFamily="2" charset="0"/>
                <a:cs typeface="Poppins" panose="00000500000000000000" pitchFamily="2" charset="0"/>
              </a:rPr>
              <a:t> = () =&gt; {</a:t>
            </a:r>
          </a:p>
          <a:p>
            <a:pPr>
              <a:buClrTx/>
              <a:defRPr/>
            </a:pPr>
            <a:r>
              <a:rPr lang="pt-BR" dirty="0">
                <a:latin typeface="Poppins" panose="00000500000000000000" pitchFamily="2" charset="0"/>
                <a:cs typeface="Poppins" panose="00000500000000000000" pitchFamily="2" charset="0"/>
              </a:rPr>
              <a:t>  </a:t>
            </a:r>
            <a:r>
              <a:rPr lang="pt-BR" dirty="0" err="1">
                <a:latin typeface="Poppins" panose="00000500000000000000" pitchFamily="2" charset="0"/>
                <a:cs typeface="Poppins" panose="00000500000000000000" pitchFamily="2" charset="0"/>
              </a:rPr>
              <a:t>setLoading</a:t>
            </a:r>
            <a:r>
              <a:rPr lang="pt-BR" dirty="0">
                <a:latin typeface="Poppins" panose="00000500000000000000" pitchFamily="2" charset="0"/>
                <a:cs typeface="Poppins" panose="00000500000000000000" pitchFamily="2" charset="0"/>
              </a:rPr>
              <a:t>(</a:t>
            </a:r>
            <a:r>
              <a:rPr lang="pt-BR" dirty="0" err="1">
                <a:latin typeface="Poppins" panose="00000500000000000000" pitchFamily="2" charset="0"/>
                <a:cs typeface="Poppins" panose="00000500000000000000" pitchFamily="2" charset="0"/>
              </a:rPr>
              <a:t>true</a:t>
            </a:r>
            <a:r>
              <a:rPr lang="pt-BR" dirty="0">
                <a:latin typeface="Poppins" panose="00000500000000000000" pitchFamily="2" charset="0"/>
                <a:cs typeface="Poppins" panose="00000500000000000000" pitchFamily="2" charset="0"/>
              </a:rPr>
              <a:t>);</a:t>
            </a:r>
          </a:p>
          <a:p>
            <a:pPr>
              <a:buClrTx/>
              <a:defRPr/>
            </a:pPr>
            <a:r>
              <a:rPr lang="pt-BR" dirty="0">
                <a:latin typeface="Poppins" panose="00000500000000000000" pitchFamily="2" charset="0"/>
                <a:cs typeface="Poppins" panose="00000500000000000000" pitchFamily="2" charset="0"/>
              </a:rPr>
              <a:t>  </a:t>
            </a:r>
            <a:r>
              <a:rPr lang="pt-BR" dirty="0" err="1">
                <a:latin typeface="Poppins" panose="00000500000000000000" pitchFamily="2" charset="0"/>
                <a:cs typeface="Poppins" panose="00000500000000000000" pitchFamily="2" charset="0"/>
              </a:rPr>
              <a:t>setError</a:t>
            </a:r>
            <a:r>
              <a:rPr lang="pt-BR" dirty="0">
                <a:latin typeface="Poppins" panose="00000500000000000000" pitchFamily="2" charset="0"/>
                <a:cs typeface="Poppins" panose="00000500000000000000" pitchFamily="2" charset="0"/>
              </a:rPr>
              <a:t>(""); // Limpa qualquer erro anterior</a:t>
            </a:r>
          </a:p>
          <a:p>
            <a:pPr>
              <a:buClrTx/>
              <a:defRPr/>
            </a:pPr>
            <a:r>
              <a:rPr lang="pt-BR" dirty="0">
                <a:latin typeface="Poppins" panose="00000500000000000000" pitchFamily="2" charset="0"/>
                <a:cs typeface="Poppins" panose="00000500000000000000" pitchFamily="2" charset="0"/>
              </a:rPr>
              <a:t>  </a:t>
            </a:r>
            <a:r>
              <a:rPr lang="pt-BR" dirty="0" err="1">
                <a:latin typeface="Poppins" panose="00000500000000000000" pitchFamily="2" charset="0"/>
                <a:cs typeface="Poppins" panose="00000500000000000000" pitchFamily="2" charset="0"/>
              </a:rPr>
              <a:t>window.location.href</a:t>
            </a:r>
            <a:r>
              <a:rPr lang="pt-BR" dirty="0">
                <a:latin typeface="Poppins" panose="00000500000000000000" pitchFamily="2" charset="0"/>
                <a:cs typeface="Poppins" panose="00000500000000000000" pitchFamily="2" charset="0"/>
              </a:rPr>
              <a:t> = `https://accounts.google.com/o/oauth2/v2/</a:t>
            </a:r>
            <a:r>
              <a:rPr lang="pt-BR" dirty="0" err="1">
                <a:latin typeface="Poppins" panose="00000500000000000000" pitchFamily="2" charset="0"/>
                <a:cs typeface="Poppins" panose="00000500000000000000" pitchFamily="2" charset="0"/>
              </a:rPr>
              <a:t>auth?client_id</a:t>
            </a:r>
            <a:r>
              <a:rPr lang="pt-BR" dirty="0">
                <a:latin typeface="Poppins" panose="00000500000000000000" pitchFamily="2" charset="0"/>
                <a:cs typeface="Poppins" panose="00000500000000000000" pitchFamily="2" charset="0"/>
              </a:rPr>
              <a:t>=${</a:t>
            </a:r>
            <a:r>
              <a:rPr lang="pt-BR" dirty="0" err="1">
                <a:latin typeface="Poppins" panose="00000500000000000000" pitchFamily="2" charset="0"/>
                <a:cs typeface="Poppins" panose="00000500000000000000" pitchFamily="2" charset="0"/>
              </a:rPr>
              <a:t>clientId</a:t>
            </a:r>
            <a:r>
              <a:rPr lang="pt-BR" dirty="0">
                <a:latin typeface="Poppins" panose="00000500000000000000" pitchFamily="2" charset="0"/>
                <a:cs typeface="Poppins" panose="00000500000000000000" pitchFamily="2" charset="0"/>
              </a:rPr>
              <a:t>}&amp;</a:t>
            </a:r>
            <a:r>
              <a:rPr lang="pt-BR" dirty="0" err="1">
                <a:latin typeface="Poppins" panose="00000500000000000000" pitchFamily="2" charset="0"/>
                <a:cs typeface="Poppins" panose="00000500000000000000" pitchFamily="2" charset="0"/>
              </a:rPr>
              <a:t>redirect_uri</a:t>
            </a:r>
            <a:r>
              <a:rPr lang="pt-BR" dirty="0">
                <a:latin typeface="Poppins" panose="00000500000000000000" pitchFamily="2" charset="0"/>
                <a:cs typeface="Poppins" panose="00000500000000000000" pitchFamily="2" charset="0"/>
              </a:rPr>
              <a:t>=${</a:t>
            </a:r>
            <a:r>
              <a:rPr lang="pt-BR" dirty="0" err="1">
                <a:latin typeface="Poppins" panose="00000500000000000000" pitchFamily="2" charset="0"/>
                <a:cs typeface="Poppins" panose="00000500000000000000" pitchFamily="2" charset="0"/>
              </a:rPr>
              <a:t>redirectUri</a:t>
            </a:r>
            <a:r>
              <a:rPr lang="pt-BR" dirty="0">
                <a:latin typeface="Poppins" panose="00000500000000000000" pitchFamily="2" charset="0"/>
                <a:cs typeface="Poppins" panose="00000500000000000000" pitchFamily="2" charset="0"/>
              </a:rPr>
              <a:t>}&amp;</a:t>
            </a:r>
            <a:r>
              <a:rPr lang="pt-BR" dirty="0" err="1">
                <a:latin typeface="Poppins" panose="00000500000000000000" pitchFamily="2" charset="0"/>
                <a:cs typeface="Poppins" panose="00000500000000000000" pitchFamily="2" charset="0"/>
              </a:rPr>
              <a:t>response_type</a:t>
            </a:r>
            <a:r>
              <a:rPr lang="pt-BR" dirty="0">
                <a:latin typeface="Poppins" panose="00000500000000000000" pitchFamily="2" charset="0"/>
                <a:cs typeface="Poppins" panose="00000500000000000000" pitchFamily="2" charset="0"/>
              </a:rPr>
              <a:t>=</a:t>
            </a:r>
            <a:r>
              <a:rPr lang="pt-BR" dirty="0" err="1">
                <a:latin typeface="Poppins" panose="00000500000000000000" pitchFamily="2" charset="0"/>
                <a:cs typeface="Poppins" panose="00000500000000000000" pitchFamily="2" charset="0"/>
              </a:rPr>
              <a:t>token&amp;scope</a:t>
            </a:r>
            <a:r>
              <a:rPr lang="pt-BR" dirty="0">
                <a:latin typeface="Poppins" panose="00000500000000000000" pitchFamily="2" charset="0"/>
                <a:cs typeface="Poppins" panose="00000500000000000000" pitchFamily="2" charset="0"/>
              </a:rPr>
              <a:t>=profile </a:t>
            </a:r>
            <a:r>
              <a:rPr lang="pt-BR" dirty="0" err="1">
                <a:latin typeface="Poppins" panose="00000500000000000000" pitchFamily="2" charset="0"/>
                <a:cs typeface="Poppins" panose="00000500000000000000" pitchFamily="2" charset="0"/>
              </a:rPr>
              <a:t>email</a:t>
            </a:r>
            <a:r>
              <a:rPr lang="pt-BR" dirty="0">
                <a:latin typeface="Poppins" panose="00000500000000000000" pitchFamily="2" charset="0"/>
                <a:cs typeface="Poppins" panose="00000500000000000000" pitchFamily="2" charset="0"/>
              </a:rPr>
              <a:t>`;</a:t>
            </a:r>
          </a:p>
          <a:p>
            <a:pPr>
              <a:buClrTx/>
              <a:defRPr/>
            </a:pPr>
            <a:r>
              <a:rPr lang="pt-BR" dirty="0">
                <a:latin typeface="Poppins" panose="00000500000000000000" pitchFamily="2" charset="0"/>
                <a:cs typeface="Poppins" panose="00000500000000000000" pitchFamily="2" charset="0"/>
              </a:rPr>
              <a:t>};</a:t>
            </a:r>
          </a:p>
          <a:p>
            <a:pPr>
              <a:buClrTx/>
              <a:defRPr/>
            </a:pPr>
            <a:endParaRPr lang="pt-BR" dirty="0">
              <a:latin typeface="Poppins" panose="00000500000000000000" pitchFamily="2" charset="0"/>
              <a:cs typeface="Poppins" panose="00000500000000000000" pitchFamily="2" charset="0"/>
            </a:endParaRPr>
          </a:p>
          <a:p>
            <a:pPr>
              <a:buClrTx/>
              <a:defRPr/>
            </a:pPr>
            <a:r>
              <a:rPr lang="pt-BR" dirty="0" err="1">
                <a:latin typeface="Poppins" panose="00000500000000000000" pitchFamily="2" charset="0"/>
                <a:cs typeface="Poppins" panose="00000500000000000000" pitchFamily="2" charset="0"/>
              </a:rPr>
              <a:t>const</a:t>
            </a:r>
            <a:r>
              <a:rPr lang="pt-BR" dirty="0">
                <a:latin typeface="Poppins" panose="00000500000000000000" pitchFamily="2" charset="0"/>
                <a:cs typeface="Poppins" panose="00000500000000000000" pitchFamily="2" charset="0"/>
              </a:rPr>
              <a:t> </a:t>
            </a:r>
            <a:r>
              <a:rPr lang="pt-BR" dirty="0" err="1">
                <a:latin typeface="Poppins" panose="00000500000000000000" pitchFamily="2" charset="0"/>
                <a:cs typeface="Poppins" panose="00000500000000000000" pitchFamily="2" charset="0"/>
              </a:rPr>
              <a:t>handleTokenExchange</a:t>
            </a:r>
            <a:r>
              <a:rPr lang="pt-BR" dirty="0">
                <a:latin typeface="Poppins" panose="00000500000000000000" pitchFamily="2" charset="0"/>
                <a:cs typeface="Poppins" panose="00000500000000000000" pitchFamily="2" charset="0"/>
              </a:rPr>
              <a:t> = </a:t>
            </a:r>
            <a:r>
              <a:rPr lang="pt-BR" dirty="0" err="1">
                <a:latin typeface="Poppins" panose="00000500000000000000" pitchFamily="2" charset="0"/>
                <a:cs typeface="Poppins" panose="00000500000000000000" pitchFamily="2" charset="0"/>
              </a:rPr>
              <a:t>async</a:t>
            </a:r>
            <a:r>
              <a:rPr lang="pt-BR" dirty="0">
                <a:latin typeface="Poppins" panose="00000500000000000000" pitchFamily="2" charset="0"/>
                <a:cs typeface="Poppins" panose="00000500000000000000" pitchFamily="2" charset="0"/>
              </a:rPr>
              <a:t> (</a:t>
            </a:r>
            <a:r>
              <a:rPr lang="pt-BR" dirty="0" err="1">
                <a:latin typeface="Poppins" panose="00000500000000000000" pitchFamily="2" charset="0"/>
                <a:cs typeface="Poppins" panose="00000500000000000000" pitchFamily="2" charset="0"/>
              </a:rPr>
              <a:t>googleToken</a:t>
            </a:r>
            <a:r>
              <a:rPr lang="pt-BR" dirty="0">
                <a:latin typeface="Poppins" panose="00000500000000000000" pitchFamily="2" charset="0"/>
                <a:cs typeface="Poppins" panose="00000500000000000000" pitchFamily="2" charset="0"/>
              </a:rPr>
              <a:t>) =&gt; {</a:t>
            </a:r>
          </a:p>
          <a:p>
            <a:pPr>
              <a:buClrTx/>
              <a:defRPr/>
            </a:pPr>
            <a:r>
              <a:rPr lang="pt-BR" dirty="0">
                <a:latin typeface="Poppins" panose="00000500000000000000" pitchFamily="2" charset="0"/>
                <a:cs typeface="Poppins" panose="00000500000000000000" pitchFamily="2" charset="0"/>
              </a:rPr>
              <a:t>  </a:t>
            </a:r>
            <a:r>
              <a:rPr lang="pt-BR" dirty="0" err="1">
                <a:latin typeface="Poppins" panose="00000500000000000000" pitchFamily="2" charset="0"/>
                <a:cs typeface="Poppins" panose="00000500000000000000" pitchFamily="2" charset="0"/>
              </a:rPr>
              <a:t>try</a:t>
            </a:r>
            <a:r>
              <a:rPr lang="pt-BR" dirty="0">
                <a:latin typeface="Poppins" panose="00000500000000000000" pitchFamily="2" charset="0"/>
                <a:cs typeface="Poppins" panose="00000500000000000000" pitchFamily="2" charset="0"/>
              </a:rPr>
              <a:t> {</a:t>
            </a:r>
          </a:p>
          <a:p>
            <a:pPr>
              <a:buClrTx/>
              <a:defRPr/>
            </a:pPr>
            <a:r>
              <a:rPr lang="pt-BR" dirty="0">
                <a:latin typeface="Poppins" panose="00000500000000000000" pitchFamily="2" charset="0"/>
                <a:cs typeface="Poppins" panose="00000500000000000000" pitchFamily="2" charset="0"/>
              </a:rPr>
              <a:t>    </a:t>
            </a:r>
            <a:r>
              <a:rPr lang="pt-BR" dirty="0" err="1">
                <a:latin typeface="Poppins" panose="00000500000000000000" pitchFamily="2" charset="0"/>
                <a:cs typeface="Poppins" panose="00000500000000000000" pitchFamily="2" charset="0"/>
              </a:rPr>
              <a:t>setLoading</a:t>
            </a:r>
            <a:r>
              <a:rPr lang="pt-BR" dirty="0">
                <a:latin typeface="Poppins" panose="00000500000000000000" pitchFamily="2" charset="0"/>
                <a:cs typeface="Poppins" panose="00000500000000000000" pitchFamily="2" charset="0"/>
              </a:rPr>
              <a:t>(</a:t>
            </a:r>
            <a:r>
              <a:rPr lang="pt-BR" dirty="0" err="1">
                <a:latin typeface="Poppins" panose="00000500000000000000" pitchFamily="2" charset="0"/>
                <a:cs typeface="Poppins" panose="00000500000000000000" pitchFamily="2" charset="0"/>
              </a:rPr>
              <a:t>true</a:t>
            </a:r>
            <a:r>
              <a:rPr lang="pt-BR" dirty="0">
                <a:latin typeface="Poppins" panose="00000500000000000000" pitchFamily="2" charset="0"/>
                <a:cs typeface="Poppins" panose="00000500000000000000" pitchFamily="2" charset="0"/>
              </a:rPr>
              <a:t>);</a:t>
            </a:r>
          </a:p>
          <a:p>
            <a:pPr>
              <a:buClrTx/>
              <a:defRPr/>
            </a:pPr>
            <a:r>
              <a:rPr lang="pt-BR" dirty="0">
                <a:latin typeface="Poppins" panose="00000500000000000000" pitchFamily="2" charset="0"/>
                <a:cs typeface="Poppins" panose="00000500000000000000" pitchFamily="2" charset="0"/>
              </a:rPr>
              <a:t>    </a:t>
            </a:r>
            <a:r>
              <a:rPr lang="pt-BR" dirty="0" err="1">
                <a:latin typeface="Poppins" panose="00000500000000000000" pitchFamily="2" charset="0"/>
                <a:cs typeface="Poppins" panose="00000500000000000000" pitchFamily="2" charset="0"/>
              </a:rPr>
              <a:t>const</a:t>
            </a:r>
            <a:r>
              <a:rPr lang="pt-BR" dirty="0">
                <a:latin typeface="Poppins" panose="00000500000000000000" pitchFamily="2" charset="0"/>
                <a:cs typeface="Poppins" panose="00000500000000000000" pitchFamily="2" charset="0"/>
              </a:rPr>
              <a:t> response = </a:t>
            </a:r>
            <a:r>
              <a:rPr lang="pt-BR" dirty="0" err="1">
                <a:latin typeface="Poppins" panose="00000500000000000000" pitchFamily="2" charset="0"/>
                <a:cs typeface="Poppins" panose="00000500000000000000" pitchFamily="2" charset="0"/>
              </a:rPr>
              <a:t>await</a:t>
            </a:r>
            <a:r>
              <a:rPr lang="pt-BR" dirty="0">
                <a:latin typeface="Poppins" panose="00000500000000000000" pitchFamily="2" charset="0"/>
                <a:cs typeface="Poppins" panose="00000500000000000000" pitchFamily="2" charset="0"/>
              </a:rPr>
              <a:t> </a:t>
            </a:r>
            <a:r>
              <a:rPr lang="pt-BR" dirty="0" err="1">
                <a:latin typeface="Poppins" panose="00000500000000000000" pitchFamily="2" charset="0"/>
                <a:cs typeface="Poppins" panose="00000500000000000000" pitchFamily="2" charset="0"/>
              </a:rPr>
              <a:t>axios.post</a:t>
            </a:r>
            <a:r>
              <a:rPr lang="pt-BR" dirty="0">
                <a:latin typeface="Poppins" panose="00000500000000000000" pitchFamily="2" charset="0"/>
                <a:cs typeface="Poppins" panose="00000500000000000000" pitchFamily="2" charset="0"/>
              </a:rPr>
              <a:t>("http://localhost:4000/api/</a:t>
            </a:r>
            <a:r>
              <a:rPr lang="pt-BR" dirty="0" err="1">
                <a:latin typeface="Poppins" panose="00000500000000000000" pitchFamily="2" charset="0"/>
                <a:cs typeface="Poppins" panose="00000500000000000000" pitchFamily="2" charset="0"/>
              </a:rPr>
              <a:t>auth</a:t>
            </a:r>
            <a:r>
              <a:rPr lang="pt-BR" dirty="0">
                <a:latin typeface="Poppins" panose="00000500000000000000" pitchFamily="2" charset="0"/>
                <a:cs typeface="Poppins" panose="00000500000000000000" pitchFamily="2" charset="0"/>
              </a:rPr>
              <a:t>/google", { token: </a:t>
            </a:r>
            <a:r>
              <a:rPr lang="pt-BR" dirty="0" err="1">
                <a:latin typeface="Poppins" panose="00000500000000000000" pitchFamily="2" charset="0"/>
                <a:cs typeface="Poppins" panose="00000500000000000000" pitchFamily="2" charset="0"/>
              </a:rPr>
              <a:t>googleToken</a:t>
            </a:r>
            <a:r>
              <a:rPr lang="pt-BR" dirty="0">
                <a:latin typeface="Poppins" panose="00000500000000000000" pitchFamily="2" charset="0"/>
                <a:cs typeface="Poppins" panose="00000500000000000000" pitchFamily="2" charset="0"/>
              </a:rPr>
              <a:t> });</a:t>
            </a:r>
          </a:p>
          <a:p>
            <a:pPr>
              <a:buClrTx/>
              <a:defRPr/>
            </a:pPr>
            <a:r>
              <a:rPr lang="pt-BR" dirty="0">
                <a:latin typeface="Poppins" panose="00000500000000000000" pitchFamily="2" charset="0"/>
                <a:cs typeface="Poppins" panose="00000500000000000000" pitchFamily="2" charset="0"/>
              </a:rPr>
              <a:t>    </a:t>
            </a:r>
            <a:r>
              <a:rPr lang="pt-BR" dirty="0" err="1">
                <a:latin typeface="Poppins" panose="00000500000000000000" pitchFamily="2" charset="0"/>
                <a:cs typeface="Poppins" panose="00000500000000000000" pitchFamily="2" charset="0"/>
              </a:rPr>
              <a:t>const</a:t>
            </a:r>
            <a:r>
              <a:rPr lang="pt-BR" dirty="0">
                <a:latin typeface="Poppins" panose="00000500000000000000" pitchFamily="2" charset="0"/>
                <a:cs typeface="Poppins" panose="00000500000000000000" pitchFamily="2" charset="0"/>
              </a:rPr>
              <a:t> { </a:t>
            </a:r>
            <a:r>
              <a:rPr lang="pt-BR" dirty="0" err="1">
                <a:latin typeface="Poppins" panose="00000500000000000000" pitchFamily="2" charset="0"/>
                <a:cs typeface="Poppins" panose="00000500000000000000" pitchFamily="2" charset="0"/>
              </a:rPr>
              <a:t>jwt</a:t>
            </a:r>
            <a:r>
              <a:rPr lang="pt-BR" dirty="0">
                <a:latin typeface="Poppins" panose="00000500000000000000" pitchFamily="2" charset="0"/>
                <a:cs typeface="Poppins" panose="00000500000000000000" pitchFamily="2" charset="0"/>
              </a:rPr>
              <a:t> } = </a:t>
            </a:r>
            <a:r>
              <a:rPr lang="pt-BR" dirty="0" err="1">
                <a:latin typeface="Poppins" panose="00000500000000000000" pitchFamily="2" charset="0"/>
                <a:cs typeface="Poppins" panose="00000500000000000000" pitchFamily="2" charset="0"/>
              </a:rPr>
              <a:t>response.data</a:t>
            </a:r>
            <a:r>
              <a:rPr lang="pt-BR" dirty="0">
                <a:latin typeface="Poppins" panose="00000500000000000000" pitchFamily="2" charset="0"/>
                <a:cs typeface="Poppins" panose="00000500000000000000" pitchFamily="2" charset="0"/>
              </a:rPr>
              <a:t>;</a:t>
            </a:r>
          </a:p>
          <a:p>
            <a:pPr>
              <a:buClrTx/>
              <a:defRPr/>
            </a:pPr>
            <a:r>
              <a:rPr lang="pt-BR" dirty="0">
                <a:latin typeface="Poppins" panose="00000500000000000000" pitchFamily="2" charset="0"/>
                <a:cs typeface="Poppins" panose="00000500000000000000" pitchFamily="2" charset="0"/>
              </a:rPr>
              <a:t>    </a:t>
            </a:r>
            <a:r>
              <a:rPr lang="pt-BR" dirty="0" err="1">
                <a:latin typeface="Poppins" panose="00000500000000000000" pitchFamily="2" charset="0"/>
                <a:cs typeface="Poppins" panose="00000500000000000000" pitchFamily="2" charset="0"/>
              </a:rPr>
              <a:t>localStorage.setItem</a:t>
            </a:r>
            <a:r>
              <a:rPr lang="pt-BR" dirty="0">
                <a:latin typeface="Poppins" panose="00000500000000000000" pitchFamily="2" charset="0"/>
                <a:cs typeface="Poppins" panose="00000500000000000000" pitchFamily="2" charset="0"/>
              </a:rPr>
              <a:t>("</a:t>
            </a:r>
            <a:r>
              <a:rPr lang="pt-BR" dirty="0" err="1">
                <a:latin typeface="Poppins" panose="00000500000000000000" pitchFamily="2" charset="0"/>
                <a:cs typeface="Poppins" panose="00000500000000000000" pitchFamily="2" charset="0"/>
              </a:rPr>
              <a:t>jwtToken</a:t>
            </a:r>
            <a:r>
              <a:rPr lang="pt-BR" dirty="0">
                <a:latin typeface="Poppins" panose="00000500000000000000" pitchFamily="2" charset="0"/>
                <a:cs typeface="Poppins" panose="00000500000000000000" pitchFamily="2" charset="0"/>
              </a:rPr>
              <a:t>", </a:t>
            </a:r>
            <a:r>
              <a:rPr lang="pt-BR" dirty="0" err="1">
                <a:latin typeface="Poppins" panose="00000500000000000000" pitchFamily="2" charset="0"/>
                <a:cs typeface="Poppins" panose="00000500000000000000" pitchFamily="2" charset="0"/>
              </a:rPr>
              <a:t>jwt</a:t>
            </a:r>
            <a:r>
              <a:rPr lang="pt-BR" dirty="0">
                <a:latin typeface="Poppins" panose="00000500000000000000" pitchFamily="2" charset="0"/>
                <a:cs typeface="Poppins" panose="00000500000000000000" pitchFamily="2" charset="0"/>
              </a:rPr>
              <a:t>);</a:t>
            </a:r>
          </a:p>
          <a:p>
            <a:pPr>
              <a:buClrTx/>
              <a:defRPr/>
            </a:pPr>
            <a:r>
              <a:rPr lang="pt-BR" dirty="0">
                <a:latin typeface="Poppins" panose="00000500000000000000" pitchFamily="2" charset="0"/>
                <a:cs typeface="Poppins" panose="00000500000000000000" pitchFamily="2" charset="0"/>
              </a:rPr>
              <a:t>    </a:t>
            </a:r>
            <a:r>
              <a:rPr lang="pt-BR" dirty="0" err="1">
                <a:latin typeface="Poppins" panose="00000500000000000000" pitchFamily="2" charset="0"/>
                <a:cs typeface="Poppins" panose="00000500000000000000" pitchFamily="2" charset="0"/>
              </a:rPr>
              <a:t>setJwtToken</a:t>
            </a:r>
            <a:r>
              <a:rPr lang="pt-BR" dirty="0">
                <a:latin typeface="Poppins" panose="00000500000000000000" pitchFamily="2" charset="0"/>
                <a:cs typeface="Poppins" panose="00000500000000000000" pitchFamily="2" charset="0"/>
              </a:rPr>
              <a:t>(</a:t>
            </a:r>
            <a:r>
              <a:rPr lang="pt-BR" dirty="0" err="1">
                <a:latin typeface="Poppins" panose="00000500000000000000" pitchFamily="2" charset="0"/>
                <a:cs typeface="Poppins" panose="00000500000000000000" pitchFamily="2" charset="0"/>
              </a:rPr>
              <a:t>jwt</a:t>
            </a:r>
            <a:r>
              <a:rPr lang="pt-BR" dirty="0">
                <a:latin typeface="Poppins" panose="00000500000000000000" pitchFamily="2" charset="0"/>
                <a:cs typeface="Poppins" panose="00000500000000000000" pitchFamily="2" charset="0"/>
              </a:rPr>
              <a:t>);</a:t>
            </a:r>
          </a:p>
          <a:p>
            <a:pPr>
              <a:buClrTx/>
              <a:defRPr/>
            </a:pPr>
            <a:r>
              <a:rPr lang="pt-BR" dirty="0">
                <a:latin typeface="Poppins" panose="00000500000000000000" pitchFamily="2" charset="0"/>
                <a:cs typeface="Poppins" panose="00000500000000000000" pitchFamily="2" charset="0"/>
              </a:rPr>
              <a:t>  } catch (</a:t>
            </a:r>
            <a:r>
              <a:rPr lang="pt-BR" dirty="0" err="1">
                <a:latin typeface="Poppins" panose="00000500000000000000" pitchFamily="2" charset="0"/>
                <a:cs typeface="Poppins" panose="00000500000000000000" pitchFamily="2" charset="0"/>
              </a:rPr>
              <a:t>error</a:t>
            </a:r>
            <a:r>
              <a:rPr lang="pt-BR" dirty="0">
                <a:latin typeface="Poppins" panose="00000500000000000000" pitchFamily="2" charset="0"/>
                <a:cs typeface="Poppins" panose="00000500000000000000" pitchFamily="2" charset="0"/>
              </a:rPr>
              <a:t>) {</a:t>
            </a:r>
          </a:p>
          <a:p>
            <a:pPr>
              <a:buClrTx/>
              <a:defRPr/>
            </a:pPr>
            <a:r>
              <a:rPr lang="pt-BR" dirty="0">
                <a:latin typeface="Poppins" panose="00000500000000000000" pitchFamily="2" charset="0"/>
                <a:cs typeface="Poppins" panose="00000500000000000000" pitchFamily="2" charset="0"/>
              </a:rPr>
              <a:t>    </a:t>
            </a:r>
            <a:r>
              <a:rPr lang="pt-BR" dirty="0" err="1">
                <a:latin typeface="Poppins" panose="00000500000000000000" pitchFamily="2" charset="0"/>
                <a:cs typeface="Poppins" panose="00000500000000000000" pitchFamily="2" charset="0"/>
              </a:rPr>
              <a:t>setError</a:t>
            </a:r>
            <a:r>
              <a:rPr lang="pt-BR" dirty="0">
                <a:latin typeface="Poppins" panose="00000500000000000000" pitchFamily="2" charset="0"/>
                <a:cs typeface="Poppins" panose="00000500000000000000" pitchFamily="2" charset="0"/>
              </a:rPr>
              <a:t>("Erro ao autenticar. Tente novamente."); // Exibe erro</a:t>
            </a:r>
          </a:p>
          <a:p>
            <a:pPr>
              <a:buClrTx/>
              <a:defRPr/>
            </a:pPr>
            <a:r>
              <a:rPr lang="pt-BR" dirty="0">
                <a:latin typeface="Poppins" panose="00000500000000000000" pitchFamily="2" charset="0"/>
                <a:cs typeface="Poppins" panose="00000500000000000000" pitchFamily="2" charset="0"/>
              </a:rPr>
              <a:t>  } </a:t>
            </a:r>
            <a:r>
              <a:rPr lang="pt-BR" dirty="0" err="1">
                <a:latin typeface="Poppins" panose="00000500000000000000" pitchFamily="2" charset="0"/>
                <a:cs typeface="Poppins" panose="00000500000000000000" pitchFamily="2" charset="0"/>
              </a:rPr>
              <a:t>finally</a:t>
            </a:r>
            <a:r>
              <a:rPr lang="pt-BR" dirty="0">
                <a:latin typeface="Poppins" panose="00000500000000000000" pitchFamily="2" charset="0"/>
                <a:cs typeface="Poppins" panose="00000500000000000000" pitchFamily="2" charset="0"/>
              </a:rPr>
              <a:t> {</a:t>
            </a:r>
          </a:p>
          <a:p>
            <a:pPr>
              <a:buClrTx/>
              <a:defRPr/>
            </a:pPr>
            <a:r>
              <a:rPr lang="pt-BR" dirty="0">
                <a:latin typeface="Poppins" panose="00000500000000000000" pitchFamily="2" charset="0"/>
                <a:cs typeface="Poppins" panose="00000500000000000000" pitchFamily="2" charset="0"/>
              </a:rPr>
              <a:t>    </a:t>
            </a:r>
            <a:r>
              <a:rPr lang="pt-BR" dirty="0" err="1">
                <a:latin typeface="Poppins" panose="00000500000000000000" pitchFamily="2" charset="0"/>
                <a:cs typeface="Poppins" panose="00000500000000000000" pitchFamily="2" charset="0"/>
              </a:rPr>
              <a:t>setLoading</a:t>
            </a:r>
            <a:r>
              <a:rPr lang="pt-BR" dirty="0">
                <a:latin typeface="Poppins" panose="00000500000000000000" pitchFamily="2" charset="0"/>
                <a:cs typeface="Poppins" panose="00000500000000000000" pitchFamily="2" charset="0"/>
              </a:rPr>
              <a:t>(false);</a:t>
            </a:r>
          </a:p>
          <a:p>
            <a:pPr>
              <a:buClrTx/>
              <a:defRPr/>
            </a:pPr>
            <a:r>
              <a:rPr lang="pt-BR" dirty="0">
                <a:latin typeface="Poppins" panose="00000500000000000000" pitchFamily="2" charset="0"/>
                <a:cs typeface="Poppins" panose="00000500000000000000" pitchFamily="2" charset="0"/>
              </a:rPr>
              <a:t>  }</a:t>
            </a:r>
          </a:p>
          <a:p>
            <a:pPr>
              <a:buClrTx/>
              <a:defRPr/>
            </a:pPr>
            <a:r>
              <a:rPr lang="pt-BR" dirty="0">
                <a:latin typeface="Poppins" panose="00000500000000000000" pitchFamily="2" charset="0"/>
                <a:cs typeface="Poppins" panose="00000500000000000000" pitchFamily="2" charset="0"/>
              </a:rPr>
              <a:t>};</a:t>
            </a:r>
          </a:p>
          <a:p>
            <a:pPr>
              <a:buClrTx/>
              <a:defRPr/>
            </a:pPr>
            <a:endParaRPr lang="pt-BR" dirty="0">
              <a:latin typeface="Poppins" panose="00000500000000000000" pitchFamily="2" charset="0"/>
              <a:cs typeface="Poppins" panose="00000500000000000000" pitchFamily="2" charset="0"/>
            </a:endParaRPr>
          </a:p>
          <a:p>
            <a:pPr>
              <a:buClrTx/>
              <a:defRPr/>
            </a:pPr>
            <a:endParaRPr lang="pt-BR" dirty="0">
              <a:latin typeface="Poppins" panose="00000500000000000000" pitchFamily="2" charset="0"/>
              <a:cs typeface="Poppins" panose="00000500000000000000" pitchFamily="2" charset="0"/>
            </a:endParaRPr>
          </a:p>
        </p:txBody>
      </p:sp>
      <p:sp>
        <p:nvSpPr>
          <p:cNvPr id="8" name="CaixaDeTexto 7">
            <a:extLst>
              <a:ext uri="{FF2B5EF4-FFF2-40B4-BE49-F238E27FC236}">
                <a16:creationId xmlns:a16="http://schemas.microsoft.com/office/drawing/2014/main" id="{A7C93111-93C2-85AC-2CF7-0572572C1980}"/>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7</a:t>
            </a:r>
            <a:endParaRPr lang="pt-BR" sz="4800" b="1" dirty="0">
              <a:solidFill>
                <a:schemeClr val="bg1"/>
              </a:solidFill>
              <a:latin typeface="Poppins" pitchFamily="2" charset="77"/>
              <a:cs typeface="Poppins" pitchFamily="2" charset="77"/>
            </a:endParaRPr>
          </a:p>
        </p:txBody>
      </p:sp>
      <p:sp>
        <p:nvSpPr>
          <p:cNvPr id="3" name="Oval 8">
            <a:extLst>
              <a:ext uri="{FF2B5EF4-FFF2-40B4-BE49-F238E27FC236}">
                <a16:creationId xmlns:a16="http://schemas.microsoft.com/office/drawing/2014/main" id="{FA3CFD29-0CB2-6B13-134B-25AF0C32F010}"/>
              </a:ext>
            </a:extLst>
          </p:cNvPr>
          <p:cNvSpPr/>
          <p:nvPr/>
        </p:nvSpPr>
        <p:spPr>
          <a:xfrm>
            <a:off x="614957" y="2054905"/>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6" name="Gráfico 5">
            <a:extLst>
              <a:ext uri="{FF2B5EF4-FFF2-40B4-BE49-F238E27FC236}">
                <a16:creationId xmlns:a16="http://schemas.microsoft.com/office/drawing/2014/main" id="{B4547DBC-2B7A-D626-086F-ED1B982C2B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0869" y="2136086"/>
            <a:ext cx="312039" cy="400050"/>
          </a:xfrm>
          <a:prstGeom prst="rect">
            <a:avLst/>
          </a:prstGeom>
        </p:spPr>
      </p:pic>
      <p:pic>
        <p:nvPicPr>
          <p:cNvPr id="2" name="Imagem 1">
            <a:extLst>
              <a:ext uri="{FF2B5EF4-FFF2-40B4-BE49-F238E27FC236}">
                <a16:creationId xmlns:a16="http://schemas.microsoft.com/office/drawing/2014/main" id="{A9E51B93-6727-83D3-ABBE-69871A8D325E}"/>
              </a:ext>
            </a:extLst>
          </p:cNvPr>
          <p:cNvPicPr>
            <a:picLocks noChangeAspect="1"/>
          </p:cNvPicPr>
          <p:nvPr/>
        </p:nvPicPr>
        <p:blipFill>
          <a:blip r:embed="rId4"/>
          <a:stretch>
            <a:fillRect/>
          </a:stretch>
        </p:blipFill>
        <p:spPr>
          <a:xfrm>
            <a:off x="11555820" y="9332570"/>
            <a:ext cx="2616200" cy="609600"/>
          </a:xfrm>
          <a:prstGeom prst="rect">
            <a:avLst/>
          </a:prstGeom>
        </p:spPr>
      </p:pic>
      <p:grpSp>
        <p:nvGrpSpPr>
          <p:cNvPr id="4" name="Gráfico 85">
            <a:extLst>
              <a:ext uri="{FF2B5EF4-FFF2-40B4-BE49-F238E27FC236}">
                <a16:creationId xmlns:a16="http://schemas.microsoft.com/office/drawing/2014/main" id="{C3116E54-C6BD-2792-8A48-BD2CC4E04143}"/>
              </a:ext>
            </a:extLst>
          </p:cNvPr>
          <p:cNvGrpSpPr/>
          <p:nvPr/>
        </p:nvGrpSpPr>
        <p:grpSpPr>
          <a:xfrm>
            <a:off x="11906258" y="9458940"/>
            <a:ext cx="1758662" cy="298605"/>
            <a:chOff x="2316209" y="1866988"/>
            <a:chExt cx="1758662" cy="298605"/>
          </a:xfrm>
          <a:solidFill>
            <a:srgbClr val="FFFFFF"/>
          </a:solidFill>
        </p:grpSpPr>
        <p:sp>
          <p:nvSpPr>
            <p:cNvPr id="9" name="Forma Livre 150">
              <a:extLst>
                <a:ext uri="{FF2B5EF4-FFF2-40B4-BE49-F238E27FC236}">
                  <a16:creationId xmlns:a16="http://schemas.microsoft.com/office/drawing/2014/main" id="{1A4E3DC5-914E-EE0A-9FD9-434690BC1109}"/>
                </a:ext>
              </a:extLst>
            </p:cNvPr>
            <p:cNvSpPr/>
            <p:nvPr/>
          </p:nvSpPr>
          <p:spPr>
            <a:xfrm>
              <a:off x="2316209" y="1900613"/>
              <a:ext cx="256393" cy="263805"/>
            </a:xfrm>
            <a:custGeom>
              <a:avLst/>
              <a:gdLst>
                <a:gd name="connsiteX0" fmla="*/ 16815 w 256393"/>
                <a:gd name="connsiteY0" fmla="*/ 63645 h 263805"/>
                <a:gd name="connsiteX1" fmla="*/ 63695 w 256393"/>
                <a:gd name="connsiteY1" fmla="*/ 16771 h 263805"/>
                <a:gd name="connsiteX2" fmla="*/ 131891 w 256393"/>
                <a:gd name="connsiteY2" fmla="*/ 0 h 263805"/>
                <a:gd name="connsiteX3" fmla="*/ 211892 w 256393"/>
                <a:gd name="connsiteY3" fmla="*/ 24318 h 263805"/>
                <a:gd name="connsiteX4" fmla="*/ 256394 w 256393"/>
                <a:gd name="connsiteY4" fmla="*/ 90730 h 263805"/>
                <a:gd name="connsiteX5" fmla="*/ 186159 w 256393"/>
                <a:gd name="connsiteY5" fmla="*/ 90730 h 263805"/>
                <a:gd name="connsiteX6" fmla="*/ 163909 w 256393"/>
                <a:gd name="connsiteY6" fmla="*/ 65993 h 263805"/>
                <a:gd name="connsiteX7" fmla="*/ 131212 w 256393"/>
                <a:gd name="connsiteY7" fmla="*/ 57524 h 263805"/>
                <a:gd name="connsiteX8" fmla="*/ 83398 w 256393"/>
                <a:gd name="connsiteY8" fmla="*/ 77817 h 263805"/>
                <a:gd name="connsiteX9" fmla="*/ 65054 w 256393"/>
                <a:gd name="connsiteY9" fmla="*/ 132071 h 263805"/>
                <a:gd name="connsiteX10" fmla="*/ 83398 w 256393"/>
                <a:gd name="connsiteY10" fmla="*/ 186324 h 263805"/>
                <a:gd name="connsiteX11" fmla="*/ 131212 w 256393"/>
                <a:gd name="connsiteY11" fmla="*/ 206617 h 263805"/>
                <a:gd name="connsiteX12" fmla="*/ 163909 w 256393"/>
                <a:gd name="connsiteY12" fmla="*/ 198148 h 263805"/>
                <a:gd name="connsiteX13" fmla="*/ 186159 w 256393"/>
                <a:gd name="connsiteY13" fmla="*/ 173411 h 263805"/>
                <a:gd name="connsiteX14" fmla="*/ 256394 w 256393"/>
                <a:gd name="connsiteY14" fmla="*/ 173411 h 263805"/>
                <a:gd name="connsiteX15" fmla="*/ 211892 w 256393"/>
                <a:gd name="connsiteY15" fmla="*/ 239656 h 263805"/>
                <a:gd name="connsiteX16" fmla="*/ 131891 w 256393"/>
                <a:gd name="connsiteY16" fmla="*/ 263806 h 263805"/>
                <a:gd name="connsiteX17" fmla="*/ 63695 w 256393"/>
                <a:gd name="connsiteY17" fmla="*/ 247035 h 263805"/>
                <a:gd name="connsiteX18" fmla="*/ 16815 w 256393"/>
                <a:gd name="connsiteY18" fmla="*/ 200328 h 263805"/>
                <a:gd name="connsiteX19" fmla="*/ 0 w 256393"/>
                <a:gd name="connsiteY19" fmla="*/ 132071 h 263805"/>
                <a:gd name="connsiteX20" fmla="*/ 16815 w 256393"/>
                <a:gd name="connsiteY20" fmla="*/ 63645 h 263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6393" h="263805">
                  <a:moveTo>
                    <a:pt x="16815" y="63645"/>
                  </a:moveTo>
                  <a:cubicBezTo>
                    <a:pt x="28026" y="43604"/>
                    <a:pt x="43652" y="28007"/>
                    <a:pt x="63695" y="16771"/>
                  </a:cubicBezTo>
                  <a:cubicBezTo>
                    <a:pt x="83738" y="5618"/>
                    <a:pt x="106498" y="0"/>
                    <a:pt x="131891" y="0"/>
                  </a:cubicBezTo>
                  <a:cubicBezTo>
                    <a:pt x="163059" y="0"/>
                    <a:pt x="189726" y="8134"/>
                    <a:pt x="211892" y="24318"/>
                  </a:cubicBezTo>
                  <a:cubicBezTo>
                    <a:pt x="234058" y="40586"/>
                    <a:pt x="248920" y="62723"/>
                    <a:pt x="256394" y="90730"/>
                  </a:cubicBezTo>
                  <a:lnTo>
                    <a:pt x="186159" y="90730"/>
                  </a:lnTo>
                  <a:cubicBezTo>
                    <a:pt x="180894" y="79913"/>
                    <a:pt x="173505" y="71696"/>
                    <a:pt x="163909" y="65993"/>
                  </a:cubicBezTo>
                  <a:cubicBezTo>
                    <a:pt x="154312" y="60375"/>
                    <a:pt x="143441" y="57524"/>
                    <a:pt x="131212" y="57524"/>
                  </a:cubicBezTo>
                  <a:cubicBezTo>
                    <a:pt x="111509" y="57524"/>
                    <a:pt x="95543" y="64316"/>
                    <a:pt x="83398" y="77817"/>
                  </a:cubicBezTo>
                  <a:cubicBezTo>
                    <a:pt x="71169" y="91317"/>
                    <a:pt x="65054" y="109430"/>
                    <a:pt x="65054" y="132071"/>
                  </a:cubicBezTo>
                  <a:cubicBezTo>
                    <a:pt x="65054" y="154711"/>
                    <a:pt x="71169" y="172824"/>
                    <a:pt x="83398" y="186324"/>
                  </a:cubicBezTo>
                  <a:cubicBezTo>
                    <a:pt x="95627" y="199825"/>
                    <a:pt x="111509" y="206617"/>
                    <a:pt x="131212" y="206617"/>
                  </a:cubicBezTo>
                  <a:cubicBezTo>
                    <a:pt x="143441" y="206617"/>
                    <a:pt x="154312" y="203766"/>
                    <a:pt x="163909" y="198148"/>
                  </a:cubicBezTo>
                  <a:cubicBezTo>
                    <a:pt x="173505" y="192530"/>
                    <a:pt x="180894" y="184228"/>
                    <a:pt x="186159" y="173411"/>
                  </a:cubicBezTo>
                  <a:lnTo>
                    <a:pt x="256394" y="173411"/>
                  </a:lnTo>
                  <a:cubicBezTo>
                    <a:pt x="248920" y="201418"/>
                    <a:pt x="234058" y="223556"/>
                    <a:pt x="211892" y="239656"/>
                  </a:cubicBezTo>
                  <a:cubicBezTo>
                    <a:pt x="189726" y="255756"/>
                    <a:pt x="163059" y="263806"/>
                    <a:pt x="131891" y="263806"/>
                  </a:cubicBezTo>
                  <a:cubicBezTo>
                    <a:pt x="106498" y="263806"/>
                    <a:pt x="83738" y="258188"/>
                    <a:pt x="63695" y="247035"/>
                  </a:cubicBezTo>
                  <a:cubicBezTo>
                    <a:pt x="43652" y="235882"/>
                    <a:pt x="28026" y="220285"/>
                    <a:pt x="16815" y="200328"/>
                  </a:cubicBezTo>
                  <a:cubicBezTo>
                    <a:pt x="5605" y="180371"/>
                    <a:pt x="0" y="157646"/>
                    <a:pt x="0" y="132071"/>
                  </a:cubicBezTo>
                  <a:cubicBezTo>
                    <a:pt x="0" y="106495"/>
                    <a:pt x="5605" y="83687"/>
                    <a:pt x="16815" y="63645"/>
                  </a:cubicBezTo>
                  <a:close/>
                </a:path>
              </a:pathLst>
            </a:custGeom>
            <a:solidFill>
              <a:srgbClr val="FFFFFF"/>
            </a:solidFill>
            <a:ln w="0" cap="flat">
              <a:noFill/>
              <a:prstDash val="solid"/>
              <a:miter/>
            </a:ln>
          </p:spPr>
          <p:txBody>
            <a:bodyPr rtlCol="0" anchor="ctr"/>
            <a:lstStyle/>
            <a:p>
              <a:endParaRPr lang="pt-BR"/>
            </a:p>
          </p:txBody>
        </p:sp>
        <p:sp>
          <p:nvSpPr>
            <p:cNvPr id="10" name="Forma Livre 151">
              <a:extLst>
                <a:ext uri="{FF2B5EF4-FFF2-40B4-BE49-F238E27FC236}">
                  <a16:creationId xmlns:a16="http://schemas.microsoft.com/office/drawing/2014/main" id="{96735022-097C-3092-270E-0AFA550D12E5}"/>
                </a:ext>
              </a:extLst>
            </p:cNvPr>
            <p:cNvSpPr/>
            <p:nvPr/>
          </p:nvSpPr>
          <p:spPr>
            <a:xfrm>
              <a:off x="2599100" y="1953777"/>
              <a:ext cx="216733" cy="211816"/>
            </a:xfrm>
            <a:custGeom>
              <a:avLst/>
              <a:gdLst>
                <a:gd name="connsiteX0" fmla="*/ 52485 w 216733"/>
                <a:gd name="connsiteY0" fmla="*/ 198903 h 211816"/>
                <a:gd name="connsiteX1" fmla="*/ 14013 w 216733"/>
                <a:gd name="connsiteY1" fmla="*/ 162007 h 211816"/>
                <a:gd name="connsiteX2" fmla="*/ 0 w 216733"/>
                <a:gd name="connsiteY2" fmla="*/ 105908 h 211816"/>
                <a:gd name="connsiteX3" fmla="*/ 14183 w 216733"/>
                <a:gd name="connsiteY3" fmla="*/ 49977 h 211816"/>
                <a:gd name="connsiteX4" fmla="*/ 53079 w 216733"/>
                <a:gd name="connsiteY4" fmla="*/ 12914 h 211816"/>
                <a:gd name="connsiteX5" fmla="*/ 108367 w 216733"/>
                <a:gd name="connsiteY5" fmla="*/ 0 h 211816"/>
                <a:gd name="connsiteX6" fmla="*/ 163654 w 216733"/>
                <a:gd name="connsiteY6" fmla="*/ 12914 h 211816"/>
                <a:gd name="connsiteX7" fmla="*/ 202550 w 216733"/>
                <a:gd name="connsiteY7" fmla="*/ 49977 h 211816"/>
                <a:gd name="connsiteX8" fmla="*/ 216733 w 216733"/>
                <a:gd name="connsiteY8" fmla="*/ 105908 h 211816"/>
                <a:gd name="connsiteX9" fmla="*/ 202380 w 216733"/>
                <a:gd name="connsiteY9" fmla="*/ 161839 h 211816"/>
                <a:gd name="connsiteX10" fmla="*/ 163144 w 216733"/>
                <a:gd name="connsiteY10" fmla="*/ 198903 h 211816"/>
                <a:gd name="connsiteX11" fmla="*/ 107687 w 216733"/>
                <a:gd name="connsiteY11" fmla="*/ 211816 h 211816"/>
                <a:gd name="connsiteX12" fmla="*/ 52570 w 216733"/>
                <a:gd name="connsiteY12" fmla="*/ 198903 h 211816"/>
                <a:gd name="connsiteX13" fmla="*/ 138855 w 216733"/>
                <a:gd name="connsiteY13" fmla="*/ 143894 h 211816"/>
                <a:gd name="connsiteX14" fmla="*/ 151764 w 216733"/>
                <a:gd name="connsiteY14" fmla="*/ 105908 h 211816"/>
                <a:gd name="connsiteX15" fmla="*/ 139280 w 216733"/>
                <a:gd name="connsiteY15" fmla="*/ 67922 h 211816"/>
                <a:gd name="connsiteX16" fmla="*/ 108451 w 216733"/>
                <a:gd name="connsiteY16" fmla="*/ 54673 h 211816"/>
                <a:gd name="connsiteX17" fmla="*/ 77453 w 216733"/>
                <a:gd name="connsiteY17" fmla="*/ 67754 h 211816"/>
                <a:gd name="connsiteX18" fmla="*/ 65139 w 216733"/>
                <a:gd name="connsiteY18" fmla="*/ 105908 h 211816"/>
                <a:gd name="connsiteX19" fmla="*/ 77283 w 216733"/>
                <a:gd name="connsiteY19" fmla="*/ 143894 h 211816"/>
                <a:gd name="connsiteX20" fmla="*/ 107772 w 216733"/>
                <a:gd name="connsiteY20" fmla="*/ 157143 h 211816"/>
                <a:gd name="connsiteX21" fmla="*/ 138940 w 216733"/>
                <a:gd name="connsiteY21" fmla="*/ 143894 h 211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6733" h="211816">
                  <a:moveTo>
                    <a:pt x="52485" y="198903"/>
                  </a:moveTo>
                  <a:cubicBezTo>
                    <a:pt x="36179" y="190266"/>
                    <a:pt x="23355" y="178023"/>
                    <a:pt x="14013" y="162007"/>
                  </a:cubicBezTo>
                  <a:cubicBezTo>
                    <a:pt x="4671" y="145991"/>
                    <a:pt x="0" y="127291"/>
                    <a:pt x="0" y="105908"/>
                  </a:cubicBezTo>
                  <a:cubicBezTo>
                    <a:pt x="0" y="84525"/>
                    <a:pt x="4756" y="66077"/>
                    <a:pt x="14183" y="49977"/>
                  </a:cubicBezTo>
                  <a:cubicBezTo>
                    <a:pt x="23610" y="33877"/>
                    <a:pt x="36603" y="21467"/>
                    <a:pt x="53079" y="12914"/>
                  </a:cubicBezTo>
                  <a:cubicBezTo>
                    <a:pt x="69555" y="4277"/>
                    <a:pt x="87984" y="0"/>
                    <a:pt x="108367" y="0"/>
                  </a:cubicBezTo>
                  <a:cubicBezTo>
                    <a:pt x="128749" y="0"/>
                    <a:pt x="147263" y="4277"/>
                    <a:pt x="163654" y="12914"/>
                  </a:cubicBezTo>
                  <a:cubicBezTo>
                    <a:pt x="180130" y="21551"/>
                    <a:pt x="193038" y="33877"/>
                    <a:pt x="202550" y="49977"/>
                  </a:cubicBezTo>
                  <a:cubicBezTo>
                    <a:pt x="211977" y="66077"/>
                    <a:pt x="216733" y="84693"/>
                    <a:pt x="216733" y="105908"/>
                  </a:cubicBezTo>
                  <a:cubicBezTo>
                    <a:pt x="216733" y="127123"/>
                    <a:pt x="211892" y="145739"/>
                    <a:pt x="202380" y="161839"/>
                  </a:cubicBezTo>
                  <a:cubicBezTo>
                    <a:pt x="192784" y="177939"/>
                    <a:pt x="179705" y="190349"/>
                    <a:pt x="163144" y="198903"/>
                  </a:cubicBezTo>
                  <a:cubicBezTo>
                    <a:pt x="146584" y="207540"/>
                    <a:pt x="128069" y="211816"/>
                    <a:pt x="107687" y="211816"/>
                  </a:cubicBezTo>
                  <a:cubicBezTo>
                    <a:pt x="87305" y="211816"/>
                    <a:pt x="68876" y="207540"/>
                    <a:pt x="52570" y="198903"/>
                  </a:cubicBezTo>
                  <a:close/>
                  <a:moveTo>
                    <a:pt x="138855" y="143894"/>
                  </a:moveTo>
                  <a:cubicBezTo>
                    <a:pt x="147433" y="135006"/>
                    <a:pt x="151764" y="122344"/>
                    <a:pt x="151764" y="105908"/>
                  </a:cubicBezTo>
                  <a:cubicBezTo>
                    <a:pt x="151764" y="89473"/>
                    <a:pt x="147603" y="76727"/>
                    <a:pt x="139280" y="67922"/>
                  </a:cubicBezTo>
                  <a:cubicBezTo>
                    <a:pt x="130957" y="59033"/>
                    <a:pt x="120681" y="54673"/>
                    <a:pt x="108451" y="54673"/>
                  </a:cubicBezTo>
                  <a:cubicBezTo>
                    <a:pt x="96222" y="54673"/>
                    <a:pt x="85691" y="59033"/>
                    <a:pt x="77453" y="67754"/>
                  </a:cubicBezTo>
                  <a:cubicBezTo>
                    <a:pt x="69215" y="76475"/>
                    <a:pt x="65139" y="89221"/>
                    <a:pt x="65139" y="105908"/>
                  </a:cubicBezTo>
                  <a:cubicBezTo>
                    <a:pt x="65139" y="122595"/>
                    <a:pt x="69215" y="135089"/>
                    <a:pt x="77283" y="143894"/>
                  </a:cubicBezTo>
                  <a:cubicBezTo>
                    <a:pt x="85351" y="152783"/>
                    <a:pt x="95543" y="157143"/>
                    <a:pt x="107772" y="157143"/>
                  </a:cubicBezTo>
                  <a:cubicBezTo>
                    <a:pt x="120001" y="157143"/>
                    <a:pt x="130362" y="152699"/>
                    <a:pt x="138940" y="143894"/>
                  </a:cubicBezTo>
                  <a:close/>
                </a:path>
              </a:pathLst>
            </a:custGeom>
            <a:solidFill>
              <a:srgbClr val="FFFFFF"/>
            </a:solidFill>
            <a:ln w="0" cap="flat">
              <a:noFill/>
              <a:prstDash val="solid"/>
              <a:miter/>
            </a:ln>
          </p:spPr>
          <p:txBody>
            <a:bodyPr rtlCol="0" anchor="ctr"/>
            <a:lstStyle/>
            <a:p>
              <a:endParaRPr lang="pt-BR"/>
            </a:p>
          </p:txBody>
        </p:sp>
        <p:sp>
          <p:nvSpPr>
            <p:cNvPr id="11" name="Forma Livre 152">
              <a:extLst>
                <a:ext uri="{FF2B5EF4-FFF2-40B4-BE49-F238E27FC236}">
                  <a16:creationId xmlns:a16="http://schemas.microsoft.com/office/drawing/2014/main" id="{9F975912-068B-A29D-F538-43B149938F54}"/>
                </a:ext>
              </a:extLst>
            </p:cNvPr>
            <p:cNvSpPr/>
            <p:nvPr/>
          </p:nvSpPr>
          <p:spPr>
            <a:xfrm>
              <a:off x="2849888"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7"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a:p>
          </p:txBody>
        </p:sp>
        <p:sp>
          <p:nvSpPr>
            <p:cNvPr id="12" name="Forma Livre 153">
              <a:extLst>
                <a:ext uri="{FF2B5EF4-FFF2-40B4-BE49-F238E27FC236}">
                  <a16:creationId xmlns:a16="http://schemas.microsoft.com/office/drawing/2014/main" id="{F44C2515-F3AC-B93F-B0A3-A142BD41B8E4}"/>
                </a:ext>
              </a:extLst>
            </p:cNvPr>
            <p:cNvSpPr/>
            <p:nvPr/>
          </p:nvSpPr>
          <p:spPr>
            <a:xfrm>
              <a:off x="3086409" y="1906483"/>
              <a:ext cx="131551" cy="256175"/>
            </a:xfrm>
            <a:custGeom>
              <a:avLst/>
              <a:gdLst>
                <a:gd name="connsiteX0" fmla="*/ 131551 w 131551"/>
                <a:gd name="connsiteY0" fmla="*/ 202676 h 256175"/>
                <a:gd name="connsiteX1" fmla="*/ 131551 w 131551"/>
                <a:gd name="connsiteY1" fmla="*/ 256175 h 256175"/>
                <a:gd name="connsiteX2" fmla="*/ 99024 w 131551"/>
                <a:gd name="connsiteY2" fmla="*/ 256175 h 256175"/>
                <a:gd name="connsiteX3" fmla="*/ 44841 w 131551"/>
                <a:gd name="connsiteY3" fmla="*/ 239404 h 256175"/>
                <a:gd name="connsiteX4" fmla="*/ 25393 w 131551"/>
                <a:gd name="connsiteY4" fmla="*/ 184564 h 256175"/>
                <a:gd name="connsiteX5" fmla="*/ 25393 w 131551"/>
                <a:gd name="connsiteY5" fmla="*/ 102638 h 256175"/>
                <a:gd name="connsiteX6" fmla="*/ 0 w 131551"/>
                <a:gd name="connsiteY6" fmla="*/ 102638 h 256175"/>
                <a:gd name="connsiteX7" fmla="*/ 0 w 131551"/>
                <a:gd name="connsiteY7" fmla="*/ 50229 h 256175"/>
                <a:gd name="connsiteX8" fmla="*/ 25393 w 131551"/>
                <a:gd name="connsiteY8" fmla="*/ 50229 h 256175"/>
                <a:gd name="connsiteX9" fmla="*/ 25393 w 131551"/>
                <a:gd name="connsiteY9" fmla="*/ 0 h 256175"/>
                <a:gd name="connsiteX10" fmla="*/ 89343 w 131551"/>
                <a:gd name="connsiteY10" fmla="*/ 0 h 256175"/>
                <a:gd name="connsiteX11" fmla="*/ 89343 w 131551"/>
                <a:gd name="connsiteY11" fmla="*/ 50229 h 256175"/>
                <a:gd name="connsiteX12" fmla="*/ 131212 w 131551"/>
                <a:gd name="connsiteY12" fmla="*/ 50229 h 256175"/>
                <a:gd name="connsiteX13" fmla="*/ 131212 w 131551"/>
                <a:gd name="connsiteY13" fmla="*/ 102638 h 256175"/>
                <a:gd name="connsiteX14" fmla="*/ 89343 w 131551"/>
                <a:gd name="connsiteY14" fmla="*/ 102638 h 256175"/>
                <a:gd name="connsiteX15" fmla="*/ 89343 w 131551"/>
                <a:gd name="connsiteY15" fmla="*/ 185318 h 256175"/>
                <a:gd name="connsiteX16" fmla="*/ 93844 w 131551"/>
                <a:gd name="connsiteY16" fmla="*/ 198567 h 256175"/>
                <a:gd name="connsiteX17" fmla="*/ 108791 w 131551"/>
                <a:gd name="connsiteY17" fmla="*/ 202592 h 256175"/>
                <a:gd name="connsiteX18" fmla="*/ 131551 w 131551"/>
                <a:gd name="connsiteY18" fmla="*/ 202592 h 25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551" h="256175">
                  <a:moveTo>
                    <a:pt x="131551" y="202676"/>
                  </a:moveTo>
                  <a:lnTo>
                    <a:pt x="131551" y="256175"/>
                  </a:lnTo>
                  <a:lnTo>
                    <a:pt x="99024" y="256175"/>
                  </a:lnTo>
                  <a:cubicBezTo>
                    <a:pt x="75839" y="256175"/>
                    <a:pt x="57750" y="250557"/>
                    <a:pt x="44841" y="239404"/>
                  </a:cubicBezTo>
                  <a:cubicBezTo>
                    <a:pt x="31932" y="228252"/>
                    <a:pt x="25393" y="209971"/>
                    <a:pt x="25393" y="184564"/>
                  </a:cubicBezTo>
                  <a:lnTo>
                    <a:pt x="25393" y="102638"/>
                  </a:lnTo>
                  <a:lnTo>
                    <a:pt x="0" y="102638"/>
                  </a:lnTo>
                  <a:lnTo>
                    <a:pt x="0" y="50229"/>
                  </a:lnTo>
                  <a:lnTo>
                    <a:pt x="25393" y="50229"/>
                  </a:lnTo>
                  <a:lnTo>
                    <a:pt x="25393" y="0"/>
                  </a:lnTo>
                  <a:lnTo>
                    <a:pt x="89343" y="0"/>
                  </a:lnTo>
                  <a:lnTo>
                    <a:pt x="89343" y="50229"/>
                  </a:lnTo>
                  <a:lnTo>
                    <a:pt x="131212" y="50229"/>
                  </a:lnTo>
                  <a:lnTo>
                    <a:pt x="131212" y="102638"/>
                  </a:lnTo>
                  <a:lnTo>
                    <a:pt x="89343" y="102638"/>
                  </a:lnTo>
                  <a:lnTo>
                    <a:pt x="89343" y="185318"/>
                  </a:lnTo>
                  <a:cubicBezTo>
                    <a:pt x="89343" y="191440"/>
                    <a:pt x="90872" y="195884"/>
                    <a:pt x="93844" y="198567"/>
                  </a:cubicBezTo>
                  <a:cubicBezTo>
                    <a:pt x="96816" y="201251"/>
                    <a:pt x="101827" y="202592"/>
                    <a:pt x="108791" y="202592"/>
                  </a:cubicBezTo>
                  <a:lnTo>
                    <a:pt x="131551" y="202592"/>
                  </a:lnTo>
                  <a:close/>
                </a:path>
              </a:pathLst>
            </a:custGeom>
            <a:solidFill>
              <a:srgbClr val="FFFFFF"/>
            </a:solidFill>
            <a:ln w="0" cap="flat">
              <a:noFill/>
              <a:prstDash val="solid"/>
              <a:miter/>
            </a:ln>
          </p:spPr>
          <p:txBody>
            <a:bodyPr rtlCol="0" anchor="ctr"/>
            <a:lstStyle/>
            <a:p>
              <a:endParaRPr lang="pt-BR"/>
            </a:p>
          </p:txBody>
        </p:sp>
        <p:sp>
          <p:nvSpPr>
            <p:cNvPr id="13" name="Forma Livre 154">
              <a:extLst>
                <a:ext uri="{FF2B5EF4-FFF2-40B4-BE49-F238E27FC236}">
                  <a16:creationId xmlns:a16="http://schemas.microsoft.com/office/drawing/2014/main" id="{D75F14E0-78C8-29D2-839E-2F573FEBD397}"/>
                </a:ext>
              </a:extLst>
            </p:cNvPr>
            <p:cNvSpPr/>
            <p:nvPr/>
          </p:nvSpPr>
          <p:spPr>
            <a:xfrm>
              <a:off x="3247515" y="1866988"/>
              <a:ext cx="75754" cy="295586"/>
            </a:xfrm>
            <a:custGeom>
              <a:avLst/>
              <a:gdLst>
                <a:gd name="connsiteX0" fmla="*/ 10616 w 75754"/>
                <a:gd name="connsiteY0" fmla="*/ 58530 h 295586"/>
                <a:gd name="connsiteX1" fmla="*/ 0 w 75754"/>
                <a:gd name="connsiteY1" fmla="*/ 34380 h 295586"/>
                <a:gd name="connsiteX2" fmla="*/ 10616 w 75754"/>
                <a:gd name="connsiteY2" fmla="*/ 9811 h 295586"/>
                <a:gd name="connsiteX3" fmla="*/ 38047 w 75754"/>
                <a:gd name="connsiteY3" fmla="*/ 0 h 295586"/>
                <a:gd name="connsiteX4" fmla="*/ 65139 w 75754"/>
                <a:gd name="connsiteY4" fmla="*/ 9811 h 295586"/>
                <a:gd name="connsiteX5" fmla="*/ 75755 w 75754"/>
                <a:gd name="connsiteY5" fmla="*/ 34380 h 295586"/>
                <a:gd name="connsiteX6" fmla="*/ 65139 w 75754"/>
                <a:gd name="connsiteY6" fmla="*/ 58530 h 295586"/>
                <a:gd name="connsiteX7" fmla="*/ 38047 w 75754"/>
                <a:gd name="connsiteY7" fmla="*/ 68341 h 295586"/>
                <a:gd name="connsiteX8" fmla="*/ 10616 w 75754"/>
                <a:gd name="connsiteY8" fmla="*/ 58530 h 295586"/>
                <a:gd name="connsiteX9" fmla="*/ 69895 w 75754"/>
                <a:gd name="connsiteY9" fmla="*/ 89724 h 295586"/>
                <a:gd name="connsiteX10" fmla="*/ 69895 w 75754"/>
                <a:gd name="connsiteY10" fmla="*/ 295587 h 295586"/>
                <a:gd name="connsiteX11" fmla="*/ 5945 w 75754"/>
                <a:gd name="connsiteY11" fmla="*/ 295587 h 295586"/>
                <a:gd name="connsiteX12" fmla="*/ 5945 w 75754"/>
                <a:gd name="connsiteY12" fmla="*/ 89724 h 295586"/>
                <a:gd name="connsiteX13" fmla="*/ 69895 w 75754"/>
                <a:gd name="connsiteY13" fmla="*/ 89724 h 295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754" h="295586">
                  <a:moveTo>
                    <a:pt x="10616" y="58530"/>
                  </a:moveTo>
                  <a:cubicBezTo>
                    <a:pt x="3482" y="51990"/>
                    <a:pt x="0" y="43940"/>
                    <a:pt x="0" y="34380"/>
                  </a:cubicBezTo>
                  <a:cubicBezTo>
                    <a:pt x="0" y="24821"/>
                    <a:pt x="3567" y="16352"/>
                    <a:pt x="10616" y="9811"/>
                  </a:cubicBezTo>
                  <a:cubicBezTo>
                    <a:pt x="17665" y="3270"/>
                    <a:pt x="26837" y="0"/>
                    <a:pt x="38047" y="0"/>
                  </a:cubicBezTo>
                  <a:cubicBezTo>
                    <a:pt x="49257" y="0"/>
                    <a:pt x="58005" y="3270"/>
                    <a:pt x="65139" y="9811"/>
                  </a:cubicBezTo>
                  <a:cubicBezTo>
                    <a:pt x="72273" y="16352"/>
                    <a:pt x="75755" y="24485"/>
                    <a:pt x="75755" y="34380"/>
                  </a:cubicBezTo>
                  <a:cubicBezTo>
                    <a:pt x="75755" y="44275"/>
                    <a:pt x="72188" y="52074"/>
                    <a:pt x="65139" y="58530"/>
                  </a:cubicBezTo>
                  <a:cubicBezTo>
                    <a:pt x="58090" y="64987"/>
                    <a:pt x="49003" y="68341"/>
                    <a:pt x="38047" y="68341"/>
                  </a:cubicBezTo>
                  <a:cubicBezTo>
                    <a:pt x="27092" y="68341"/>
                    <a:pt x="17665" y="65071"/>
                    <a:pt x="10616" y="58530"/>
                  </a:cubicBezTo>
                  <a:close/>
                  <a:moveTo>
                    <a:pt x="69895" y="89724"/>
                  </a:moveTo>
                  <a:lnTo>
                    <a:pt x="69895" y="295587"/>
                  </a:lnTo>
                  <a:lnTo>
                    <a:pt x="5945" y="295587"/>
                  </a:lnTo>
                  <a:lnTo>
                    <a:pt x="5945" y="89724"/>
                  </a:lnTo>
                  <a:lnTo>
                    <a:pt x="69895" y="89724"/>
                  </a:lnTo>
                  <a:close/>
                </a:path>
              </a:pathLst>
            </a:custGeom>
            <a:solidFill>
              <a:srgbClr val="FFFFFF"/>
            </a:solidFill>
            <a:ln w="0" cap="flat">
              <a:noFill/>
              <a:prstDash val="solid"/>
              <a:miter/>
            </a:ln>
          </p:spPr>
          <p:txBody>
            <a:bodyPr rtlCol="0" anchor="ctr"/>
            <a:lstStyle/>
            <a:p>
              <a:endParaRPr lang="pt-BR"/>
            </a:p>
          </p:txBody>
        </p:sp>
        <p:sp>
          <p:nvSpPr>
            <p:cNvPr id="14" name="Forma Livre 155">
              <a:extLst>
                <a:ext uri="{FF2B5EF4-FFF2-40B4-BE49-F238E27FC236}">
                  <a16:creationId xmlns:a16="http://schemas.microsoft.com/office/drawing/2014/main" id="{ED41F029-6547-F632-0FA6-07D38FC4ED5F}"/>
                </a:ext>
              </a:extLst>
            </p:cNvPr>
            <p:cNvSpPr/>
            <p:nvPr/>
          </p:nvSpPr>
          <p:spPr>
            <a:xfrm>
              <a:off x="3363695"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6"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a:p>
          </p:txBody>
        </p:sp>
        <p:sp>
          <p:nvSpPr>
            <p:cNvPr id="15" name="Forma Livre 156">
              <a:extLst>
                <a:ext uri="{FF2B5EF4-FFF2-40B4-BE49-F238E27FC236}">
                  <a16:creationId xmlns:a16="http://schemas.microsoft.com/office/drawing/2014/main" id="{B719E59D-D567-FDB3-7858-E08C249C4C9B}"/>
                </a:ext>
              </a:extLst>
            </p:cNvPr>
            <p:cNvSpPr/>
            <p:nvPr/>
          </p:nvSpPr>
          <p:spPr>
            <a:xfrm>
              <a:off x="3613804" y="1956712"/>
              <a:ext cx="207900" cy="208126"/>
            </a:xfrm>
            <a:custGeom>
              <a:avLst/>
              <a:gdLst>
                <a:gd name="connsiteX0" fmla="*/ 207731 w 207900"/>
                <a:gd name="connsiteY0" fmla="*/ 0 h 208126"/>
                <a:gd name="connsiteX1" fmla="*/ 207731 w 207900"/>
                <a:gd name="connsiteY1" fmla="*/ 205863 h 208126"/>
                <a:gd name="connsiteX2" fmla="*/ 143781 w 207900"/>
                <a:gd name="connsiteY2" fmla="*/ 205863 h 208126"/>
                <a:gd name="connsiteX3" fmla="*/ 143781 w 207900"/>
                <a:gd name="connsiteY3" fmla="*/ 177855 h 208126"/>
                <a:gd name="connsiteX4" fmla="*/ 117454 w 207900"/>
                <a:gd name="connsiteY4" fmla="*/ 199825 h 208126"/>
                <a:gd name="connsiteX5" fmla="*/ 80680 w 207900"/>
                <a:gd name="connsiteY5" fmla="*/ 208127 h 208126"/>
                <a:gd name="connsiteX6" fmla="*/ 38472 w 207900"/>
                <a:gd name="connsiteY6" fmla="*/ 197645 h 208126"/>
                <a:gd name="connsiteX7" fmla="*/ 10106 w 207900"/>
                <a:gd name="connsiteY7" fmla="*/ 167206 h 208126"/>
                <a:gd name="connsiteX8" fmla="*/ 0 w 207900"/>
                <a:gd name="connsiteY8" fmla="*/ 120331 h 208126"/>
                <a:gd name="connsiteX9" fmla="*/ 0 w 207900"/>
                <a:gd name="connsiteY9" fmla="*/ 0 h 208126"/>
                <a:gd name="connsiteX10" fmla="*/ 63525 w 207900"/>
                <a:gd name="connsiteY10" fmla="*/ 0 h 208126"/>
                <a:gd name="connsiteX11" fmla="*/ 63525 w 207900"/>
                <a:gd name="connsiteY11" fmla="*/ 111778 h 208126"/>
                <a:gd name="connsiteX12" fmla="*/ 74396 w 207900"/>
                <a:gd name="connsiteY12" fmla="*/ 143894 h 208126"/>
                <a:gd name="connsiteX13" fmla="*/ 103526 w 207900"/>
                <a:gd name="connsiteY13" fmla="*/ 155298 h 208126"/>
                <a:gd name="connsiteX14" fmla="*/ 133080 w 207900"/>
                <a:gd name="connsiteY14" fmla="*/ 143894 h 208126"/>
                <a:gd name="connsiteX15" fmla="*/ 143951 w 207900"/>
                <a:gd name="connsiteY15" fmla="*/ 111778 h 208126"/>
                <a:gd name="connsiteX16" fmla="*/ 143951 w 207900"/>
                <a:gd name="connsiteY16" fmla="*/ 0 h 208126"/>
                <a:gd name="connsiteX17" fmla="*/ 207901 w 207900"/>
                <a:gd name="connsiteY17" fmla="*/ 0 h 208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7900" h="208126">
                  <a:moveTo>
                    <a:pt x="207731" y="0"/>
                  </a:moveTo>
                  <a:lnTo>
                    <a:pt x="207731" y="205863"/>
                  </a:lnTo>
                  <a:lnTo>
                    <a:pt x="143781" y="205863"/>
                  </a:lnTo>
                  <a:lnTo>
                    <a:pt x="143781" y="177855"/>
                  </a:lnTo>
                  <a:cubicBezTo>
                    <a:pt x="137326" y="186995"/>
                    <a:pt x="128494" y="194291"/>
                    <a:pt x="117454" y="199825"/>
                  </a:cubicBezTo>
                  <a:cubicBezTo>
                    <a:pt x="106328" y="205359"/>
                    <a:pt x="94099" y="208127"/>
                    <a:pt x="80680" y="208127"/>
                  </a:cubicBezTo>
                  <a:cubicBezTo>
                    <a:pt x="64714" y="208127"/>
                    <a:pt x="50616" y="204605"/>
                    <a:pt x="38472" y="197645"/>
                  </a:cubicBezTo>
                  <a:cubicBezTo>
                    <a:pt x="26242" y="190601"/>
                    <a:pt x="16816" y="180455"/>
                    <a:pt x="10106" y="167206"/>
                  </a:cubicBezTo>
                  <a:cubicBezTo>
                    <a:pt x="3397" y="153957"/>
                    <a:pt x="0" y="138276"/>
                    <a:pt x="0" y="120331"/>
                  </a:cubicBezTo>
                  <a:lnTo>
                    <a:pt x="0" y="0"/>
                  </a:lnTo>
                  <a:lnTo>
                    <a:pt x="63525" y="0"/>
                  </a:lnTo>
                  <a:lnTo>
                    <a:pt x="63525" y="111778"/>
                  </a:lnTo>
                  <a:cubicBezTo>
                    <a:pt x="63525" y="125530"/>
                    <a:pt x="67092" y="136263"/>
                    <a:pt x="74396" y="143894"/>
                  </a:cubicBezTo>
                  <a:cubicBezTo>
                    <a:pt x="81615" y="151525"/>
                    <a:pt x="91381" y="155298"/>
                    <a:pt x="103526" y="155298"/>
                  </a:cubicBezTo>
                  <a:cubicBezTo>
                    <a:pt x="115670" y="155298"/>
                    <a:pt x="125776" y="151441"/>
                    <a:pt x="133080" y="143894"/>
                  </a:cubicBezTo>
                  <a:cubicBezTo>
                    <a:pt x="140299" y="136263"/>
                    <a:pt x="143951" y="125530"/>
                    <a:pt x="143951" y="111778"/>
                  </a:cubicBezTo>
                  <a:lnTo>
                    <a:pt x="143951" y="0"/>
                  </a:lnTo>
                  <a:lnTo>
                    <a:pt x="207901" y="0"/>
                  </a:lnTo>
                  <a:close/>
                </a:path>
              </a:pathLst>
            </a:custGeom>
            <a:solidFill>
              <a:srgbClr val="FFFFFF"/>
            </a:solidFill>
            <a:ln w="0" cap="flat">
              <a:noFill/>
              <a:prstDash val="solid"/>
              <a:miter/>
            </a:ln>
          </p:spPr>
          <p:txBody>
            <a:bodyPr rtlCol="0" anchor="ctr"/>
            <a:lstStyle/>
            <a:p>
              <a:endParaRPr lang="pt-BR"/>
            </a:p>
          </p:txBody>
        </p:sp>
        <p:sp>
          <p:nvSpPr>
            <p:cNvPr id="16" name="Forma Livre 157">
              <a:extLst>
                <a:ext uri="{FF2B5EF4-FFF2-40B4-BE49-F238E27FC236}">
                  <a16:creationId xmlns:a16="http://schemas.microsoft.com/office/drawing/2014/main" id="{BEFB9E30-B259-1AFE-10C1-0D1044FFB425}"/>
                </a:ext>
              </a:extLst>
            </p:cNvPr>
            <p:cNvSpPr/>
            <p:nvPr/>
          </p:nvSpPr>
          <p:spPr>
            <a:xfrm>
              <a:off x="3854826" y="1953777"/>
              <a:ext cx="220045" cy="211732"/>
            </a:xfrm>
            <a:custGeom>
              <a:avLst/>
              <a:gdLst>
                <a:gd name="connsiteX0" fmla="*/ 12144 w 220045"/>
                <a:gd name="connsiteY0" fmla="*/ 49810 h 211732"/>
                <a:gd name="connsiteX1" fmla="*/ 45181 w 220045"/>
                <a:gd name="connsiteY1" fmla="*/ 12914 h 211732"/>
                <a:gd name="connsiteX2" fmla="*/ 91891 w 220045"/>
                <a:gd name="connsiteY2" fmla="*/ 0 h 211732"/>
                <a:gd name="connsiteX3" fmla="*/ 130532 w 220045"/>
                <a:gd name="connsiteY3" fmla="*/ 8889 h 211732"/>
                <a:gd name="connsiteX4" fmla="*/ 156180 w 220045"/>
                <a:gd name="connsiteY4" fmla="*/ 32116 h 211732"/>
                <a:gd name="connsiteX5" fmla="*/ 156180 w 220045"/>
                <a:gd name="connsiteY5" fmla="*/ 2935 h 211732"/>
                <a:gd name="connsiteX6" fmla="*/ 220045 w 220045"/>
                <a:gd name="connsiteY6" fmla="*/ 2935 h 211732"/>
                <a:gd name="connsiteX7" fmla="*/ 220045 w 220045"/>
                <a:gd name="connsiteY7" fmla="*/ 208797 h 211732"/>
                <a:gd name="connsiteX8" fmla="*/ 156180 w 220045"/>
                <a:gd name="connsiteY8" fmla="*/ 208797 h 211732"/>
                <a:gd name="connsiteX9" fmla="*/ 156180 w 220045"/>
                <a:gd name="connsiteY9" fmla="*/ 179616 h 211732"/>
                <a:gd name="connsiteX10" fmla="*/ 130193 w 220045"/>
                <a:gd name="connsiteY10" fmla="*/ 202844 h 211732"/>
                <a:gd name="connsiteX11" fmla="*/ 91551 w 220045"/>
                <a:gd name="connsiteY11" fmla="*/ 211732 h 211732"/>
                <a:gd name="connsiteX12" fmla="*/ 45181 w 220045"/>
                <a:gd name="connsiteY12" fmla="*/ 198651 h 211732"/>
                <a:gd name="connsiteX13" fmla="*/ 12144 w 220045"/>
                <a:gd name="connsiteY13" fmla="*/ 161420 h 211732"/>
                <a:gd name="connsiteX14" fmla="*/ 0 w 220045"/>
                <a:gd name="connsiteY14" fmla="*/ 105489 h 211732"/>
                <a:gd name="connsiteX15" fmla="*/ 12144 w 220045"/>
                <a:gd name="connsiteY15" fmla="*/ 49726 h 211732"/>
                <a:gd name="connsiteX16" fmla="*/ 142932 w 220045"/>
                <a:gd name="connsiteY16" fmla="*/ 68593 h 211732"/>
                <a:gd name="connsiteX17" fmla="*/ 110575 w 220045"/>
                <a:gd name="connsiteY17" fmla="*/ 54925 h 211732"/>
                <a:gd name="connsiteX18" fmla="*/ 78218 w 220045"/>
                <a:gd name="connsiteY18" fmla="*/ 68425 h 211732"/>
                <a:gd name="connsiteX19" fmla="*/ 64969 w 220045"/>
                <a:gd name="connsiteY19" fmla="*/ 105489 h 211732"/>
                <a:gd name="connsiteX20" fmla="*/ 78218 w 220045"/>
                <a:gd name="connsiteY20" fmla="*/ 142972 h 211732"/>
                <a:gd name="connsiteX21" fmla="*/ 110575 w 220045"/>
                <a:gd name="connsiteY21" fmla="*/ 156808 h 211732"/>
                <a:gd name="connsiteX22" fmla="*/ 142932 w 220045"/>
                <a:gd name="connsiteY22" fmla="*/ 143139 h 211732"/>
                <a:gd name="connsiteX23" fmla="*/ 156180 w 220045"/>
                <a:gd name="connsiteY23" fmla="*/ 105908 h 211732"/>
                <a:gd name="connsiteX24" fmla="*/ 142932 w 220045"/>
                <a:gd name="connsiteY24" fmla="*/ 68677 h 211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0045" h="211732">
                  <a:moveTo>
                    <a:pt x="12144" y="49810"/>
                  </a:moveTo>
                  <a:cubicBezTo>
                    <a:pt x="20213" y="33793"/>
                    <a:pt x="31253" y="21551"/>
                    <a:pt x="45181" y="12914"/>
                  </a:cubicBezTo>
                  <a:cubicBezTo>
                    <a:pt x="59109" y="4277"/>
                    <a:pt x="74736" y="0"/>
                    <a:pt x="91891" y="0"/>
                  </a:cubicBezTo>
                  <a:cubicBezTo>
                    <a:pt x="106583" y="0"/>
                    <a:pt x="119492" y="2935"/>
                    <a:pt x="130532" y="8889"/>
                  </a:cubicBezTo>
                  <a:cubicBezTo>
                    <a:pt x="141658" y="14758"/>
                    <a:pt x="150150" y="22557"/>
                    <a:pt x="156180" y="32116"/>
                  </a:cubicBezTo>
                  <a:lnTo>
                    <a:pt x="156180" y="2935"/>
                  </a:lnTo>
                  <a:lnTo>
                    <a:pt x="220045" y="2935"/>
                  </a:lnTo>
                  <a:lnTo>
                    <a:pt x="220045" y="208797"/>
                  </a:lnTo>
                  <a:lnTo>
                    <a:pt x="156180" y="208797"/>
                  </a:lnTo>
                  <a:lnTo>
                    <a:pt x="156180" y="179616"/>
                  </a:lnTo>
                  <a:cubicBezTo>
                    <a:pt x="149981" y="189175"/>
                    <a:pt x="141318" y="196974"/>
                    <a:pt x="130193" y="202844"/>
                  </a:cubicBezTo>
                  <a:cubicBezTo>
                    <a:pt x="119067" y="208714"/>
                    <a:pt x="106243" y="211732"/>
                    <a:pt x="91551" y="211732"/>
                  </a:cubicBezTo>
                  <a:cubicBezTo>
                    <a:pt x="74566" y="211732"/>
                    <a:pt x="59194" y="207372"/>
                    <a:pt x="45181" y="198651"/>
                  </a:cubicBezTo>
                  <a:cubicBezTo>
                    <a:pt x="31168" y="189930"/>
                    <a:pt x="20213" y="177520"/>
                    <a:pt x="12144" y="161420"/>
                  </a:cubicBezTo>
                  <a:cubicBezTo>
                    <a:pt x="4076" y="145320"/>
                    <a:pt x="0" y="126704"/>
                    <a:pt x="0" y="105489"/>
                  </a:cubicBezTo>
                  <a:cubicBezTo>
                    <a:pt x="0" y="84274"/>
                    <a:pt x="4076" y="65742"/>
                    <a:pt x="12144" y="49726"/>
                  </a:cubicBezTo>
                  <a:close/>
                  <a:moveTo>
                    <a:pt x="142932" y="68593"/>
                  </a:moveTo>
                  <a:cubicBezTo>
                    <a:pt x="134099" y="59537"/>
                    <a:pt x="123314" y="54925"/>
                    <a:pt x="110575" y="54925"/>
                  </a:cubicBezTo>
                  <a:cubicBezTo>
                    <a:pt x="97836" y="54925"/>
                    <a:pt x="87050" y="59453"/>
                    <a:pt x="78218" y="68425"/>
                  </a:cubicBezTo>
                  <a:cubicBezTo>
                    <a:pt x="69385" y="77398"/>
                    <a:pt x="64969" y="89808"/>
                    <a:pt x="64969" y="105489"/>
                  </a:cubicBezTo>
                  <a:cubicBezTo>
                    <a:pt x="64969" y="121170"/>
                    <a:pt x="69385" y="133748"/>
                    <a:pt x="78218" y="142972"/>
                  </a:cubicBezTo>
                  <a:cubicBezTo>
                    <a:pt x="87050" y="152196"/>
                    <a:pt x="97836" y="156808"/>
                    <a:pt x="110575" y="156808"/>
                  </a:cubicBezTo>
                  <a:cubicBezTo>
                    <a:pt x="123314" y="156808"/>
                    <a:pt x="134014" y="152280"/>
                    <a:pt x="142932" y="143139"/>
                  </a:cubicBezTo>
                  <a:cubicBezTo>
                    <a:pt x="151764" y="134083"/>
                    <a:pt x="156180" y="121589"/>
                    <a:pt x="156180" y="105908"/>
                  </a:cubicBezTo>
                  <a:cubicBezTo>
                    <a:pt x="156180" y="90227"/>
                    <a:pt x="151764" y="77733"/>
                    <a:pt x="142932" y="68677"/>
                  </a:cubicBezTo>
                  <a:close/>
                </a:path>
              </a:pathLst>
            </a:custGeom>
            <a:solidFill>
              <a:srgbClr val="FFFFFF"/>
            </a:solidFill>
            <a:ln w="0" cap="flat">
              <a:noFill/>
              <a:prstDash val="solid"/>
              <a:miter/>
            </a:ln>
          </p:spPr>
          <p:txBody>
            <a:bodyPr rtlCol="0" anchor="ctr"/>
            <a:lstStyle/>
            <a:p>
              <a:endParaRPr lang="pt-BR"/>
            </a:p>
          </p:txBody>
        </p:sp>
      </p:grpSp>
    </p:spTree>
    <p:extLst>
      <p:ext uri="{BB962C8B-B14F-4D97-AF65-F5344CB8AC3E}">
        <p14:creationId xmlns:p14="http://schemas.microsoft.com/office/powerpoint/2010/main" val="19694212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B2156F3-8417-16DC-8280-3163EC22F374}"/>
            </a:ext>
          </a:extLst>
        </p:cNvPr>
        <p:cNvGrpSpPr/>
        <p:nvPr/>
      </p:nvGrpSpPr>
      <p:grpSpPr>
        <a:xfrm>
          <a:off x="0" y="0"/>
          <a:ext cx="0" cy="0"/>
          <a:chOff x="0" y="0"/>
          <a:chExt cx="0" cy="0"/>
        </a:xfrm>
      </p:grpSpPr>
      <p:cxnSp>
        <p:nvCxnSpPr>
          <p:cNvPr id="7" name="Conector Reto 6">
            <a:extLst>
              <a:ext uri="{FF2B5EF4-FFF2-40B4-BE49-F238E27FC236}">
                <a16:creationId xmlns:a16="http://schemas.microsoft.com/office/drawing/2014/main" id="{2A5C1096-2A2E-96FB-A6D1-1BC8B5DEACC0}"/>
              </a:ext>
            </a:extLst>
          </p:cNvPr>
          <p:cNvCxnSpPr>
            <a:cxnSpLocks/>
          </p:cNvCxnSpPr>
          <p:nvPr/>
        </p:nvCxnSpPr>
        <p:spPr>
          <a:xfrm flipV="1">
            <a:off x="868312" y="1727848"/>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5" name="Retângulo 4">
            <a:extLst>
              <a:ext uri="{FF2B5EF4-FFF2-40B4-BE49-F238E27FC236}">
                <a16:creationId xmlns:a16="http://schemas.microsoft.com/office/drawing/2014/main" id="{88D4F087-04A3-2F87-7D6B-A7B482F13E38}"/>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CaixaDeTexto 3">
            <a:extLst>
              <a:ext uri="{FF2B5EF4-FFF2-40B4-BE49-F238E27FC236}">
                <a16:creationId xmlns:a16="http://schemas.microsoft.com/office/drawing/2014/main" id="{AEB99160-2B6C-E11E-BC74-454F29CA5690}"/>
              </a:ext>
            </a:extLst>
          </p:cNvPr>
          <p:cNvSpPr txBox="1"/>
          <p:nvPr/>
        </p:nvSpPr>
        <p:spPr>
          <a:xfrm>
            <a:off x="1478280" y="2146575"/>
            <a:ext cx="15377160" cy="3754874"/>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buClrTx/>
              <a:defRPr/>
            </a:pPr>
            <a:r>
              <a:rPr lang="pt-BR" dirty="0" err="1">
                <a:latin typeface="Poppins" panose="00000500000000000000" pitchFamily="2" charset="0"/>
                <a:cs typeface="Poppins" panose="00000500000000000000" pitchFamily="2" charset="0"/>
              </a:rPr>
              <a:t>return</a:t>
            </a:r>
            <a:r>
              <a:rPr lang="pt-BR" dirty="0">
                <a:latin typeface="Poppins" panose="00000500000000000000" pitchFamily="2" charset="0"/>
                <a:cs typeface="Poppins" panose="00000500000000000000" pitchFamily="2" charset="0"/>
              </a:rPr>
              <a:t> (</a:t>
            </a:r>
          </a:p>
          <a:p>
            <a:pPr algn="just">
              <a:buClrTx/>
              <a:defRPr/>
            </a:pPr>
            <a:r>
              <a:rPr lang="pt-BR" dirty="0">
                <a:latin typeface="Poppins" panose="00000500000000000000" pitchFamily="2" charset="0"/>
                <a:cs typeface="Poppins" panose="00000500000000000000" pitchFamily="2" charset="0"/>
              </a:rPr>
              <a:t>  &lt;</a:t>
            </a:r>
            <a:r>
              <a:rPr lang="pt-BR" dirty="0" err="1">
                <a:latin typeface="Poppins" panose="00000500000000000000" pitchFamily="2" charset="0"/>
                <a:cs typeface="Poppins" panose="00000500000000000000" pitchFamily="2" charset="0"/>
              </a:rPr>
              <a:t>div</a:t>
            </a:r>
            <a:r>
              <a:rPr lang="pt-BR" dirty="0">
                <a:latin typeface="Poppins" panose="00000500000000000000" pitchFamily="2" charset="0"/>
                <a:cs typeface="Poppins" panose="00000500000000000000" pitchFamily="2" charset="0"/>
              </a:rPr>
              <a:t>&gt;</a:t>
            </a:r>
          </a:p>
          <a:p>
            <a:pPr algn="just">
              <a:buClrTx/>
              <a:defRPr/>
            </a:pPr>
            <a:r>
              <a:rPr lang="pt-BR" dirty="0">
                <a:latin typeface="Poppins" panose="00000500000000000000" pitchFamily="2" charset="0"/>
                <a:cs typeface="Poppins" panose="00000500000000000000" pitchFamily="2" charset="0"/>
              </a:rPr>
              <a:t>    {</a:t>
            </a:r>
            <a:r>
              <a:rPr lang="pt-BR" dirty="0" err="1">
                <a:latin typeface="Poppins" panose="00000500000000000000" pitchFamily="2" charset="0"/>
                <a:cs typeface="Poppins" panose="00000500000000000000" pitchFamily="2" charset="0"/>
              </a:rPr>
              <a:t>loading</a:t>
            </a:r>
            <a:r>
              <a:rPr lang="pt-BR" dirty="0">
                <a:latin typeface="Poppins" panose="00000500000000000000" pitchFamily="2" charset="0"/>
                <a:cs typeface="Poppins" panose="00000500000000000000" pitchFamily="2" charset="0"/>
              </a:rPr>
              <a:t> &amp;&amp; &lt;p&gt;Carregando...&lt;/p&gt;}</a:t>
            </a:r>
          </a:p>
          <a:p>
            <a:pPr algn="just">
              <a:buClrTx/>
              <a:defRPr/>
            </a:pPr>
            <a:r>
              <a:rPr lang="pt-BR" dirty="0">
                <a:latin typeface="Poppins" panose="00000500000000000000" pitchFamily="2" charset="0"/>
                <a:cs typeface="Poppins" panose="00000500000000000000" pitchFamily="2" charset="0"/>
              </a:rPr>
              <a:t>    {</a:t>
            </a:r>
            <a:r>
              <a:rPr lang="pt-BR" dirty="0" err="1">
                <a:latin typeface="Poppins" panose="00000500000000000000" pitchFamily="2" charset="0"/>
                <a:cs typeface="Poppins" panose="00000500000000000000" pitchFamily="2" charset="0"/>
              </a:rPr>
              <a:t>error</a:t>
            </a:r>
            <a:r>
              <a:rPr lang="pt-BR" dirty="0">
                <a:latin typeface="Poppins" panose="00000500000000000000" pitchFamily="2" charset="0"/>
                <a:cs typeface="Poppins" panose="00000500000000000000" pitchFamily="2" charset="0"/>
              </a:rPr>
              <a:t> &amp;&amp; &lt;p </a:t>
            </a:r>
            <a:r>
              <a:rPr lang="pt-BR" dirty="0" err="1">
                <a:latin typeface="Poppins" panose="00000500000000000000" pitchFamily="2" charset="0"/>
                <a:cs typeface="Poppins" panose="00000500000000000000" pitchFamily="2" charset="0"/>
              </a:rPr>
              <a:t>style</a:t>
            </a:r>
            <a:r>
              <a:rPr lang="pt-BR" dirty="0">
                <a:latin typeface="Poppins" panose="00000500000000000000" pitchFamily="2" charset="0"/>
                <a:cs typeface="Poppins" panose="00000500000000000000" pitchFamily="2" charset="0"/>
              </a:rPr>
              <a:t>={{ color: "</a:t>
            </a:r>
            <a:r>
              <a:rPr lang="pt-BR" dirty="0" err="1">
                <a:latin typeface="Poppins" panose="00000500000000000000" pitchFamily="2" charset="0"/>
                <a:cs typeface="Poppins" panose="00000500000000000000" pitchFamily="2" charset="0"/>
              </a:rPr>
              <a:t>red</a:t>
            </a:r>
            <a:r>
              <a:rPr lang="pt-BR" dirty="0">
                <a:latin typeface="Poppins" panose="00000500000000000000" pitchFamily="2" charset="0"/>
                <a:cs typeface="Poppins" panose="00000500000000000000" pitchFamily="2" charset="0"/>
              </a:rPr>
              <a:t>" }}&gt;{</a:t>
            </a:r>
            <a:r>
              <a:rPr lang="pt-BR" dirty="0" err="1">
                <a:latin typeface="Poppins" panose="00000500000000000000" pitchFamily="2" charset="0"/>
                <a:cs typeface="Poppins" panose="00000500000000000000" pitchFamily="2" charset="0"/>
              </a:rPr>
              <a:t>error</a:t>
            </a:r>
            <a:r>
              <a:rPr lang="pt-BR" dirty="0">
                <a:latin typeface="Poppins" panose="00000500000000000000" pitchFamily="2" charset="0"/>
                <a:cs typeface="Poppins" panose="00000500000000000000" pitchFamily="2" charset="0"/>
              </a:rPr>
              <a:t>}&lt;/p&gt;} {/* Mostra a mensagem de erro */}</a:t>
            </a:r>
          </a:p>
          <a:p>
            <a:pPr algn="just">
              <a:buClrTx/>
              <a:defRPr/>
            </a:pPr>
            <a:r>
              <a:rPr lang="pt-BR" dirty="0">
                <a:latin typeface="Poppins" panose="00000500000000000000" pitchFamily="2" charset="0"/>
                <a:cs typeface="Poppins" panose="00000500000000000000" pitchFamily="2" charset="0"/>
              </a:rPr>
              <a:t>    {</a:t>
            </a:r>
            <a:r>
              <a:rPr lang="pt-BR" dirty="0" err="1">
                <a:latin typeface="Poppins" panose="00000500000000000000" pitchFamily="2" charset="0"/>
                <a:cs typeface="Poppins" panose="00000500000000000000" pitchFamily="2" charset="0"/>
              </a:rPr>
              <a:t>user</a:t>
            </a:r>
            <a:r>
              <a:rPr lang="pt-BR" dirty="0">
                <a:latin typeface="Poppins" panose="00000500000000000000" pitchFamily="2" charset="0"/>
                <a:cs typeface="Poppins" panose="00000500000000000000" pitchFamily="2" charset="0"/>
              </a:rPr>
              <a:t> ? (</a:t>
            </a:r>
          </a:p>
          <a:p>
            <a:pPr algn="just">
              <a:buClrTx/>
              <a:defRPr/>
            </a:pPr>
            <a:r>
              <a:rPr lang="pt-BR" dirty="0">
                <a:latin typeface="Poppins" panose="00000500000000000000" pitchFamily="2" charset="0"/>
                <a:cs typeface="Poppins" panose="00000500000000000000" pitchFamily="2" charset="0"/>
              </a:rPr>
              <a:t>      &lt;&gt;</a:t>
            </a:r>
          </a:p>
          <a:p>
            <a:pPr algn="just">
              <a:buClrTx/>
              <a:defRPr/>
            </a:pPr>
            <a:r>
              <a:rPr lang="pt-BR" dirty="0">
                <a:latin typeface="Poppins" panose="00000500000000000000" pitchFamily="2" charset="0"/>
                <a:cs typeface="Poppins" panose="00000500000000000000" pitchFamily="2" charset="0"/>
              </a:rPr>
              <a:t>        &lt;h2&gt;Bem-vindo, {user.name}&lt;/h2&gt;</a:t>
            </a:r>
          </a:p>
          <a:p>
            <a:pPr algn="just">
              <a:buClrTx/>
              <a:defRPr/>
            </a:pPr>
            <a:r>
              <a:rPr lang="pt-BR" dirty="0">
                <a:latin typeface="Poppins" panose="00000500000000000000" pitchFamily="2" charset="0"/>
                <a:cs typeface="Poppins" panose="00000500000000000000" pitchFamily="2" charset="0"/>
              </a:rPr>
              <a:t>        &lt;</a:t>
            </a:r>
            <a:r>
              <a:rPr lang="pt-BR" dirty="0" err="1">
                <a:latin typeface="Poppins" panose="00000500000000000000" pitchFamily="2" charset="0"/>
                <a:cs typeface="Poppins" panose="00000500000000000000" pitchFamily="2" charset="0"/>
              </a:rPr>
              <a:t>button</a:t>
            </a:r>
            <a:r>
              <a:rPr lang="pt-BR" dirty="0">
                <a:latin typeface="Poppins" panose="00000500000000000000" pitchFamily="2" charset="0"/>
                <a:cs typeface="Poppins" panose="00000500000000000000" pitchFamily="2" charset="0"/>
              </a:rPr>
              <a:t> </a:t>
            </a:r>
            <a:r>
              <a:rPr lang="pt-BR" dirty="0" err="1">
                <a:latin typeface="Poppins" panose="00000500000000000000" pitchFamily="2" charset="0"/>
                <a:cs typeface="Poppins" panose="00000500000000000000" pitchFamily="2" charset="0"/>
              </a:rPr>
              <a:t>onClick</a:t>
            </a:r>
            <a:r>
              <a:rPr lang="pt-BR" dirty="0">
                <a:latin typeface="Poppins" panose="00000500000000000000" pitchFamily="2" charset="0"/>
                <a:cs typeface="Poppins" panose="00000500000000000000" pitchFamily="2" charset="0"/>
              </a:rPr>
              <a:t>={</a:t>
            </a:r>
            <a:r>
              <a:rPr lang="pt-BR" dirty="0" err="1">
                <a:latin typeface="Poppins" panose="00000500000000000000" pitchFamily="2" charset="0"/>
                <a:cs typeface="Poppins" panose="00000500000000000000" pitchFamily="2" charset="0"/>
              </a:rPr>
              <a:t>handleLogout</a:t>
            </a:r>
            <a:r>
              <a:rPr lang="pt-BR" dirty="0">
                <a:latin typeface="Poppins" panose="00000500000000000000" pitchFamily="2" charset="0"/>
                <a:cs typeface="Poppins" panose="00000500000000000000" pitchFamily="2" charset="0"/>
              </a:rPr>
              <a:t>}&gt;Logout&lt;/</a:t>
            </a:r>
            <a:r>
              <a:rPr lang="pt-BR" dirty="0" err="1">
                <a:latin typeface="Poppins" panose="00000500000000000000" pitchFamily="2" charset="0"/>
                <a:cs typeface="Poppins" panose="00000500000000000000" pitchFamily="2" charset="0"/>
              </a:rPr>
              <a:t>button</a:t>
            </a:r>
            <a:r>
              <a:rPr lang="pt-BR" dirty="0">
                <a:latin typeface="Poppins" panose="00000500000000000000" pitchFamily="2" charset="0"/>
                <a:cs typeface="Poppins" panose="00000500000000000000" pitchFamily="2" charset="0"/>
              </a:rPr>
              <a:t>&gt;</a:t>
            </a:r>
          </a:p>
          <a:p>
            <a:pPr algn="just">
              <a:buClrTx/>
              <a:defRPr/>
            </a:pPr>
            <a:r>
              <a:rPr lang="pt-BR" dirty="0">
                <a:latin typeface="Poppins" panose="00000500000000000000" pitchFamily="2" charset="0"/>
                <a:cs typeface="Poppins" panose="00000500000000000000" pitchFamily="2" charset="0"/>
              </a:rPr>
              <a:t>      &lt;/&gt;</a:t>
            </a:r>
          </a:p>
          <a:p>
            <a:pPr algn="just">
              <a:buClrTx/>
              <a:defRPr/>
            </a:pPr>
            <a:r>
              <a:rPr lang="pt-BR" dirty="0">
                <a:latin typeface="Poppins" panose="00000500000000000000" pitchFamily="2" charset="0"/>
                <a:cs typeface="Poppins" panose="00000500000000000000" pitchFamily="2" charset="0"/>
              </a:rPr>
              <a:t>    ) : (</a:t>
            </a:r>
          </a:p>
          <a:p>
            <a:pPr algn="just">
              <a:buClrTx/>
              <a:defRPr/>
            </a:pPr>
            <a:r>
              <a:rPr lang="pt-BR" dirty="0">
                <a:latin typeface="Poppins" panose="00000500000000000000" pitchFamily="2" charset="0"/>
                <a:cs typeface="Poppins" panose="00000500000000000000" pitchFamily="2" charset="0"/>
              </a:rPr>
              <a:t>      &lt;</a:t>
            </a:r>
            <a:r>
              <a:rPr lang="pt-BR" dirty="0" err="1">
                <a:latin typeface="Poppins" panose="00000500000000000000" pitchFamily="2" charset="0"/>
                <a:cs typeface="Poppins" panose="00000500000000000000" pitchFamily="2" charset="0"/>
              </a:rPr>
              <a:t>button</a:t>
            </a:r>
            <a:r>
              <a:rPr lang="pt-BR" dirty="0">
                <a:latin typeface="Poppins" panose="00000500000000000000" pitchFamily="2" charset="0"/>
                <a:cs typeface="Poppins" panose="00000500000000000000" pitchFamily="2" charset="0"/>
              </a:rPr>
              <a:t> </a:t>
            </a:r>
            <a:r>
              <a:rPr lang="pt-BR" dirty="0" err="1">
                <a:latin typeface="Poppins" panose="00000500000000000000" pitchFamily="2" charset="0"/>
                <a:cs typeface="Poppins" panose="00000500000000000000" pitchFamily="2" charset="0"/>
              </a:rPr>
              <a:t>onClick</a:t>
            </a:r>
            <a:r>
              <a:rPr lang="pt-BR" dirty="0">
                <a:latin typeface="Poppins" panose="00000500000000000000" pitchFamily="2" charset="0"/>
                <a:cs typeface="Poppins" panose="00000500000000000000" pitchFamily="2" charset="0"/>
              </a:rPr>
              <a:t>={</a:t>
            </a:r>
            <a:r>
              <a:rPr lang="pt-BR" dirty="0" err="1">
                <a:latin typeface="Poppins" panose="00000500000000000000" pitchFamily="2" charset="0"/>
                <a:cs typeface="Poppins" panose="00000500000000000000" pitchFamily="2" charset="0"/>
              </a:rPr>
              <a:t>handleGoogleLogin</a:t>
            </a:r>
            <a:r>
              <a:rPr lang="pt-BR" dirty="0">
                <a:latin typeface="Poppins" panose="00000500000000000000" pitchFamily="2" charset="0"/>
                <a:cs typeface="Poppins" panose="00000500000000000000" pitchFamily="2" charset="0"/>
              </a:rPr>
              <a:t>}&gt;Login com Google&lt;/</a:t>
            </a:r>
            <a:r>
              <a:rPr lang="pt-BR" dirty="0" err="1">
                <a:latin typeface="Poppins" panose="00000500000000000000" pitchFamily="2" charset="0"/>
                <a:cs typeface="Poppins" panose="00000500000000000000" pitchFamily="2" charset="0"/>
              </a:rPr>
              <a:t>button</a:t>
            </a:r>
            <a:r>
              <a:rPr lang="pt-BR" dirty="0">
                <a:latin typeface="Poppins" panose="00000500000000000000" pitchFamily="2" charset="0"/>
                <a:cs typeface="Poppins" panose="00000500000000000000" pitchFamily="2" charset="0"/>
              </a:rPr>
              <a:t>&gt;</a:t>
            </a:r>
          </a:p>
          <a:p>
            <a:pPr algn="just">
              <a:buClrTx/>
              <a:defRPr/>
            </a:pPr>
            <a:r>
              <a:rPr lang="pt-BR" dirty="0">
                <a:latin typeface="Poppins" panose="00000500000000000000" pitchFamily="2" charset="0"/>
                <a:cs typeface="Poppins" panose="00000500000000000000" pitchFamily="2" charset="0"/>
              </a:rPr>
              <a:t>    )}</a:t>
            </a:r>
          </a:p>
          <a:p>
            <a:pPr algn="just">
              <a:buClrTx/>
              <a:defRPr/>
            </a:pPr>
            <a:r>
              <a:rPr lang="pt-BR" dirty="0">
                <a:latin typeface="Poppins" panose="00000500000000000000" pitchFamily="2" charset="0"/>
                <a:cs typeface="Poppins" panose="00000500000000000000" pitchFamily="2" charset="0"/>
              </a:rPr>
              <a:t>  &lt;/</a:t>
            </a:r>
            <a:r>
              <a:rPr lang="pt-BR" dirty="0" err="1">
                <a:latin typeface="Poppins" panose="00000500000000000000" pitchFamily="2" charset="0"/>
                <a:cs typeface="Poppins" panose="00000500000000000000" pitchFamily="2" charset="0"/>
              </a:rPr>
              <a:t>div</a:t>
            </a:r>
            <a:r>
              <a:rPr lang="pt-BR" dirty="0">
                <a:latin typeface="Poppins" panose="00000500000000000000" pitchFamily="2" charset="0"/>
                <a:cs typeface="Poppins" panose="00000500000000000000" pitchFamily="2" charset="0"/>
              </a:rPr>
              <a:t>&gt;</a:t>
            </a:r>
          </a:p>
          <a:p>
            <a:pPr algn="just">
              <a:buClrTx/>
              <a:defRPr/>
            </a:pPr>
            <a:r>
              <a:rPr lang="pt-BR" dirty="0">
                <a:latin typeface="Poppins" panose="00000500000000000000" pitchFamily="2" charset="0"/>
                <a:cs typeface="Poppins" panose="00000500000000000000" pitchFamily="2" charset="0"/>
              </a:rPr>
              <a:t>);</a:t>
            </a:r>
          </a:p>
          <a:p>
            <a:pPr algn="just">
              <a:buClrTx/>
              <a:defRPr/>
            </a:pPr>
            <a:r>
              <a:rPr lang="pt-BR" dirty="0">
                <a:latin typeface="Poppins" panose="00000500000000000000" pitchFamily="2" charset="0"/>
                <a:cs typeface="Poppins" panose="00000500000000000000" pitchFamily="2" charset="0"/>
              </a:rPr>
              <a:t>; </a:t>
            </a:r>
          </a:p>
          <a:p>
            <a:pPr algn="just">
              <a:buClrTx/>
              <a:defRPr/>
            </a:pPr>
            <a:endParaRPr lang="pt-BR" b="1" dirty="0">
              <a:latin typeface="Poppins" panose="00000500000000000000" pitchFamily="2" charset="0"/>
              <a:cs typeface="Poppins" panose="00000500000000000000" pitchFamily="2" charset="0"/>
            </a:endParaRPr>
          </a:p>
          <a:p>
            <a:pPr algn="just">
              <a:buClrTx/>
              <a:defRPr/>
            </a:pPr>
            <a:endParaRPr lang="pt-BR" b="1" dirty="0">
              <a:latin typeface="Poppins" panose="00000500000000000000" pitchFamily="2" charset="0"/>
              <a:cs typeface="Poppins" panose="00000500000000000000" pitchFamily="2" charset="0"/>
            </a:endParaRPr>
          </a:p>
        </p:txBody>
      </p:sp>
      <p:sp>
        <p:nvSpPr>
          <p:cNvPr id="8" name="CaixaDeTexto 7">
            <a:extLst>
              <a:ext uri="{FF2B5EF4-FFF2-40B4-BE49-F238E27FC236}">
                <a16:creationId xmlns:a16="http://schemas.microsoft.com/office/drawing/2014/main" id="{84B475AD-0610-849E-6CA4-83BDBE4E93CD}"/>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7</a:t>
            </a:r>
            <a:endParaRPr lang="pt-BR" sz="4800" b="1" dirty="0">
              <a:solidFill>
                <a:schemeClr val="bg1"/>
              </a:solidFill>
              <a:latin typeface="Poppins" pitchFamily="2" charset="77"/>
              <a:cs typeface="Poppins" pitchFamily="2" charset="77"/>
            </a:endParaRPr>
          </a:p>
        </p:txBody>
      </p:sp>
      <p:sp>
        <p:nvSpPr>
          <p:cNvPr id="3" name="Oval 8">
            <a:extLst>
              <a:ext uri="{FF2B5EF4-FFF2-40B4-BE49-F238E27FC236}">
                <a16:creationId xmlns:a16="http://schemas.microsoft.com/office/drawing/2014/main" id="{6F4CC310-4148-28F5-E161-71A758BDF804}"/>
              </a:ext>
            </a:extLst>
          </p:cNvPr>
          <p:cNvSpPr/>
          <p:nvPr/>
        </p:nvSpPr>
        <p:spPr>
          <a:xfrm>
            <a:off x="614957" y="2054905"/>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6" name="Gráfico 5">
            <a:extLst>
              <a:ext uri="{FF2B5EF4-FFF2-40B4-BE49-F238E27FC236}">
                <a16:creationId xmlns:a16="http://schemas.microsoft.com/office/drawing/2014/main" id="{6D462441-135D-1B10-3888-B8B965F5CA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0869" y="2136086"/>
            <a:ext cx="312039" cy="400050"/>
          </a:xfrm>
          <a:prstGeom prst="rect">
            <a:avLst/>
          </a:prstGeom>
        </p:spPr>
      </p:pic>
    </p:spTree>
    <p:extLst>
      <p:ext uri="{BB962C8B-B14F-4D97-AF65-F5344CB8AC3E}">
        <p14:creationId xmlns:p14="http://schemas.microsoft.com/office/powerpoint/2010/main" val="7555831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3D37679-32DE-F969-70F9-0F68C9DB233C}"/>
            </a:ext>
          </a:extLst>
        </p:cNvPr>
        <p:cNvGrpSpPr/>
        <p:nvPr/>
      </p:nvGrpSpPr>
      <p:grpSpPr>
        <a:xfrm>
          <a:off x="0" y="0"/>
          <a:ext cx="0" cy="0"/>
          <a:chOff x="0" y="0"/>
          <a:chExt cx="0" cy="0"/>
        </a:xfrm>
      </p:grpSpPr>
      <p:cxnSp>
        <p:nvCxnSpPr>
          <p:cNvPr id="7" name="Conector Reto 6">
            <a:extLst>
              <a:ext uri="{FF2B5EF4-FFF2-40B4-BE49-F238E27FC236}">
                <a16:creationId xmlns:a16="http://schemas.microsoft.com/office/drawing/2014/main" id="{260E3CCA-CDCF-4CE2-EE29-3ACDF90F717B}"/>
              </a:ext>
            </a:extLst>
          </p:cNvPr>
          <p:cNvCxnSpPr>
            <a:cxnSpLocks/>
          </p:cNvCxnSpPr>
          <p:nvPr/>
        </p:nvCxnSpPr>
        <p:spPr>
          <a:xfrm flipV="1">
            <a:off x="868312" y="1594033"/>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9" name="Oval 8">
            <a:extLst>
              <a:ext uri="{FF2B5EF4-FFF2-40B4-BE49-F238E27FC236}">
                <a16:creationId xmlns:a16="http://schemas.microsoft.com/office/drawing/2014/main" id="{363A2D61-3A6C-6D61-87E3-641857CA262D}"/>
              </a:ext>
            </a:extLst>
          </p:cNvPr>
          <p:cNvSpPr/>
          <p:nvPr/>
        </p:nvSpPr>
        <p:spPr>
          <a:xfrm>
            <a:off x="601805" y="6913442"/>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10" name="Oval 9">
            <a:extLst>
              <a:ext uri="{FF2B5EF4-FFF2-40B4-BE49-F238E27FC236}">
                <a16:creationId xmlns:a16="http://schemas.microsoft.com/office/drawing/2014/main" id="{095231A5-520B-AFD7-EE2D-B0A88566299C}"/>
              </a:ext>
            </a:extLst>
          </p:cNvPr>
          <p:cNvSpPr/>
          <p:nvPr/>
        </p:nvSpPr>
        <p:spPr>
          <a:xfrm>
            <a:off x="600496" y="4939088"/>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17" name="Gráfico 16">
            <a:extLst>
              <a:ext uri="{FF2B5EF4-FFF2-40B4-BE49-F238E27FC236}">
                <a16:creationId xmlns:a16="http://schemas.microsoft.com/office/drawing/2014/main" id="{59F9D560-4BAB-5A37-970F-A54D79AD13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7195" y="5044769"/>
            <a:ext cx="352944" cy="360965"/>
          </a:xfrm>
          <a:prstGeom prst="rect">
            <a:avLst/>
          </a:prstGeom>
        </p:spPr>
      </p:pic>
      <p:pic>
        <p:nvPicPr>
          <p:cNvPr id="18" name="Gráfico 17">
            <a:extLst>
              <a:ext uri="{FF2B5EF4-FFF2-40B4-BE49-F238E27FC236}">
                <a16:creationId xmlns:a16="http://schemas.microsoft.com/office/drawing/2014/main" id="{33CFBBF1-E601-3D9E-191B-D85282430F4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7717" y="6994623"/>
            <a:ext cx="312039" cy="400050"/>
          </a:xfrm>
          <a:prstGeom prst="rect">
            <a:avLst/>
          </a:prstGeom>
        </p:spPr>
      </p:pic>
      <p:sp>
        <p:nvSpPr>
          <p:cNvPr id="20" name="CaixaDeTexto 3">
            <a:extLst>
              <a:ext uri="{FF2B5EF4-FFF2-40B4-BE49-F238E27FC236}">
                <a16:creationId xmlns:a16="http://schemas.microsoft.com/office/drawing/2014/main" id="{AB6EFFD2-7EC5-23C3-7E0F-7CC540EA1826}"/>
              </a:ext>
            </a:extLst>
          </p:cNvPr>
          <p:cNvSpPr txBox="1"/>
          <p:nvPr/>
        </p:nvSpPr>
        <p:spPr>
          <a:xfrm>
            <a:off x="1478280" y="2146575"/>
            <a:ext cx="15377160" cy="5519588"/>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Orientaç</a:t>
            </a:r>
            <a:r>
              <a:rPr lang="pt-BR" b="1" kern="100" dirty="0">
                <a:latin typeface="Poppins" panose="00000500000000000000" pitchFamily="2" charset="0"/>
                <a:ea typeface="Aptos" panose="020B0004020202020204" pitchFamily="34" charset="0"/>
                <a:cs typeface="Poppins" panose="00000500000000000000" pitchFamily="2" charset="0"/>
              </a:rPr>
              <a:t>ões: </a:t>
            </a:r>
            <a:r>
              <a:rPr lang="pt-BR" kern="100" dirty="0">
                <a:latin typeface="Poppins" panose="00000500000000000000" pitchFamily="2" charset="0"/>
                <a:ea typeface="Aptos" panose="020B0004020202020204" pitchFamily="34" charset="0"/>
                <a:cs typeface="Poppins" panose="00000500000000000000" pitchFamily="2" charset="0"/>
              </a:rPr>
              <a:t>p</a:t>
            </a:r>
            <a:r>
              <a:rPr lang="pt-BR" kern="100" dirty="0">
                <a:effectLst/>
                <a:latin typeface="Poppins" panose="00000500000000000000" pitchFamily="2" charset="0"/>
                <a:ea typeface="Aptos" panose="020B0004020202020204" pitchFamily="34" charset="0"/>
                <a:cs typeface="Poppins" panose="00000500000000000000" pitchFamily="2" charset="0"/>
              </a:rPr>
              <a:t>rofessor, a seção </a:t>
            </a:r>
            <a:r>
              <a:rPr lang="pt-BR" b="1" kern="100" dirty="0">
                <a:effectLst/>
                <a:latin typeface="Poppins" panose="00000500000000000000" pitchFamily="2" charset="0"/>
                <a:ea typeface="Aptos" panose="020B0004020202020204" pitchFamily="34" charset="0"/>
                <a:cs typeface="Poppins" panose="00000500000000000000" pitchFamily="2" charset="0"/>
              </a:rPr>
              <a:t>O que nós aprendemos hoje?</a:t>
            </a:r>
            <a:r>
              <a:rPr lang="pt-BR" kern="100" dirty="0">
                <a:effectLst/>
                <a:latin typeface="Poppins" panose="00000500000000000000" pitchFamily="2" charset="0"/>
                <a:ea typeface="Aptos" panose="020B0004020202020204" pitchFamily="34" charset="0"/>
                <a:cs typeface="Poppins" panose="00000500000000000000" pitchFamily="2" charset="0"/>
              </a:rPr>
              <a:t> tem o objetivo de reforçar e esclarecer os conceitos principais discutidos na aula. Essa dinâmica pode ser uma ferramenta de avaliação informal do aprendizado dos estudantes, identificando áreas que podem precisar de mais atenção em aulas futuras. </a:t>
            </a:r>
          </a:p>
          <a:p>
            <a:pPr>
              <a:lnSpc>
                <a:spcPct val="107000"/>
              </a:lnSpc>
              <a:spcAft>
                <a:spcPts val="800"/>
              </a:spcAft>
            </a:pPr>
            <a:endParaRPr lang="pt-BR" kern="100" dirty="0">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Tempo:</a:t>
            </a:r>
            <a:r>
              <a:rPr lang="pt-BR" kern="100" dirty="0">
                <a:effectLst/>
                <a:latin typeface="Poppins" panose="00000500000000000000" pitchFamily="2" charset="0"/>
                <a:ea typeface="Aptos" panose="020B0004020202020204" pitchFamily="34" charset="0"/>
                <a:cs typeface="Poppins" panose="00000500000000000000" pitchFamily="2" charset="0"/>
              </a:rPr>
              <a:t> </a:t>
            </a:r>
            <a:r>
              <a:rPr lang="pt-BR" kern="100" dirty="0">
                <a:latin typeface="Poppins" panose="00000500000000000000" pitchFamily="2" charset="0"/>
                <a:ea typeface="Aptos" panose="020B0004020202020204" pitchFamily="34" charset="0"/>
                <a:cs typeface="Poppins" panose="00000500000000000000" pitchFamily="2" charset="0"/>
              </a:rPr>
              <a:t>1</a:t>
            </a:r>
            <a:r>
              <a:rPr lang="pt-BR" kern="100" dirty="0">
                <a:effectLst/>
                <a:latin typeface="Poppins" panose="00000500000000000000" pitchFamily="2" charset="0"/>
                <a:ea typeface="Aptos" panose="020B0004020202020204" pitchFamily="34" charset="0"/>
                <a:cs typeface="Poppins" panose="00000500000000000000" pitchFamily="2" charset="0"/>
              </a:rPr>
              <a:t> minuto.</a:t>
            </a:r>
          </a:p>
          <a:p>
            <a:pPr>
              <a:lnSpc>
                <a:spcPct val="107000"/>
              </a:lnSpc>
              <a:spcAft>
                <a:spcPts val="800"/>
              </a:spcAft>
            </a:pPr>
            <a:endParaRPr lang="pt-BR" b="1"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Gestão de sala de aula: </a:t>
            </a:r>
          </a:p>
          <a:p>
            <a:pPr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Mantenha um tom positivo e construtivo, reforçando o aprendizado em vez de focar correções. </a:t>
            </a:r>
          </a:p>
          <a:p>
            <a:pPr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Seja direto e objetivo nas explicações para manter a atividade dentro do tempo estipulado. </a:t>
            </a:r>
          </a:p>
          <a:p>
            <a:pPr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Engaje os estudantes rapidamente, pedindo confirmações ou reações breves às definições apresentadas. </a:t>
            </a:r>
          </a:p>
          <a:p>
            <a:pPr>
              <a:lnSpc>
                <a:spcPct val="107000"/>
              </a:lnSpc>
              <a:spcAft>
                <a:spcPts val="800"/>
              </a:spcAft>
            </a:pPr>
            <a:endParaRPr lang="pt-BR"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pPr>
            <a:r>
              <a:rPr lang="pt-BR" b="1" kern="100" dirty="0">
                <a:effectLst/>
                <a:latin typeface="Poppins" panose="00000500000000000000" pitchFamily="2" charset="0"/>
                <a:ea typeface="Aptos" panose="020B0004020202020204" pitchFamily="34" charset="0"/>
                <a:cs typeface="Poppins" panose="00000500000000000000" pitchFamily="2" charset="0"/>
              </a:rPr>
              <a:t>Condução da dinâmica:</a:t>
            </a:r>
            <a:r>
              <a:rPr lang="pt-BR" kern="100" dirty="0">
                <a:effectLst/>
                <a:latin typeface="Poppins" panose="00000500000000000000" pitchFamily="2" charset="0"/>
                <a:ea typeface="Aptos" panose="020B0004020202020204" pitchFamily="34" charset="0"/>
                <a:cs typeface="Poppins" panose="00000500000000000000" pitchFamily="2" charset="0"/>
              </a:rPr>
              <a:t> </a:t>
            </a:r>
          </a:p>
          <a:p>
            <a:pPr marL="285750"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Explique que esta parte da seção, “Então ficamos assim...”, é um momento de reflexão e esclarecimento sobre os conceitos abordados na aula. </a:t>
            </a:r>
          </a:p>
          <a:p>
            <a:pPr marL="285750"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Informe que será uma rápida revisão para assegurar que os entendimentos dos estudantes estão alinhados com as definições corretas dos conceitos. </a:t>
            </a:r>
          </a:p>
          <a:p>
            <a:pPr marL="285750"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Destaque se as contribuições dos estudantes estavam alinhadas com o conceito e ofereça esclarecimentos rápidos caso haja discrepâncias ou mal-entendidos. </a:t>
            </a:r>
          </a:p>
          <a:p>
            <a:pPr marL="285750"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Finalize resumindo os pontos principais e reiterando a importância de cada conceito e como ele se encaixa no contexto maior da aula. </a:t>
            </a:r>
          </a:p>
          <a:p>
            <a:pPr marL="285750"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Reforce a ideia de que essa revisão ajuda a solidificar o entendimento dos estudantes e prepará-los para aplicar esses conceitos em situações práticas.</a:t>
            </a:r>
          </a:p>
          <a:p>
            <a:pPr>
              <a:lnSpc>
                <a:spcPct val="107000"/>
              </a:lnSpc>
              <a:spcAft>
                <a:spcPts val="800"/>
              </a:spcAft>
            </a:pPr>
            <a:endParaRPr lang="pt-BR" b="1"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endParaRPr lang="pt-BR" b="1"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Expectativas de respostas:</a:t>
            </a:r>
            <a:r>
              <a:rPr lang="pt-BR" kern="100" dirty="0">
                <a:effectLst/>
                <a:latin typeface="Poppins" panose="00000500000000000000" pitchFamily="2" charset="0"/>
                <a:ea typeface="Aptos" panose="020B0004020202020204" pitchFamily="34" charset="0"/>
                <a:cs typeface="Poppins" panose="00000500000000000000" pitchFamily="2" charset="0"/>
              </a:rPr>
              <a:t> </a:t>
            </a:r>
            <a:r>
              <a:rPr lang="pt-BR" kern="100" dirty="0">
                <a:latin typeface="Poppins" panose="00000500000000000000" pitchFamily="2" charset="0"/>
                <a:ea typeface="Aptos" panose="020B0004020202020204" pitchFamily="34" charset="0"/>
                <a:cs typeface="Poppins" panose="00000500000000000000" pitchFamily="2" charset="0"/>
              </a:rPr>
              <a:t>o</a:t>
            </a:r>
            <a:r>
              <a:rPr lang="pt-BR" kern="100" dirty="0">
                <a:effectLst/>
                <a:latin typeface="Poppins" panose="00000500000000000000" pitchFamily="2" charset="0"/>
                <a:ea typeface="Aptos" panose="020B0004020202020204" pitchFamily="34" charset="0"/>
                <a:cs typeface="Poppins" panose="00000500000000000000" pitchFamily="2" charset="0"/>
              </a:rPr>
              <a:t>s estudantes devem sair da aula com um entendimento claro e preciso dos conceitos principais. A atividade serve como uma verificação rápida do entendimento dos estudantes e uma oportunidade para corrigir quaisquer mal-entendidos.  </a:t>
            </a:r>
            <a:endParaRPr lang="pt-BR" b="1" i="0" dirty="0">
              <a:solidFill>
                <a:srgbClr val="000000"/>
              </a:solidFill>
              <a:effectLst/>
              <a:latin typeface="Poppins" panose="00000500000000000000" pitchFamily="2" charset="0"/>
              <a:cs typeface="Poppins" panose="00000500000000000000" pitchFamily="2" charset="0"/>
            </a:endParaRPr>
          </a:p>
        </p:txBody>
      </p:sp>
      <p:sp>
        <p:nvSpPr>
          <p:cNvPr id="14" name="Oval 10">
            <a:extLst>
              <a:ext uri="{FF2B5EF4-FFF2-40B4-BE49-F238E27FC236}">
                <a16:creationId xmlns:a16="http://schemas.microsoft.com/office/drawing/2014/main" id="{3AF5D6B3-259F-5461-D18A-054C0BEF05C0}"/>
              </a:ext>
            </a:extLst>
          </p:cNvPr>
          <p:cNvSpPr/>
          <p:nvPr/>
        </p:nvSpPr>
        <p:spPr>
          <a:xfrm>
            <a:off x="581660" y="3638801"/>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15" name="Google Shape;2223;p100">
            <a:extLst>
              <a:ext uri="{FF2B5EF4-FFF2-40B4-BE49-F238E27FC236}">
                <a16:creationId xmlns:a16="http://schemas.microsoft.com/office/drawing/2014/main" id="{3886C691-F6F9-6B2F-CEAB-577A28D50614}"/>
              </a:ext>
            </a:extLst>
          </p:cNvPr>
          <p:cNvSpPr>
            <a:spLocks/>
          </p:cNvSpPr>
          <p:nvPr/>
        </p:nvSpPr>
        <p:spPr>
          <a:xfrm>
            <a:off x="685177" y="3756446"/>
            <a:ext cx="368618" cy="340263"/>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 name="Oval 12">
            <a:extLst>
              <a:ext uri="{FF2B5EF4-FFF2-40B4-BE49-F238E27FC236}">
                <a16:creationId xmlns:a16="http://schemas.microsoft.com/office/drawing/2014/main" id="{887FD07D-B080-C178-584B-D70C02120D35}"/>
              </a:ext>
            </a:extLst>
          </p:cNvPr>
          <p:cNvSpPr/>
          <p:nvPr/>
        </p:nvSpPr>
        <p:spPr>
          <a:xfrm>
            <a:off x="607827" y="2074927"/>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a:p>
        </p:txBody>
      </p:sp>
      <p:sp>
        <p:nvSpPr>
          <p:cNvPr id="3" name="Google Shape;2216;p100">
            <a:extLst>
              <a:ext uri="{FF2B5EF4-FFF2-40B4-BE49-F238E27FC236}">
                <a16:creationId xmlns:a16="http://schemas.microsoft.com/office/drawing/2014/main" id="{5EC2E14F-E8FF-DF42-D100-4B59A7FF5366}"/>
              </a:ext>
            </a:extLst>
          </p:cNvPr>
          <p:cNvSpPr/>
          <p:nvPr/>
        </p:nvSpPr>
        <p:spPr>
          <a:xfrm>
            <a:off x="715912" y="2222760"/>
            <a:ext cx="355853" cy="301106"/>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1" name="Oval 11">
            <a:extLst>
              <a:ext uri="{FF2B5EF4-FFF2-40B4-BE49-F238E27FC236}">
                <a16:creationId xmlns:a16="http://schemas.microsoft.com/office/drawing/2014/main" id="{45925A37-FC02-03B8-F880-FABD16724621}"/>
              </a:ext>
            </a:extLst>
          </p:cNvPr>
          <p:cNvSpPr/>
          <p:nvPr/>
        </p:nvSpPr>
        <p:spPr>
          <a:xfrm>
            <a:off x="594328" y="2884259"/>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a:p>
        </p:txBody>
      </p:sp>
      <p:pic>
        <p:nvPicPr>
          <p:cNvPr id="16" name="Imagem 15">
            <a:extLst>
              <a:ext uri="{FF2B5EF4-FFF2-40B4-BE49-F238E27FC236}">
                <a16:creationId xmlns:a16="http://schemas.microsoft.com/office/drawing/2014/main" id="{1072542E-1C3D-C17E-363A-BA969F94BF3F}"/>
              </a:ext>
            </a:extLst>
          </p:cNvPr>
          <p:cNvPicPr>
            <a:picLocks noChangeAspect="1"/>
          </p:cNvPicPr>
          <p:nvPr/>
        </p:nvPicPr>
        <p:blipFill>
          <a:blip r:embed="rId5"/>
          <a:srcRect/>
          <a:stretch/>
        </p:blipFill>
        <p:spPr>
          <a:xfrm>
            <a:off x="769865" y="3028438"/>
            <a:ext cx="235287" cy="282344"/>
          </a:xfrm>
          <a:prstGeom prst="rect">
            <a:avLst/>
          </a:prstGeom>
        </p:spPr>
      </p:pic>
      <p:sp>
        <p:nvSpPr>
          <p:cNvPr id="21" name="Retângulo 20">
            <a:extLst>
              <a:ext uri="{FF2B5EF4-FFF2-40B4-BE49-F238E27FC236}">
                <a16:creationId xmlns:a16="http://schemas.microsoft.com/office/drawing/2014/main" id="{AB979F53-8653-3B72-E0D0-164511A080A6}"/>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2" name="CaixaDeTexto 21">
            <a:extLst>
              <a:ext uri="{FF2B5EF4-FFF2-40B4-BE49-F238E27FC236}">
                <a16:creationId xmlns:a16="http://schemas.microsoft.com/office/drawing/2014/main" id="{2C09ED58-3656-363B-FB7F-30F89CA2C369}"/>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8</a:t>
            </a:r>
            <a:endParaRPr lang="pt-BR" sz="4800" b="1" dirty="0">
              <a:solidFill>
                <a:schemeClr val="bg1"/>
              </a:solidFill>
              <a:latin typeface="Poppins" pitchFamily="2" charset="77"/>
              <a:cs typeface="Poppins" pitchFamily="2" charset="77"/>
            </a:endParaRPr>
          </a:p>
        </p:txBody>
      </p:sp>
    </p:spTree>
    <p:extLst>
      <p:ext uri="{BB962C8B-B14F-4D97-AF65-F5344CB8AC3E}">
        <p14:creationId xmlns:p14="http://schemas.microsoft.com/office/powerpoint/2010/main" val="11908349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161520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a:noFill/>
        </a:ln>
      </a:spPr>
      <a:bodyPr spcFirstLastPara="1" wrap="square" lIns="91425" tIns="45700" rIns="91425" bIns="45700" anchor="t" anchorCtr="0">
        <a:normAutofit/>
      </a:bodyPr>
      <a:lstStyle>
        <a:defPPr algn="l">
          <a:defRPr sz="2400" dirty="0"/>
        </a:defPPr>
      </a:lstStyle>
    </a:txDef>
  </a:objectDefaults>
  <a:extraClrSchemeLst/>
</a:theme>
</file>

<file path=ppt/theme/theme2.xml><?xml version="1.0" encoding="utf-8"?>
<a:theme xmlns:a="http://schemas.openxmlformats.org/drawingml/2006/main" name="Trilha_SIS">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nchor="ctr"/>
      <a:lstStyle>
        <a:defPPr>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rilhas_Iniciais">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nchor="ctr"/>
      <a:lstStyle>
        <a:defPPr>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a:noFill/>
        </a:ln>
      </a:spPr>
      <a:bodyPr spcFirstLastPara="1" wrap="square" lIns="91425" tIns="45700" rIns="91425" bIns="45700" anchor="t" anchorCtr="0">
        <a:normAutofit/>
      </a:bodyPr>
      <a:lstStyle>
        <a:defPPr algn="l">
          <a:defRPr sz="2400" dirty="0"/>
        </a:defPPr>
      </a:lstStyle>
    </a:txDef>
  </a:objectDefaults>
  <a:extraClrSchemeLst/>
</a:theme>
</file>

<file path=ppt/theme/theme5.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acb3b2f-5927-4b98-82b1-fea2b4072a87">
      <Terms xmlns="http://schemas.microsoft.com/office/infopath/2007/PartnerControls"/>
    </lcf76f155ced4ddcb4097134ff3c332f>
    <Curso xmlns="aacb3b2f-5927-4b98-82b1-fea2b4072a87" xsi:nil="true"/>
    <Semana xmlns="aacb3b2f-5927-4b98-82b1-fea2b4072a87" xsi:nil="true"/>
    <Ano xmlns="aacb3b2f-5927-4b98-82b1-fea2b4072a8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4B81252851F28942875D89D2C39F1241" ma:contentTypeVersion="18" ma:contentTypeDescription="Crie um novo documento." ma:contentTypeScope="" ma:versionID="4a43562f0951836659c836b04acf3ff5">
  <xsd:schema xmlns:xsd="http://www.w3.org/2001/XMLSchema" xmlns:xs="http://www.w3.org/2001/XMLSchema" xmlns:p="http://schemas.microsoft.com/office/2006/metadata/properties" xmlns:ns2="aacb3b2f-5927-4b98-82b1-fea2b4072a87" xmlns:ns3="a45d3e5f-3e31-4187-b998-c44ee850df36" targetNamespace="http://schemas.microsoft.com/office/2006/metadata/properties" ma:root="true" ma:fieldsID="603b1973da2e891d21f14d8bb65aba69" ns2:_="" ns3:_="">
    <xsd:import namespace="aacb3b2f-5927-4b98-82b1-fea2b4072a87"/>
    <xsd:import namespace="a45d3e5f-3e31-4187-b998-c44ee850df3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lcf76f155ced4ddcb4097134ff3c332f"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Location" minOccurs="0"/>
                <xsd:element ref="ns2:Curso" minOccurs="0"/>
                <xsd:element ref="ns2:Semana" minOccurs="0"/>
                <xsd:element ref="ns2:An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cb3b2f-5927-4b98-82b1-fea2b4072a8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Marcações de imagem" ma:readOnly="false" ma:fieldId="{5cf76f15-5ced-4ddc-b409-7134ff3c332f}" ma:taxonomyMulti="true" ma:sspId="a85b3961-dbc6-48b8-bc39-d38047892866"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Location" ma:index="21" nillable="true" ma:displayName="Location" ma:description="" ma:indexed="true" ma:internalName="MediaServiceLocation" ma:readOnly="true">
      <xsd:simpleType>
        <xsd:restriction base="dms:Text"/>
      </xsd:simpleType>
    </xsd:element>
    <xsd:element name="Curso" ma:index="22" nillable="true" ma:displayName="Curso" ma:format="Dropdown" ma:internalName="Curso">
      <xsd:simpleType>
        <xsd:restriction base="dms:Text">
          <xsd:maxLength value="255"/>
        </xsd:restriction>
      </xsd:simpleType>
    </xsd:element>
    <xsd:element name="Semana" ma:index="23" nillable="true" ma:displayName="Semana" ma:format="Dropdown" ma:internalName="Semana">
      <xsd:simpleType>
        <xsd:restriction base="dms:Text">
          <xsd:maxLength value="255"/>
        </xsd:restriction>
      </xsd:simpleType>
    </xsd:element>
    <xsd:element name="Ano" ma:index="24" nillable="true" ma:displayName="Ano" ma:format="Dropdown" ma:internalName="Ano">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45d3e5f-3e31-4187-b998-c44ee850df36" elementFormDefault="qualified">
    <xsd:import namespace="http://schemas.microsoft.com/office/2006/documentManagement/types"/>
    <xsd:import namespace="http://schemas.microsoft.com/office/infopath/2007/PartnerControls"/>
    <xsd:element name="SharedWithUsers" ma:index="11"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Detalhes de Compartilhado Com"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C661F7A-1649-4A39-91A5-A3893F5678E5}">
  <ds:schemaRefs>
    <ds:schemaRef ds:uri="http://purl.org/dc/dcmitype/"/>
    <ds:schemaRef ds:uri="aacb3b2f-5927-4b98-82b1-fea2b4072a87"/>
    <ds:schemaRef ds:uri="http://purl.org/dc/terms/"/>
    <ds:schemaRef ds:uri="http://schemas.microsoft.com/office/2006/documentManagement/types"/>
    <ds:schemaRef ds:uri="http://schemas.microsoft.com/office/2006/metadata/properties"/>
    <ds:schemaRef ds:uri="http://purl.org/dc/elements/1.1/"/>
    <ds:schemaRef ds:uri="a45d3e5f-3e31-4187-b998-c44ee850df36"/>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27590F2-902A-4FFC-B993-9715B30E05AB}">
  <ds:schemaRefs>
    <ds:schemaRef ds:uri="http://schemas.microsoft.com/sharepoint/v3/contenttype/forms"/>
  </ds:schemaRefs>
</ds:datastoreItem>
</file>

<file path=customXml/itemProps3.xml><?xml version="1.0" encoding="utf-8"?>
<ds:datastoreItem xmlns:ds="http://schemas.openxmlformats.org/officeDocument/2006/customXml" ds:itemID="{DB8F474A-86C9-4A4B-936A-83786E8A9FF7}">
  <ds:schemaRefs>
    <ds:schemaRef ds:uri="a45d3e5f-3e31-4187-b998-c44ee850df36"/>
    <ds:schemaRef ds:uri="aacb3b2f-5927-4b98-82b1-fea2b4072a8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{FEC88D2B-52F4-444E-836C-622E8DFD9A7D}tf10001120</Template>
  <TotalTime>593</TotalTime>
  <Words>1745</Words>
  <Application>Microsoft Office PowerPoint</Application>
  <PresentationFormat>Personalizar</PresentationFormat>
  <Paragraphs>178</Paragraphs>
  <Slides>17</Slides>
  <Notes>16</Notes>
  <HiddenSlides>7</HiddenSlides>
  <MMClips>0</MMClips>
  <ScaleCrop>false</ScaleCrop>
  <HeadingPairs>
    <vt:vector size="6" baseType="variant">
      <vt:variant>
        <vt:lpstr>Fontes usadas</vt:lpstr>
      </vt:variant>
      <vt:variant>
        <vt:i4>6</vt:i4>
      </vt:variant>
      <vt:variant>
        <vt:lpstr>Tema</vt:lpstr>
      </vt:variant>
      <vt:variant>
        <vt:i4>4</vt:i4>
      </vt:variant>
      <vt:variant>
        <vt:lpstr>Títulos de slides</vt:lpstr>
      </vt:variant>
      <vt:variant>
        <vt:i4>17</vt:i4>
      </vt:variant>
    </vt:vector>
  </HeadingPairs>
  <TitlesOfParts>
    <vt:vector size="27" baseType="lpstr">
      <vt:lpstr>Poppins Bold</vt:lpstr>
      <vt:lpstr>Arial</vt:lpstr>
      <vt:lpstr>Poppins Light</vt:lpstr>
      <vt:lpstr>Poppins</vt:lpstr>
      <vt:lpstr>Poppins Medium</vt:lpstr>
      <vt:lpstr>Calibri</vt:lpstr>
      <vt:lpstr>Office Theme</vt:lpstr>
      <vt:lpstr>Trilha_SIS</vt:lpstr>
      <vt:lpstr>Trilhas_Iniciais</vt:lpstr>
      <vt:lpstr>2_Office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Caco Bressane Ilustração e Design</dc:creator>
  <cp:lastModifiedBy>Marcos Felipe Soares Chagas</cp:lastModifiedBy>
  <cp:revision>46</cp:revision>
  <dcterms:modified xsi:type="dcterms:W3CDTF">2026-09-17T15:00:50Z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0x0101004B81252851F28942875D89D2C39F1241</vt:lpwstr>
  </property>
  <property fmtid="{D5CDD505-2E9C-101B-9397-08002B2CF9AE}" pid="3" name="MediaServiceImageTags">
    <vt:lpwstr/>
  </property>
</Properties>
</file>